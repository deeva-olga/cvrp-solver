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704" r:id="rId2"/>
  </p:sldMasterIdLst>
  <p:notesMasterIdLst>
    <p:notesMasterId r:id="rId9"/>
  </p:notesMasterIdLst>
  <p:sldIdLst>
    <p:sldId id="257" r:id="rId3"/>
    <p:sldId id="256" r:id="rId4"/>
    <p:sldId id="259" r:id="rId5"/>
    <p:sldId id="258" r:id="rId6"/>
    <p:sldId id="261" r:id="rId7"/>
    <p:sldId id="260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69F6"/>
    <a:srgbClr val="FF7340"/>
    <a:srgbClr val="B56CFF"/>
    <a:srgbClr val="27CCCB"/>
    <a:srgbClr val="67250D"/>
    <a:srgbClr val="CC6600"/>
    <a:srgbClr val="CC3300"/>
    <a:srgbClr val="AC2404"/>
    <a:srgbClr val="FCD5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38" y="797"/>
      </p:cViewPr>
      <p:guideLst>
        <p:guide orient="horz" pos="211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F2153A-ACAA-483D-B300-1CD6808562BA}" type="doc">
      <dgm:prSet loTypeId="urn:microsoft.com/office/officeart/2005/8/layout/hProcess7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ru-RU"/>
        </a:p>
      </dgm:t>
    </dgm:pt>
    <dgm:pt modelId="{B0602A8D-CD5B-4DAF-83C9-A6538C80EF14}">
      <dgm:prSet custT="1"/>
      <dgm:spPr>
        <a:solidFill>
          <a:srgbClr val="67250D"/>
        </a:solidFill>
      </dgm:spPr>
      <dgm:t>
        <a:bodyPr/>
        <a:lstStyle/>
        <a:p>
          <a:pPr algn="l" rtl="0"/>
          <a:r>
            <a:rPr lang="ru-RU" sz="1600" dirty="0" smtClean="0"/>
            <a:t>ПОСТРОЕНИЕ НАЧАЛЬНОГО РЕШЕНИЯ (</a:t>
          </a:r>
          <a:r>
            <a:rPr lang="ru-RU" sz="1600" dirty="0" err="1" smtClean="0"/>
            <a:t>Clarke-Wright</a:t>
          </a:r>
          <a:r>
            <a:rPr lang="ru-RU" sz="1600" dirty="0" smtClean="0"/>
            <a:t> </a:t>
          </a:r>
          <a:r>
            <a:rPr lang="ru-RU" sz="1600" dirty="0" err="1" smtClean="0"/>
            <a:t>Savings</a:t>
          </a:r>
          <a:r>
            <a:rPr lang="ru-RU" sz="1600" dirty="0" smtClean="0"/>
            <a:t>)</a:t>
          </a:r>
          <a:endParaRPr lang="ru-RU" sz="1600" dirty="0"/>
        </a:p>
      </dgm:t>
    </dgm:pt>
    <dgm:pt modelId="{30A666E6-5844-4A0C-B20C-92CEB03738F0}" type="parTrans" cxnId="{E1FB176C-74B9-4CDE-A448-F647FA9F6768}">
      <dgm:prSet/>
      <dgm:spPr/>
      <dgm:t>
        <a:bodyPr/>
        <a:lstStyle/>
        <a:p>
          <a:pPr algn="l"/>
          <a:endParaRPr lang="ru-RU" sz="1600"/>
        </a:p>
      </dgm:t>
    </dgm:pt>
    <dgm:pt modelId="{E1ED00AD-7A53-4471-A407-3BB302D2484A}" type="sibTrans" cxnId="{E1FB176C-74B9-4CDE-A448-F647FA9F6768}">
      <dgm:prSet/>
      <dgm:spPr/>
      <dgm:t>
        <a:bodyPr/>
        <a:lstStyle/>
        <a:p>
          <a:pPr algn="l"/>
          <a:endParaRPr lang="ru-RU" sz="1600"/>
        </a:p>
      </dgm:t>
    </dgm:pt>
    <dgm:pt modelId="{21983758-F98A-4809-B8BC-0DBDBD08EBE7}">
      <dgm:prSet custT="1"/>
      <dgm:spPr/>
      <dgm:t>
        <a:bodyPr/>
        <a:lstStyle/>
        <a:p>
          <a:r>
            <a:rPr lang="ru-RU" sz="1600" dirty="0" smtClean="0"/>
            <a:t>Создаем маршрут для каждого клиента: [депо → клиент → депо]</a:t>
          </a:r>
          <a:endParaRPr lang="ru-RU" sz="1600" dirty="0"/>
        </a:p>
      </dgm:t>
    </dgm:pt>
    <dgm:pt modelId="{91B3439A-8F2A-48DB-BA21-53526802365F}" type="parTrans" cxnId="{0F353B48-E519-441E-8836-C738E8F40F64}">
      <dgm:prSet/>
      <dgm:spPr/>
      <dgm:t>
        <a:bodyPr/>
        <a:lstStyle/>
        <a:p>
          <a:endParaRPr lang="ru-RU" sz="1600"/>
        </a:p>
      </dgm:t>
    </dgm:pt>
    <dgm:pt modelId="{23417C36-C70C-4672-BF7A-35CB006E3B27}" type="sibTrans" cxnId="{0F353B48-E519-441E-8836-C738E8F40F64}">
      <dgm:prSet/>
      <dgm:spPr/>
      <dgm:t>
        <a:bodyPr/>
        <a:lstStyle/>
        <a:p>
          <a:endParaRPr lang="ru-RU" sz="1600"/>
        </a:p>
      </dgm:t>
    </dgm:pt>
    <dgm:pt modelId="{A1AABBF9-9D45-4C65-BB0D-A27B9DBA1705}">
      <dgm:prSet custT="1"/>
      <dgm:spPr/>
      <dgm:t>
        <a:bodyPr/>
        <a:lstStyle/>
        <a:p>
          <a:r>
            <a:rPr lang="ru-RU" sz="1600" dirty="0" smtClean="0"/>
            <a:t>Для каждой пары клиентов (i, j) вычисляем "экономию": </a:t>
          </a:r>
          <a:r>
            <a:rPr lang="en-US" sz="1600" dirty="0" smtClean="0"/>
            <a:t>savings</a:t>
          </a:r>
          <a:r>
            <a:rPr lang="ru-RU" sz="1600" dirty="0" smtClean="0"/>
            <a:t>(</a:t>
          </a:r>
          <a:r>
            <a:rPr lang="en-US" sz="1600" dirty="0" err="1" smtClean="0"/>
            <a:t>i</a:t>
          </a:r>
          <a:r>
            <a:rPr lang="ru-RU" sz="1600" dirty="0" smtClean="0"/>
            <a:t>,</a:t>
          </a:r>
          <a:r>
            <a:rPr lang="en-US" sz="1600" dirty="0" smtClean="0"/>
            <a:t>j</a:t>
          </a:r>
          <a:r>
            <a:rPr lang="ru-RU" sz="1600" dirty="0" smtClean="0"/>
            <a:t>) = </a:t>
          </a:r>
          <a:r>
            <a:rPr lang="en-US" sz="1600" dirty="0" err="1" smtClean="0"/>
            <a:t>dist</a:t>
          </a:r>
          <a:r>
            <a:rPr lang="ru-RU" sz="1600" dirty="0" smtClean="0"/>
            <a:t>(депо,</a:t>
          </a:r>
          <a:r>
            <a:rPr lang="en-US" sz="1600" dirty="0" err="1" smtClean="0"/>
            <a:t>i</a:t>
          </a:r>
          <a:r>
            <a:rPr lang="ru-RU" sz="1600" dirty="0" smtClean="0"/>
            <a:t>) + </a:t>
          </a:r>
          <a:r>
            <a:rPr lang="en-US" sz="1600" dirty="0" err="1" smtClean="0"/>
            <a:t>dist</a:t>
          </a:r>
          <a:r>
            <a:rPr lang="ru-RU" sz="1600" dirty="0" smtClean="0"/>
            <a:t>(депо,</a:t>
          </a:r>
          <a:r>
            <a:rPr lang="en-US" sz="1600" dirty="0" smtClean="0"/>
            <a:t>j</a:t>
          </a:r>
          <a:r>
            <a:rPr lang="ru-RU" sz="1600" dirty="0" smtClean="0"/>
            <a:t>) - </a:t>
          </a:r>
          <a:r>
            <a:rPr lang="en-US" sz="1600" dirty="0" err="1" smtClean="0"/>
            <a:t>dist</a:t>
          </a:r>
          <a:r>
            <a:rPr lang="ru-RU" sz="1600" dirty="0" smtClean="0"/>
            <a:t>(</a:t>
          </a:r>
          <a:r>
            <a:rPr lang="en-US" sz="1600" dirty="0" err="1" smtClean="0"/>
            <a:t>i</a:t>
          </a:r>
          <a:r>
            <a:rPr lang="ru-RU" sz="1600" dirty="0" smtClean="0"/>
            <a:t>,</a:t>
          </a:r>
          <a:r>
            <a:rPr lang="en-US" sz="1600" dirty="0" smtClean="0"/>
            <a:t>j</a:t>
          </a:r>
          <a:r>
            <a:rPr lang="ru-RU" sz="1600" dirty="0" smtClean="0"/>
            <a:t>) (Чем больше экономия — тем выгоднее)</a:t>
          </a:r>
          <a:endParaRPr lang="ru-RU" sz="1600" dirty="0"/>
        </a:p>
      </dgm:t>
    </dgm:pt>
    <dgm:pt modelId="{79ACFD85-8520-43B7-B8EF-BEB17A024AE1}" type="parTrans" cxnId="{F1C71EF7-9163-4032-9C65-E91A4A06890E}">
      <dgm:prSet/>
      <dgm:spPr/>
      <dgm:t>
        <a:bodyPr/>
        <a:lstStyle/>
        <a:p>
          <a:endParaRPr lang="ru-RU" sz="1600"/>
        </a:p>
      </dgm:t>
    </dgm:pt>
    <dgm:pt modelId="{9840C654-367B-4A30-BECC-4FE0BF30C8EA}" type="sibTrans" cxnId="{F1C71EF7-9163-4032-9C65-E91A4A06890E}">
      <dgm:prSet/>
      <dgm:spPr/>
      <dgm:t>
        <a:bodyPr/>
        <a:lstStyle/>
        <a:p>
          <a:endParaRPr lang="ru-RU" sz="1600"/>
        </a:p>
      </dgm:t>
    </dgm:pt>
    <dgm:pt modelId="{397037DF-ADC9-4FBB-9BE1-02E6269599CE}">
      <dgm:prSet custT="1"/>
      <dgm:spPr/>
      <dgm:t>
        <a:bodyPr/>
        <a:lstStyle/>
        <a:p>
          <a:r>
            <a:rPr lang="ru-RU" sz="1600" dirty="0" smtClean="0"/>
            <a:t>Сортируем пары по убыванию экономии и последовательно сливаем маршруты</a:t>
          </a:r>
          <a:endParaRPr lang="ru-RU" sz="1600" dirty="0"/>
        </a:p>
      </dgm:t>
    </dgm:pt>
    <dgm:pt modelId="{3ED5278F-93FD-4FAE-98ED-839D24DCBDEE}" type="parTrans" cxnId="{351DF683-E48A-4A1B-BB32-384F5F7B61A9}">
      <dgm:prSet/>
      <dgm:spPr/>
      <dgm:t>
        <a:bodyPr/>
        <a:lstStyle/>
        <a:p>
          <a:endParaRPr lang="ru-RU" sz="1600"/>
        </a:p>
      </dgm:t>
    </dgm:pt>
    <dgm:pt modelId="{9C210ABB-72CE-456D-AB4E-179AC341F39D}" type="sibTrans" cxnId="{351DF683-E48A-4A1B-BB32-384F5F7B61A9}">
      <dgm:prSet/>
      <dgm:spPr/>
      <dgm:t>
        <a:bodyPr/>
        <a:lstStyle/>
        <a:p>
          <a:endParaRPr lang="ru-RU" sz="1600"/>
        </a:p>
      </dgm:t>
    </dgm:pt>
    <dgm:pt modelId="{65A24412-E8DF-4587-9E72-2CC4B710B7FD}">
      <dgm:prSet custT="1"/>
      <dgm:spPr/>
      <dgm:t>
        <a:bodyPr/>
        <a:lstStyle/>
        <a:p>
          <a:r>
            <a:rPr lang="ru-RU" sz="1600" dirty="0" smtClean="0"/>
            <a:t>Проверяем, что клиенты находятся на краях</a:t>
          </a:r>
          <a:endParaRPr lang="ru-RU" sz="1600" dirty="0"/>
        </a:p>
      </dgm:t>
    </dgm:pt>
    <dgm:pt modelId="{EE86A021-9227-4B2B-8360-47733D159D1E}" type="parTrans" cxnId="{147F75DE-9627-44CC-B4D6-235B5F9077FB}">
      <dgm:prSet/>
      <dgm:spPr/>
      <dgm:t>
        <a:bodyPr/>
        <a:lstStyle/>
        <a:p>
          <a:endParaRPr lang="ru-RU" sz="1600"/>
        </a:p>
      </dgm:t>
    </dgm:pt>
    <dgm:pt modelId="{23F938D2-AD26-4EA5-8868-4E5AF91616EA}" type="sibTrans" cxnId="{147F75DE-9627-44CC-B4D6-235B5F9077FB}">
      <dgm:prSet/>
      <dgm:spPr/>
      <dgm:t>
        <a:bodyPr/>
        <a:lstStyle/>
        <a:p>
          <a:endParaRPr lang="ru-RU" sz="1600"/>
        </a:p>
      </dgm:t>
    </dgm:pt>
    <dgm:pt modelId="{8196EDC7-0236-4ADB-8D30-CBF6F57F16A6}">
      <dgm:prSet custT="1"/>
      <dgm:spPr>
        <a:solidFill>
          <a:srgbClr val="67250D">
            <a:alpha val="90000"/>
          </a:srgbClr>
        </a:solidFill>
      </dgm:spPr>
      <dgm:t>
        <a:bodyPr/>
        <a:lstStyle/>
        <a:p>
          <a:r>
            <a:rPr lang="ru-RU" sz="1600" smtClean="0"/>
            <a:t>УЛУЧШЕНИЕ ВНУТРИ МАРШРУТОВ (2-opt)</a:t>
          </a:r>
          <a:endParaRPr lang="ru-RU" sz="1600"/>
        </a:p>
      </dgm:t>
    </dgm:pt>
    <dgm:pt modelId="{DABCCF4E-D4DD-4ED1-A39F-65E20A054614}" type="parTrans" cxnId="{950D04E8-CB1C-4484-85C3-97663DF59D39}">
      <dgm:prSet/>
      <dgm:spPr/>
      <dgm:t>
        <a:bodyPr/>
        <a:lstStyle/>
        <a:p>
          <a:endParaRPr lang="ru-RU" sz="1600"/>
        </a:p>
      </dgm:t>
    </dgm:pt>
    <dgm:pt modelId="{870AFC3B-C616-4B50-9710-408F085BF3E9}" type="sibTrans" cxnId="{950D04E8-CB1C-4484-85C3-97663DF59D39}">
      <dgm:prSet/>
      <dgm:spPr/>
      <dgm:t>
        <a:bodyPr/>
        <a:lstStyle/>
        <a:p>
          <a:endParaRPr lang="ru-RU" sz="1600"/>
        </a:p>
      </dgm:t>
    </dgm:pt>
    <dgm:pt modelId="{E5149566-3960-4F8A-9887-6773E9184C83}">
      <dgm:prSet custT="1"/>
      <dgm:spPr/>
      <dgm:t>
        <a:bodyPr/>
        <a:lstStyle/>
        <a:p>
          <a:r>
            <a:rPr lang="ru-RU" sz="1600" dirty="0" smtClean="0"/>
            <a:t>Для каждого маршрута применяем 2-opt до сходимости:</a:t>
          </a:r>
          <a:endParaRPr lang="ru-RU" sz="1600" dirty="0"/>
        </a:p>
      </dgm:t>
    </dgm:pt>
    <dgm:pt modelId="{0AE799D5-608F-419D-BB8A-D2F4B9F24E7D}" type="parTrans" cxnId="{5720A70D-9F60-45FA-90C3-15A8CB2375D3}">
      <dgm:prSet/>
      <dgm:spPr/>
      <dgm:t>
        <a:bodyPr/>
        <a:lstStyle/>
        <a:p>
          <a:endParaRPr lang="ru-RU" sz="1600"/>
        </a:p>
      </dgm:t>
    </dgm:pt>
    <dgm:pt modelId="{2A935D68-87EB-4E10-913A-FCC5155E2C1A}" type="sibTrans" cxnId="{5720A70D-9F60-45FA-90C3-15A8CB2375D3}">
      <dgm:prSet/>
      <dgm:spPr/>
      <dgm:t>
        <a:bodyPr/>
        <a:lstStyle/>
        <a:p>
          <a:endParaRPr lang="ru-RU" sz="1600"/>
        </a:p>
      </dgm:t>
    </dgm:pt>
    <dgm:pt modelId="{703E74F4-DCB1-4B51-A7E4-4C70D0ED7927}">
      <dgm:prSet custT="1"/>
      <dgm:spPr/>
      <dgm:t>
        <a:bodyPr/>
        <a:lstStyle/>
        <a:p>
          <a:r>
            <a:rPr lang="ru-RU" sz="1600" dirty="0" smtClean="0"/>
            <a:t>Выбираем два ребра (</a:t>
          </a:r>
          <a:r>
            <a:rPr lang="ru-RU" sz="1600" dirty="0" err="1" smtClean="0"/>
            <a:t>a→b</a:t>
          </a:r>
          <a:r>
            <a:rPr lang="ru-RU" sz="1600" dirty="0" smtClean="0"/>
            <a:t>) и (</a:t>
          </a:r>
          <a:r>
            <a:rPr lang="ru-RU" sz="1600" dirty="0" err="1" smtClean="0"/>
            <a:t>c→d</a:t>
          </a:r>
          <a:r>
            <a:rPr lang="ru-RU" sz="1600" dirty="0" smtClean="0"/>
            <a:t>) в маршруте</a:t>
          </a:r>
          <a:endParaRPr lang="ru-RU" sz="1600" dirty="0"/>
        </a:p>
      </dgm:t>
    </dgm:pt>
    <dgm:pt modelId="{16711724-9772-450B-91A6-FC7C0D96B8A8}" type="parTrans" cxnId="{A4F51A54-36F5-43CF-9992-B374D40A76A3}">
      <dgm:prSet/>
      <dgm:spPr/>
      <dgm:t>
        <a:bodyPr/>
        <a:lstStyle/>
        <a:p>
          <a:endParaRPr lang="ru-RU" sz="1600"/>
        </a:p>
      </dgm:t>
    </dgm:pt>
    <dgm:pt modelId="{ACD8D77E-AF18-4836-A6D0-335D7395C3AE}" type="sibTrans" cxnId="{A4F51A54-36F5-43CF-9992-B374D40A76A3}">
      <dgm:prSet/>
      <dgm:spPr/>
      <dgm:t>
        <a:bodyPr/>
        <a:lstStyle/>
        <a:p>
          <a:endParaRPr lang="ru-RU" sz="1600"/>
        </a:p>
      </dgm:t>
    </dgm:pt>
    <dgm:pt modelId="{43B5214E-FFFC-4629-81F5-DFFA6B884DEC}">
      <dgm:prSet custT="1"/>
      <dgm:spPr/>
      <dgm:t>
        <a:bodyPr/>
        <a:lstStyle/>
        <a:p>
          <a:r>
            <a:rPr lang="ru-RU" sz="1600" dirty="0" smtClean="0"/>
            <a:t>"</a:t>
          </a:r>
          <a:r>
            <a:rPr lang="ru-RU" sz="1600" dirty="0" err="1" smtClean="0"/>
            <a:t>Разворачи-ваем</a:t>
          </a:r>
          <a:r>
            <a:rPr lang="ru-RU" sz="1600" dirty="0" smtClean="0"/>
            <a:t>" сегмент между ними: [..</a:t>
          </a:r>
          <a:r>
            <a:rPr lang="ru-RU" sz="1600" dirty="0" err="1" smtClean="0"/>
            <a:t>a→b</a:t>
          </a:r>
          <a:r>
            <a:rPr lang="ru-RU" sz="1600" dirty="0" smtClean="0"/>
            <a:t>..</a:t>
          </a:r>
          <a:r>
            <a:rPr lang="ru-RU" sz="1600" dirty="0" err="1" smtClean="0"/>
            <a:t>c→d</a:t>
          </a:r>
          <a:r>
            <a:rPr lang="ru-RU" sz="1600" dirty="0" smtClean="0"/>
            <a:t>..] [..</a:t>
          </a:r>
          <a:r>
            <a:rPr lang="ru-RU" sz="1600" dirty="0" err="1" smtClean="0"/>
            <a:t>a→c</a:t>
          </a:r>
          <a:r>
            <a:rPr lang="ru-RU" sz="1600" dirty="0" smtClean="0"/>
            <a:t>..</a:t>
          </a:r>
          <a:r>
            <a:rPr lang="ru-RU" sz="1600" dirty="0" err="1" smtClean="0"/>
            <a:t>b→d</a:t>
          </a:r>
          <a:r>
            <a:rPr lang="ru-RU" sz="1600" dirty="0" smtClean="0"/>
            <a:t>..]</a:t>
          </a:r>
          <a:endParaRPr lang="ru-RU" sz="1600" dirty="0"/>
        </a:p>
      </dgm:t>
    </dgm:pt>
    <dgm:pt modelId="{0CD43BD9-2F44-4657-BCFF-58CBC786FE72}" type="parTrans" cxnId="{8048B437-063B-4134-9632-E79B666A9C53}">
      <dgm:prSet/>
      <dgm:spPr/>
      <dgm:t>
        <a:bodyPr/>
        <a:lstStyle/>
        <a:p>
          <a:endParaRPr lang="ru-RU" sz="1600"/>
        </a:p>
      </dgm:t>
    </dgm:pt>
    <dgm:pt modelId="{C4DB5092-0ABE-40E4-9DA5-559025EDE097}" type="sibTrans" cxnId="{8048B437-063B-4134-9632-E79B666A9C53}">
      <dgm:prSet/>
      <dgm:spPr/>
      <dgm:t>
        <a:bodyPr/>
        <a:lstStyle/>
        <a:p>
          <a:endParaRPr lang="ru-RU" sz="1600"/>
        </a:p>
      </dgm:t>
    </dgm:pt>
    <dgm:pt modelId="{AA60A2AB-7C0D-4389-BF60-E16BD66E0FB5}">
      <dgm:prSet custT="1"/>
      <dgm:spPr/>
      <dgm:t>
        <a:bodyPr/>
        <a:lstStyle/>
        <a:p>
          <a:r>
            <a:rPr lang="ru-RU" sz="1600" smtClean="0"/>
            <a:t>Если длина уменьшилась — принимаем изменение</a:t>
          </a:r>
          <a:endParaRPr lang="ru-RU" sz="1600"/>
        </a:p>
      </dgm:t>
    </dgm:pt>
    <dgm:pt modelId="{27E7DC21-E6CB-440F-AA4F-96910D55C8FA}" type="parTrans" cxnId="{F08E6626-B967-4933-A679-0D94BBB2A0F9}">
      <dgm:prSet/>
      <dgm:spPr/>
      <dgm:t>
        <a:bodyPr/>
        <a:lstStyle/>
        <a:p>
          <a:endParaRPr lang="ru-RU" sz="1600"/>
        </a:p>
      </dgm:t>
    </dgm:pt>
    <dgm:pt modelId="{AAF4F062-724E-4EA6-ABD5-0A2E18335AA2}" type="sibTrans" cxnId="{F08E6626-B967-4933-A679-0D94BBB2A0F9}">
      <dgm:prSet/>
      <dgm:spPr/>
      <dgm:t>
        <a:bodyPr/>
        <a:lstStyle/>
        <a:p>
          <a:endParaRPr lang="ru-RU" sz="1600"/>
        </a:p>
      </dgm:t>
    </dgm:pt>
    <dgm:pt modelId="{9994F5CD-4EE5-4A18-84B3-5F9E5CDDDB85}">
      <dgm:prSet custT="1"/>
      <dgm:spPr/>
      <dgm:t>
        <a:bodyPr/>
        <a:lstStyle/>
        <a:p>
          <a:r>
            <a:rPr lang="ru-RU" sz="1600" smtClean="0"/>
            <a:t>Повторяем, пока есть улучшения</a:t>
          </a:r>
          <a:endParaRPr lang="ru-RU" sz="1600"/>
        </a:p>
      </dgm:t>
    </dgm:pt>
    <dgm:pt modelId="{DF321CD2-6E33-43B8-8A76-2AD1A4A3C645}" type="parTrans" cxnId="{42C4B89B-0677-4837-A41F-9F679CA7ABE5}">
      <dgm:prSet/>
      <dgm:spPr/>
      <dgm:t>
        <a:bodyPr/>
        <a:lstStyle/>
        <a:p>
          <a:endParaRPr lang="ru-RU" sz="1600"/>
        </a:p>
      </dgm:t>
    </dgm:pt>
    <dgm:pt modelId="{E2E09551-339F-4D5C-8C54-41026DD0F2AC}" type="sibTrans" cxnId="{42C4B89B-0677-4837-A41F-9F679CA7ABE5}">
      <dgm:prSet/>
      <dgm:spPr/>
      <dgm:t>
        <a:bodyPr/>
        <a:lstStyle/>
        <a:p>
          <a:endParaRPr lang="ru-RU" sz="1600"/>
        </a:p>
      </dgm:t>
    </dgm:pt>
    <dgm:pt modelId="{36412925-02C6-4578-BD64-97D69900B8CE}">
      <dgm:prSet custT="1"/>
      <dgm:spPr/>
      <dgm:t>
        <a:bodyPr/>
        <a:lstStyle/>
        <a:p>
          <a:r>
            <a:rPr lang="ru-RU" sz="1600" dirty="0" smtClean="0"/>
            <a:t>Результат: каждый маршрут оптимален относительно локальных перестановок</a:t>
          </a:r>
          <a:endParaRPr lang="ru-RU" sz="1600" dirty="0"/>
        </a:p>
      </dgm:t>
    </dgm:pt>
    <dgm:pt modelId="{4C895B58-201F-494C-80A5-67B341328475}" type="parTrans" cxnId="{69390133-3293-4A14-AB57-CBC619F37C38}">
      <dgm:prSet/>
      <dgm:spPr/>
      <dgm:t>
        <a:bodyPr/>
        <a:lstStyle/>
        <a:p>
          <a:endParaRPr lang="ru-RU" sz="1600"/>
        </a:p>
      </dgm:t>
    </dgm:pt>
    <dgm:pt modelId="{714F2894-8B5B-4ABA-8D27-0E2345BE58E3}" type="sibTrans" cxnId="{69390133-3293-4A14-AB57-CBC619F37C38}">
      <dgm:prSet/>
      <dgm:spPr/>
      <dgm:t>
        <a:bodyPr/>
        <a:lstStyle/>
        <a:p>
          <a:endParaRPr lang="ru-RU" sz="1600"/>
        </a:p>
      </dgm:t>
    </dgm:pt>
    <dgm:pt modelId="{D86B3329-9043-466B-9570-176D8ED3B65C}">
      <dgm:prSet custT="1"/>
      <dgm:spPr>
        <a:solidFill>
          <a:srgbClr val="67250D">
            <a:alpha val="80000"/>
          </a:srgbClr>
        </a:solidFill>
      </dgm:spPr>
      <dgm:t>
        <a:bodyPr/>
        <a:lstStyle/>
        <a:p>
          <a:r>
            <a:rPr lang="ru-RU" sz="1600" dirty="0" smtClean="0"/>
            <a:t>Цикл до исчерпания времени (15 сек) или 5 итераций без улучшений:</a:t>
          </a:r>
          <a:endParaRPr lang="ru-RU" sz="1600" dirty="0"/>
        </a:p>
      </dgm:t>
    </dgm:pt>
    <dgm:pt modelId="{AFD8A825-DFCB-41E7-A4A1-A0E547D61ED6}" type="parTrans" cxnId="{993CDFEF-24CF-4323-A2C9-327F99E03DB0}">
      <dgm:prSet/>
      <dgm:spPr/>
      <dgm:t>
        <a:bodyPr/>
        <a:lstStyle/>
        <a:p>
          <a:endParaRPr lang="ru-RU" sz="1600"/>
        </a:p>
      </dgm:t>
    </dgm:pt>
    <dgm:pt modelId="{096CADE0-F2BF-49C2-AA78-C0F5CCB9F594}" type="sibTrans" cxnId="{993CDFEF-24CF-4323-A2C9-327F99E03DB0}">
      <dgm:prSet/>
      <dgm:spPr/>
      <dgm:t>
        <a:bodyPr/>
        <a:lstStyle/>
        <a:p>
          <a:endParaRPr lang="ru-RU" sz="1600"/>
        </a:p>
      </dgm:t>
    </dgm:pt>
    <dgm:pt modelId="{24062242-E27E-4E97-8049-6E059D40A27D}">
      <dgm:prSet custT="1"/>
      <dgm:spPr/>
      <dgm:t>
        <a:bodyPr/>
        <a:lstStyle/>
        <a:p>
          <a:r>
            <a:rPr lang="ru-RU" sz="1600" dirty="0" smtClean="0"/>
            <a:t>2-opt* (обмен сегментами между маршрутами):</a:t>
          </a:r>
          <a:endParaRPr lang="ru-RU" sz="1600" dirty="0"/>
        </a:p>
      </dgm:t>
    </dgm:pt>
    <dgm:pt modelId="{A5A55FBF-FDAD-4D46-8FE4-67A54727DF70}" type="parTrans" cxnId="{43A6DA05-1846-49D8-9E28-1CB25329176E}">
      <dgm:prSet/>
      <dgm:spPr/>
      <dgm:t>
        <a:bodyPr/>
        <a:lstStyle/>
        <a:p>
          <a:endParaRPr lang="ru-RU" sz="1600"/>
        </a:p>
      </dgm:t>
    </dgm:pt>
    <dgm:pt modelId="{40665CE5-B70B-432B-83F6-31E84E733D18}" type="sibTrans" cxnId="{43A6DA05-1846-49D8-9E28-1CB25329176E}">
      <dgm:prSet/>
      <dgm:spPr/>
      <dgm:t>
        <a:bodyPr/>
        <a:lstStyle/>
        <a:p>
          <a:endParaRPr lang="ru-RU" sz="1600"/>
        </a:p>
      </dgm:t>
    </dgm:pt>
    <dgm:pt modelId="{CF64155D-6F3A-4F8F-A162-63E182F45E59}">
      <dgm:prSet custT="1"/>
      <dgm:spPr/>
      <dgm:t>
        <a:bodyPr/>
        <a:lstStyle/>
        <a:p>
          <a:r>
            <a:rPr lang="ru-RU" sz="1600" smtClean="0"/>
            <a:t>Выбираем два маршрута R1 и R2</a:t>
          </a:r>
          <a:endParaRPr lang="ru-RU" sz="1600"/>
        </a:p>
      </dgm:t>
    </dgm:pt>
    <dgm:pt modelId="{8EB4BAD1-62E8-4DB3-BD0D-75543E17DCB0}" type="parTrans" cxnId="{E04071E6-348B-42C1-8138-B6A007AA5091}">
      <dgm:prSet/>
      <dgm:spPr/>
      <dgm:t>
        <a:bodyPr/>
        <a:lstStyle/>
        <a:p>
          <a:endParaRPr lang="ru-RU" sz="1600"/>
        </a:p>
      </dgm:t>
    </dgm:pt>
    <dgm:pt modelId="{7722EA38-0480-4CB6-B49F-79DAA2254E4A}" type="sibTrans" cxnId="{E04071E6-348B-42C1-8138-B6A007AA5091}">
      <dgm:prSet/>
      <dgm:spPr/>
      <dgm:t>
        <a:bodyPr/>
        <a:lstStyle/>
        <a:p>
          <a:endParaRPr lang="ru-RU" sz="1600"/>
        </a:p>
      </dgm:t>
    </dgm:pt>
    <dgm:pt modelId="{87CD1C4F-7231-42ED-9F6E-6698473C6F21}">
      <dgm:prSet custT="1"/>
      <dgm:spPr/>
      <dgm:t>
        <a:bodyPr/>
        <a:lstStyle/>
        <a:p>
          <a:r>
            <a:rPr lang="ru-RU" sz="1600" smtClean="0"/>
            <a:t>Разрываем по одному ребру в каждом</a:t>
          </a:r>
          <a:endParaRPr lang="ru-RU" sz="1600"/>
        </a:p>
      </dgm:t>
    </dgm:pt>
    <dgm:pt modelId="{E7649AF2-6D51-4CE6-BC7F-E47EAF50AD36}" type="parTrans" cxnId="{0001A7D9-0990-484D-9692-1EBFF3941813}">
      <dgm:prSet/>
      <dgm:spPr/>
      <dgm:t>
        <a:bodyPr/>
        <a:lstStyle/>
        <a:p>
          <a:endParaRPr lang="ru-RU" sz="1600"/>
        </a:p>
      </dgm:t>
    </dgm:pt>
    <dgm:pt modelId="{F13D01DD-1AC1-42FC-9560-DF4C6FF9F4AE}" type="sibTrans" cxnId="{0001A7D9-0990-484D-9692-1EBFF3941813}">
      <dgm:prSet/>
      <dgm:spPr/>
      <dgm:t>
        <a:bodyPr/>
        <a:lstStyle/>
        <a:p>
          <a:endParaRPr lang="ru-RU" sz="1600"/>
        </a:p>
      </dgm:t>
    </dgm:pt>
    <dgm:pt modelId="{D6E5205A-291F-4521-A599-684CC21BC7AD}">
      <dgm:prSet custT="1"/>
      <dgm:spPr/>
      <dgm:t>
        <a:bodyPr/>
        <a:lstStyle/>
        <a:p>
          <a:r>
            <a:rPr lang="ru-RU" sz="1600" dirty="0" err="1" smtClean="0"/>
            <a:t>Пересоединяем</a:t>
          </a:r>
          <a:r>
            <a:rPr lang="ru-RU" sz="1600" dirty="0" smtClean="0"/>
            <a:t> "крест-накрест"</a:t>
          </a:r>
          <a:endParaRPr lang="ru-RU" sz="1600" dirty="0"/>
        </a:p>
      </dgm:t>
    </dgm:pt>
    <dgm:pt modelId="{D49775D7-93FC-49CC-B3AF-4C575C103773}" type="parTrans" cxnId="{5146C77D-2180-4E21-BD5E-BED62FE29144}">
      <dgm:prSet/>
      <dgm:spPr/>
      <dgm:t>
        <a:bodyPr/>
        <a:lstStyle/>
        <a:p>
          <a:endParaRPr lang="ru-RU" sz="1600"/>
        </a:p>
      </dgm:t>
    </dgm:pt>
    <dgm:pt modelId="{982CD916-39CC-48BA-BD0D-2684A42CF928}" type="sibTrans" cxnId="{5146C77D-2180-4E21-BD5E-BED62FE29144}">
      <dgm:prSet/>
      <dgm:spPr/>
      <dgm:t>
        <a:bodyPr/>
        <a:lstStyle/>
        <a:p>
          <a:endParaRPr lang="ru-RU" sz="1600"/>
        </a:p>
      </dgm:t>
    </dgm:pt>
    <dgm:pt modelId="{CF38151C-12D7-418A-9DBF-B5F3FE78F818}">
      <dgm:prSet custT="1"/>
      <dgm:spPr/>
      <dgm:t>
        <a:bodyPr/>
        <a:lstStyle/>
        <a:p>
          <a:r>
            <a:rPr lang="ru-RU" sz="1600" dirty="0" err="1" smtClean="0"/>
            <a:t>Relocate</a:t>
          </a:r>
          <a:r>
            <a:rPr lang="ru-RU" sz="1600" dirty="0" smtClean="0"/>
            <a:t> (перемещение клиентов):</a:t>
          </a:r>
          <a:endParaRPr lang="ru-RU" sz="1600" dirty="0"/>
        </a:p>
      </dgm:t>
    </dgm:pt>
    <dgm:pt modelId="{71F6FCC9-27C3-49E7-BC3C-3241B4B818C2}" type="parTrans" cxnId="{B0926979-F842-4680-8C3A-0476C7732037}">
      <dgm:prSet/>
      <dgm:spPr/>
      <dgm:t>
        <a:bodyPr/>
        <a:lstStyle/>
        <a:p>
          <a:endParaRPr lang="ru-RU" sz="1600"/>
        </a:p>
      </dgm:t>
    </dgm:pt>
    <dgm:pt modelId="{EFA258FE-7D08-4021-873E-2B5D0E508E79}" type="sibTrans" cxnId="{B0926979-F842-4680-8C3A-0476C7732037}">
      <dgm:prSet/>
      <dgm:spPr/>
      <dgm:t>
        <a:bodyPr/>
        <a:lstStyle/>
        <a:p>
          <a:endParaRPr lang="ru-RU" sz="1600"/>
        </a:p>
      </dgm:t>
    </dgm:pt>
    <dgm:pt modelId="{31D5EE2C-0142-4EDD-B135-6484FE58786B}">
      <dgm:prSet custT="1"/>
      <dgm:spPr/>
      <dgm:t>
        <a:bodyPr/>
        <a:lstStyle/>
        <a:p>
          <a:r>
            <a:rPr lang="ru-RU" sz="1600" dirty="0" smtClean="0"/>
            <a:t>Берем клиента из одного маршрута</a:t>
          </a:r>
          <a:endParaRPr lang="ru-RU" sz="1600" dirty="0"/>
        </a:p>
      </dgm:t>
    </dgm:pt>
    <dgm:pt modelId="{4238D9BF-6C95-4503-95E7-E633479E80FB}" type="parTrans" cxnId="{4823F8DA-C769-4C82-840A-393120BB9453}">
      <dgm:prSet/>
      <dgm:spPr/>
      <dgm:t>
        <a:bodyPr/>
        <a:lstStyle/>
        <a:p>
          <a:endParaRPr lang="ru-RU" sz="1600"/>
        </a:p>
      </dgm:t>
    </dgm:pt>
    <dgm:pt modelId="{3ECDBD7C-179F-4F9C-8BB4-56CACA40FA01}" type="sibTrans" cxnId="{4823F8DA-C769-4C82-840A-393120BB9453}">
      <dgm:prSet/>
      <dgm:spPr/>
      <dgm:t>
        <a:bodyPr/>
        <a:lstStyle/>
        <a:p>
          <a:endParaRPr lang="ru-RU" sz="1600"/>
        </a:p>
      </dgm:t>
    </dgm:pt>
    <dgm:pt modelId="{DB039D31-3AF4-4E8D-8993-9CEA8BAA45F3}">
      <dgm:prSet custT="1"/>
      <dgm:spPr/>
      <dgm:t>
        <a:bodyPr/>
        <a:lstStyle/>
        <a:p>
          <a:r>
            <a:rPr lang="ru-RU" sz="1600" smtClean="0"/>
            <a:t>Пробуем вставить во все позиции всех других маршрутов</a:t>
          </a:r>
          <a:endParaRPr lang="ru-RU" sz="1600"/>
        </a:p>
      </dgm:t>
    </dgm:pt>
    <dgm:pt modelId="{4459AE85-6124-465B-998F-4572DB01CB1F}" type="parTrans" cxnId="{F21B6958-0723-4151-AD29-224A67E73422}">
      <dgm:prSet/>
      <dgm:spPr/>
      <dgm:t>
        <a:bodyPr/>
        <a:lstStyle/>
        <a:p>
          <a:endParaRPr lang="ru-RU" sz="1600"/>
        </a:p>
      </dgm:t>
    </dgm:pt>
    <dgm:pt modelId="{DB33120E-4514-4309-892B-3C7FD0780DDF}" type="sibTrans" cxnId="{F21B6958-0723-4151-AD29-224A67E73422}">
      <dgm:prSet/>
      <dgm:spPr/>
      <dgm:t>
        <a:bodyPr/>
        <a:lstStyle/>
        <a:p>
          <a:endParaRPr lang="ru-RU" sz="1600"/>
        </a:p>
      </dgm:t>
    </dgm:pt>
    <dgm:pt modelId="{5C2BDD88-B486-4AAE-BA90-52E116F64A11}">
      <dgm:prSet custT="1"/>
      <dgm:spPr/>
      <dgm:t>
        <a:bodyPr/>
        <a:lstStyle/>
        <a:p>
          <a:r>
            <a:rPr lang="ru-RU" sz="1600" smtClean="0"/>
            <a:t>Принимаем лучшее перемещение с соблюдением грузоподъемности</a:t>
          </a:r>
          <a:endParaRPr lang="ru-RU" sz="1600"/>
        </a:p>
      </dgm:t>
    </dgm:pt>
    <dgm:pt modelId="{8C12D9BE-A3D2-4A4D-B2D3-DB4BEE083AD7}" type="parTrans" cxnId="{421961CD-E6A9-4B71-81E1-CAE556B19CC9}">
      <dgm:prSet/>
      <dgm:spPr/>
      <dgm:t>
        <a:bodyPr/>
        <a:lstStyle/>
        <a:p>
          <a:endParaRPr lang="ru-RU" sz="1600"/>
        </a:p>
      </dgm:t>
    </dgm:pt>
    <dgm:pt modelId="{63FBFEA7-DA7B-4013-9273-93BB4B4498C0}" type="sibTrans" cxnId="{421961CD-E6A9-4B71-81E1-CAE556B19CC9}">
      <dgm:prSet/>
      <dgm:spPr/>
      <dgm:t>
        <a:bodyPr/>
        <a:lstStyle/>
        <a:p>
          <a:endParaRPr lang="ru-RU" sz="1600"/>
        </a:p>
      </dgm:t>
    </dgm:pt>
    <dgm:pt modelId="{37A02181-C663-4C68-AAB3-8D70D8EC41C2}">
      <dgm:prSet custT="1"/>
      <dgm:spPr/>
      <dgm:t>
        <a:bodyPr/>
        <a:lstStyle/>
        <a:p>
          <a:r>
            <a:rPr lang="ru-RU" sz="1600" smtClean="0"/>
            <a:t>Повторное применение 2-opt внутри маршрутов</a:t>
          </a:r>
          <a:endParaRPr lang="ru-RU" sz="1600"/>
        </a:p>
      </dgm:t>
    </dgm:pt>
    <dgm:pt modelId="{A92E0011-5705-413E-A03B-EB4368910A06}" type="parTrans" cxnId="{1F38F093-8219-42A7-A3B3-C1085BDC012D}">
      <dgm:prSet/>
      <dgm:spPr/>
      <dgm:t>
        <a:bodyPr/>
        <a:lstStyle/>
        <a:p>
          <a:endParaRPr lang="ru-RU" sz="1600"/>
        </a:p>
      </dgm:t>
    </dgm:pt>
    <dgm:pt modelId="{1EF37B21-D3D9-4255-92F1-AAF3AC876101}" type="sibTrans" cxnId="{1F38F093-8219-42A7-A3B3-C1085BDC012D}">
      <dgm:prSet/>
      <dgm:spPr/>
      <dgm:t>
        <a:bodyPr/>
        <a:lstStyle/>
        <a:p>
          <a:endParaRPr lang="ru-RU" sz="1600"/>
        </a:p>
      </dgm:t>
    </dgm:pt>
    <dgm:pt modelId="{48B9BE74-D604-4A5F-8591-60802C1EF477}">
      <dgm:prSet custT="1"/>
      <dgm:spPr>
        <a:solidFill>
          <a:srgbClr val="67250D">
            <a:alpha val="70000"/>
          </a:srgbClr>
        </a:solidFill>
      </dgm:spPr>
      <dgm:t>
        <a:bodyPr/>
        <a:lstStyle/>
        <a:p>
          <a:r>
            <a:rPr lang="ru-RU" sz="1600" dirty="0" smtClean="0"/>
            <a:t>Если 3 итерации без улучшений -- "возмущение":</a:t>
          </a:r>
          <a:endParaRPr lang="ru-RU" sz="1600" dirty="0"/>
        </a:p>
      </dgm:t>
    </dgm:pt>
    <dgm:pt modelId="{BDFA0170-2B34-48BA-BFBC-D91A3334FF05}" type="parTrans" cxnId="{02DA67D4-65C9-4E59-9617-AED9D1609082}">
      <dgm:prSet/>
      <dgm:spPr/>
      <dgm:t>
        <a:bodyPr/>
        <a:lstStyle/>
        <a:p>
          <a:endParaRPr lang="ru-RU" sz="1600"/>
        </a:p>
      </dgm:t>
    </dgm:pt>
    <dgm:pt modelId="{DAB54E16-37F7-4E89-8F32-7DDB721DB54C}" type="sibTrans" cxnId="{02DA67D4-65C9-4E59-9617-AED9D1609082}">
      <dgm:prSet/>
      <dgm:spPr/>
      <dgm:t>
        <a:bodyPr/>
        <a:lstStyle/>
        <a:p>
          <a:endParaRPr lang="ru-RU" sz="1600"/>
        </a:p>
      </dgm:t>
    </dgm:pt>
    <dgm:pt modelId="{A64A59FB-C9CB-4CA6-8B52-684F6A516600}">
      <dgm:prSet custT="1"/>
      <dgm:spPr/>
      <dgm:t>
        <a:bodyPr/>
        <a:lstStyle/>
        <a:p>
          <a:r>
            <a:rPr lang="ru-RU" sz="1600" dirty="0" smtClean="0"/>
            <a:t>Случайно меняем местами двух клиентов из разных маршрутов</a:t>
          </a:r>
          <a:endParaRPr lang="ru-RU" sz="1600" dirty="0"/>
        </a:p>
      </dgm:t>
    </dgm:pt>
    <dgm:pt modelId="{EBD66820-F226-4A9F-BE16-5CA5FBA4FE65}" type="parTrans" cxnId="{B62D5E23-2F05-4217-AF9A-7940A4609F54}">
      <dgm:prSet/>
      <dgm:spPr/>
      <dgm:t>
        <a:bodyPr/>
        <a:lstStyle/>
        <a:p>
          <a:endParaRPr lang="ru-RU" sz="1600"/>
        </a:p>
      </dgm:t>
    </dgm:pt>
    <dgm:pt modelId="{472A912D-2073-47B2-A729-F256E16344B4}" type="sibTrans" cxnId="{B62D5E23-2F05-4217-AF9A-7940A4609F54}">
      <dgm:prSet/>
      <dgm:spPr/>
      <dgm:t>
        <a:bodyPr/>
        <a:lstStyle/>
        <a:p>
          <a:endParaRPr lang="ru-RU" sz="1600"/>
        </a:p>
      </dgm:t>
    </dgm:pt>
    <dgm:pt modelId="{32592A04-9295-433B-882D-4408A8A73968}">
      <dgm:prSet custT="1"/>
      <dgm:spPr/>
      <dgm:t>
        <a:bodyPr/>
        <a:lstStyle/>
        <a:p>
          <a:r>
            <a:rPr lang="ru-RU" sz="1600" dirty="0" smtClean="0"/>
            <a:t>Продолжаем </a:t>
          </a:r>
          <a:r>
            <a:rPr lang="ru-RU" sz="1600" dirty="0" smtClean="0"/>
            <a:t>поиск из новой точки</a:t>
          </a:r>
          <a:endParaRPr lang="ru-RU" sz="1600" dirty="0"/>
        </a:p>
      </dgm:t>
    </dgm:pt>
    <dgm:pt modelId="{2AC5DFD0-FB23-4BCC-8AF8-D3FE1C07758C}" type="parTrans" cxnId="{B6C0E2F0-FFFD-41AA-A2FB-DE0A921901AB}">
      <dgm:prSet/>
      <dgm:spPr/>
      <dgm:t>
        <a:bodyPr/>
        <a:lstStyle/>
        <a:p>
          <a:endParaRPr lang="ru-RU" sz="1600"/>
        </a:p>
      </dgm:t>
    </dgm:pt>
    <dgm:pt modelId="{10011565-2AEF-4BEF-A3FF-2092A3F7CB21}" type="sibTrans" cxnId="{B6C0E2F0-FFFD-41AA-A2FB-DE0A921901AB}">
      <dgm:prSet/>
      <dgm:spPr/>
      <dgm:t>
        <a:bodyPr/>
        <a:lstStyle/>
        <a:p>
          <a:endParaRPr lang="ru-RU" sz="1600"/>
        </a:p>
      </dgm:t>
    </dgm:pt>
    <dgm:pt modelId="{E950C81E-2A1F-4B8A-BAEB-B6328C3F6A57}">
      <dgm:prSet custT="1"/>
      <dgm:spPr>
        <a:solidFill>
          <a:srgbClr val="67250D">
            <a:alpha val="60000"/>
          </a:srgbClr>
        </a:solidFill>
      </dgm:spPr>
      <dgm:t>
        <a:bodyPr/>
        <a:lstStyle/>
        <a:p>
          <a:r>
            <a:rPr lang="ru-RU" sz="1600" smtClean="0"/>
            <a:t>ФИНАЛЬНАЯ ПРОВЕРКА</a:t>
          </a:r>
          <a:endParaRPr lang="ru-RU" sz="1600"/>
        </a:p>
      </dgm:t>
    </dgm:pt>
    <dgm:pt modelId="{4B58AFFA-64FA-4F8F-A7EF-C2BF538F64A5}" type="parTrans" cxnId="{CAF05BED-00E8-4D29-8BBA-9F78ECAF391A}">
      <dgm:prSet/>
      <dgm:spPr/>
      <dgm:t>
        <a:bodyPr/>
        <a:lstStyle/>
        <a:p>
          <a:endParaRPr lang="ru-RU" sz="1600"/>
        </a:p>
      </dgm:t>
    </dgm:pt>
    <dgm:pt modelId="{75B11CD2-9723-4B8B-B795-F036B7CC1086}" type="sibTrans" cxnId="{CAF05BED-00E8-4D29-8BBA-9F78ECAF391A}">
      <dgm:prSet/>
      <dgm:spPr/>
      <dgm:t>
        <a:bodyPr/>
        <a:lstStyle/>
        <a:p>
          <a:endParaRPr lang="ru-RU" sz="1600"/>
        </a:p>
      </dgm:t>
    </dgm:pt>
    <dgm:pt modelId="{5BE16F88-D5F1-49FA-BEB3-042B0034EE98}">
      <dgm:prSet custT="1"/>
      <dgm:spPr/>
      <dgm:t>
        <a:bodyPr/>
        <a:lstStyle/>
        <a:p>
          <a:r>
            <a:rPr lang="ru-RU" sz="1600" smtClean="0"/>
            <a:t>Убеждаемся, что все клиенты обслужены</a:t>
          </a:r>
          <a:endParaRPr lang="ru-RU" sz="1600"/>
        </a:p>
      </dgm:t>
    </dgm:pt>
    <dgm:pt modelId="{AC054875-F33F-4A59-A008-85C7CD33055C}" type="parTrans" cxnId="{92B2DD84-23D7-4ED7-AFFF-4158FD6D9959}">
      <dgm:prSet/>
      <dgm:spPr/>
      <dgm:t>
        <a:bodyPr/>
        <a:lstStyle/>
        <a:p>
          <a:endParaRPr lang="ru-RU" sz="1600"/>
        </a:p>
      </dgm:t>
    </dgm:pt>
    <dgm:pt modelId="{E62A2CED-4907-4152-B9A6-483DEC8868F1}" type="sibTrans" cxnId="{92B2DD84-23D7-4ED7-AFFF-4158FD6D9959}">
      <dgm:prSet/>
      <dgm:spPr/>
      <dgm:t>
        <a:bodyPr/>
        <a:lstStyle/>
        <a:p>
          <a:endParaRPr lang="ru-RU" sz="1600"/>
        </a:p>
      </dgm:t>
    </dgm:pt>
    <dgm:pt modelId="{E401EF53-C420-4032-9262-293377787CDA}">
      <dgm:prSet custT="1"/>
      <dgm:spPr/>
      <dgm:t>
        <a:bodyPr/>
        <a:lstStyle/>
        <a:p>
          <a:r>
            <a:rPr lang="ru-RU" sz="1600" dirty="0" smtClean="0"/>
            <a:t>Проверяем </a:t>
          </a:r>
          <a:r>
            <a:rPr lang="ru-RU" sz="1600" dirty="0" err="1" smtClean="0"/>
            <a:t>грузо-подъемность</a:t>
          </a:r>
          <a:r>
            <a:rPr lang="ru-RU" sz="1600" dirty="0" smtClean="0"/>
            <a:t> каждого маршрута</a:t>
          </a:r>
          <a:endParaRPr lang="ru-RU" sz="1600" dirty="0"/>
        </a:p>
      </dgm:t>
    </dgm:pt>
    <dgm:pt modelId="{AB9F16D2-0CBE-4706-ABC0-15181CB8BDF7}" type="parTrans" cxnId="{74F54F27-4802-4A74-9580-917E704C3C67}">
      <dgm:prSet/>
      <dgm:spPr/>
      <dgm:t>
        <a:bodyPr/>
        <a:lstStyle/>
        <a:p>
          <a:endParaRPr lang="ru-RU" sz="1600"/>
        </a:p>
      </dgm:t>
    </dgm:pt>
    <dgm:pt modelId="{963208A8-BFD4-4B2B-9512-558F29663E86}" type="sibTrans" cxnId="{74F54F27-4802-4A74-9580-917E704C3C67}">
      <dgm:prSet/>
      <dgm:spPr/>
      <dgm:t>
        <a:bodyPr/>
        <a:lstStyle/>
        <a:p>
          <a:endParaRPr lang="ru-RU" sz="1600"/>
        </a:p>
      </dgm:t>
    </dgm:pt>
    <dgm:pt modelId="{5F29E34D-AF5E-4040-B892-35C93AA706F5}">
      <dgm:prSet custT="1"/>
      <dgm:spPr/>
      <dgm:t>
        <a:bodyPr/>
        <a:lstStyle/>
        <a:p>
          <a:r>
            <a:rPr lang="ru-RU" sz="1600" dirty="0" smtClean="0"/>
            <a:t>Возвращаем решение с минимальной общей длиной</a:t>
          </a:r>
          <a:endParaRPr lang="ru-RU" sz="1600" dirty="0"/>
        </a:p>
      </dgm:t>
    </dgm:pt>
    <dgm:pt modelId="{8E6AEB4B-21CD-404B-AD2C-5B6C39E2CF02}" type="parTrans" cxnId="{CDE430D8-73D4-4CBA-835E-90089322E662}">
      <dgm:prSet/>
      <dgm:spPr/>
      <dgm:t>
        <a:bodyPr/>
        <a:lstStyle/>
        <a:p>
          <a:endParaRPr lang="ru-RU" sz="1600"/>
        </a:p>
      </dgm:t>
    </dgm:pt>
    <dgm:pt modelId="{56CE9F54-CDD8-4EFB-A0E1-913AB215ADB4}" type="sibTrans" cxnId="{CDE430D8-73D4-4CBA-835E-90089322E662}">
      <dgm:prSet/>
      <dgm:spPr/>
      <dgm:t>
        <a:bodyPr/>
        <a:lstStyle/>
        <a:p>
          <a:endParaRPr lang="ru-RU" sz="1600"/>
        </a:p>
      </dgm:t>
    </dgm:pt>
    <dgm:pt modelId="{0B5945EE-A92D-411D-B2EA-46B5BF37E6BD}">
      <dgm:prSet custT="1"/>
      <dgm:spPr/>
      <dgm:t>
        <a:bodyPr/>
        <a:lstStyle/>
        <a:p>
          <a:r>
            <a:rPr lang="ru-RU" sz="1600" dirty="0" smtClean="0"/>
            <a:t>Проверяем грузоподъемность</a:t>
          </a:r>
          <a:endParaRPr lang="ru-RU" sz="1600" dirty="0"/>
        </a:p>
      </dgm:t>
    </dgm:pt>
    <dgm:pt modelId="{6E2C64A5-A0C8-439B-9C90-8A8E69A4BDBB}" type="parTrans" cxnId="{67D2E848-60A6-4598-BC5E-71A3E4A5D7CD}">
      <dgm:prSet/>
      <dgm:spPr/>
      <dgm:t>
        <a:bodyPr/>
        <a:lstStyle/>
        <a:p>
          <a:endParaRPr lang="ru-RU" sz="1600"/>
        </a:p>
      </dgm:t>
    </dgm:pt>
    <dgm:pt modelId="{FDBFB878-891A-4421-9FC1-B71A91B28AB7}" type="sibTrans" cxnId="{67D2E848-60A6-4598-BC5E-71A3E4A5D7CD}">
      <dgm:prSet/>
      <dgm:spPr/>
      <dgm:t>
        <a:bodyPr/>
        <a:lstStyle/>
        <a:p>
          <a:endParaRPr lang="ru-RU" sz="1600"/>
        </a:p>
      </dgm:t>
    </dgm:pt>
    <dgm:pt modelId="{25A6BC04-3DC8-4B40-9C69-A22967D5AF8D}">
      <dgm:prSet custT="1"/>
      <dgm:spPr/>
      <dgm:t>
        <a:bodyPr/>
        <a:lstStyle/>
        <a:p>
          <a:r>
            <a:rPr lang="ru-RU" sz="1600" dirty="0" smtClean="0"/>
            <a:t>Если всё </a:t>
          </a:r>
          <a:r>
            <a:rPr lang="ru-RU" sz="1600" dirty="0" err="1" smtClean="0"/>
            <a:t>ок</a:t>
          </a:r>
          <a:r>
            <a:rPr lang="ru-RU" sz="1600" dirty="0" smtClean="0"/>
            <a:t> — объединяем маршруты</a:t>
          </a:r>
          <a:endParaRPr lang="ru-RU" sz="1600" dirty="0"/>
        </a:p>
      </dgm:t>
    </dgm:pt>
    <dgm:pt modelId="{CCC2881F-2B80-4868-A10D-1E0767C61FB5}" type="parTrans" cxnId="{1CD28B9F-6FAE-457E-A0B6-CD38B0CD3CA4}">
      <dgm:prSet/>
      <dgm:spPr/>
      <dgm:t>
        <a:bodyPr/>
        <a:lstStyle/>
        <a:p>
          <a:endParaRPr lang="ru-RU" sz="1600"/>
        </a:p>
      </dgm:t>
    </dgm:pt>
    <dgm:pt modelId="{0EC735AA-B6BE-4277-A7AC-E644A1291F67}" type="sibTrans" cxnId="{1CD28B9F-6FAE-457E-A0B6-CD38B0CD3CA4}">
      <dgm:prSet/>
      <dgm:spPr/>
      <dgm:t>
        <a:bodyPr/>
        <a:lstStyle/>
        <a:p>
          <a:endParaRPr lang="ru-RU" sz="1600"/>
        </a:p>
      </dgm:t>
    </dgm:pt>
    <dgm:pt modelId="{8F24D09B-15A5-4AB7-ABAD-9D7B72EC3B7A}">
      <dgm:prSet custT="1"/>
      <dgm:spPr/>
      <dgm:t>
        <a:bodyPr/>
        <a:lstStyle/>
        <a:p>
          <a:r>
            <a:rPr lang="ru-RU" sz="1600" dirty="0" smtClean="0"/>
            <a:t>Если общая длина уменьшилась и грузоподъемность соблюдена – всё </a:t>
          </a:r>
          <a:r>
            <a:rPr lang="ru-RU" sz="1600" dirty="0" err="1" smtClean="0"/>
            <a:t>ок</a:t>
          </a:r>
          <a:endParaRPr lang="ru-RU" sz="1600" dirty="0"/>
        </a:p>
      </dgm:t>
    </dgm:pt>
    <dgm:pt modelId="{E0C5707B-9DE9-471D-888C-4B018B790C08}" type="parTrans" cxnId="{BB9C1C16-2E82-4C7A-8BE3-85084FAC0611}">
      <dgm:prSet/>
      <dgm:spPr/>
      <dgm:t>
        <a:bodyPr/>
        <a:lstStyle/>
        <a:p>
          <a:endParaRPr lang="ru-RU" sz="1600"/>
        </a:p>
      </dgm:t>
    </dgm:pt>
    <dgm:pt modelId="{2DB311E1-E4DC-41BF-A711-B0FDE1769663}" type="sibTrans" cxnId="{BB9C1C16-2E82-4C7A-8BE3-85084FAC0611}">
      <dgm:prSet/>
      <dgm:spPr/>
      <dgm:t>
        <a:bodyPr/>
        <a:lstStyle/>
        <a:p>
          <a:endParaRPr lang="ru-RU" sz="1600"/>
        </a:p>
      </dgm:t>
    </dgm:pt>
    <dgm:pt modelId="{ACB58B88-4248-40B3-91D3-719BF6BE837A}" type="pres">
      <dgm:prSet presAssocID="{C5F2153A-ACAA-483D-B300-1CD6808562B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A21C1277-2745-480F-A12A-DABBFA8AA3D1}" type="pres">
      <dgm:prSet presAssocID="{B0602A8D-CD5B-4DAF-83C9-A6538C80EF14}" presName="compositeNode" presStyleCnt="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D3D058A-ADEE-4FEE-A420-0AABD1541ACF}" type="pres">
      <dgm:prSet presAssocID="{B0602A8D-CD5B-4DAF-83C9-A6538C80EF14}" presName="bgRect" presStyleLbl="node1" presStyleIdx="0" presStyleCnt="5" custScaleY="181934" custLinFactNeighborX="-286" custLinFactNeighborY="24657"/>
      <dgm:spPr/>
      <dgm:t>
        <a:bodyPr/>
        <a:lstStyle/>
        <a:p>
          <a:endParaRPr lang="ru-RU"/>
        </a:p>
      </dgm:t>
    </dgm:pt>
    <dgm:pt modelId="{8E60CDA5-27DB-4134-BECF-3AA398ADC482}" type="pres">
      <dgm:prSet presAssocID="{B0602A8D-CD5B-4DAF-83C9-A6538C80EF14}" presName="parentNode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3E93417-23EF-49BA-B971-C8456B1F0346}" type="pres">
      <dgm:prSet presAssocID="{B0602A8D-CD5B-4DAF-83C9-A6538C80EF14}" presName="child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67541F4-1C44-4ABB-94FC-C85D540119C2}" type="pres">
      <dgm:prSet presAssocID="{E1ED00AD-7A53-4471-A407-3BB302D2484A}" presName="hSp" presStyleCnt="0"/>
      <dgm:spPr/>
      <dgm:t>
        <a:bodyPr/>
        <a:lstStyle/>
        <a:p>
          <a:endParaRPr lang="ru-RU"/>
        </a:p>
      </dgm:t>
    </dgm:pt>
    <dgm:pt modelId="{751DF231-18E1-4184-8313-C4AF6450D0ED}" type="pres">
      <dgm:prSet presAssocID="{E1ED00AD-7A53-4471-A407-3BB302D2484A}" presName="vProcSp" presStyleCnt="0"/>
      <dgm:spPr/>
      <dgm:t>
        <a:bodyPr/>
        <a:lstStyle/>
        <a:p>
          <a:endParaRPr lang="ru-RU"/>
        </a:p>
      </dgm:t>
    </dgm:pt>
    <dgm:pt modelId="{AA4C63EB-C2C8-4743-9166-B682E8F9C582}" type="pres">
      <dgm:prSet presAssocID="{E1ED00AD-7A53-4471-A407-3BB302D2484A}" presName="vSp1" presStyleCnt="0"/>
      <dgm:spPr/>
      <dgm:t>
        <a:bodyPr/>
        <a:lstStyle/>
        <a:p>
          <a:endParaRPr lang="ru-RU"/>
        </a:p>
      </dgm:t>
    </dgm:pt>
    <dgm:pt modelId="{2EF9C2DE-86E8-43EA-AB4C-5A7B242BB33D}" type="pres">
      <dgm:prSet presAssocID="{E1ED00AD-7A53-4471-A407-3BB302D2484A}" presName="simulatedConn" presStyleLbl="solidFgAcc1" presStyleIdx="0" presStyleCnt="4" custScaleX="72443" custScaleY="55524" custLinFactNeighborX="-47103" custLinFactNeighborY="-4670"/>
      <dgm:spPr/>
      <dgm:t>
        <a:bodyPr/>
        <a:lstStyle/>
        <a:p>
          <a:endParaRPr lang="ru-RU"/>
        </a:p>
      </dgm:t>
    </dgm:pt>
    <dgm:pt modelId="{A4F857CB-03FA-42BE-A970-AF0480665952}" type="pres">
      <dgm:prSet presAssocID="{E1ED00AD-7A53-4471-A407-3BB302D2484A}" presName="vSp2" presStyleCnt="0"/>
      <dgm:spPr/>
      <dgm:t>
        <a:bodyPr/>
        <a:lstStyle/>
        <a:p>
          <a:endParaRPr lang="ru-RU"/>
        </a:p>
      </dgm:t>
    </dgm:pt>
    <dgm:pt modelId="{982D62B0-153A-4AF5-AFC5-F6ED76A6799D}" type="pres">
      <dgm:prSet presAssocID="{E1ED00AD-7A53-4471-A407-3BB302D2484A}" presName="sibTrans" presStyleCnt="0"/>
      <dgm:spPr/>
      <dgm:t>
        <a:bodyPr/>
        <a:lstStyle/>
        <a:p>
          <a:endParaRPr lang="ru-RU"/>
        </a:p>
      </dgm:t>
    </dgm:pt>
    <dgm:pt modelId="{1B4671B7-56A0-4A91-A25A-FABBFC9E5EDA}" type="pres">
      <dgm:prSet presAssocID="{8196EDC7-0236-4ADB-8D30-CBF6F57F16A6}" presName="compositeNode" presStyleCnt="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1524DD1-D0CC-4FA0-BBFD-676F4C2C81CA}" type="pres">
      <dgm:prSet presAssocID="{8196EDC7-0236-4ADB-8D30-CBF6F57F16A6}" presName="bgRect" presStyleLbl="node1" presStyleIdx="1" presStyleCnt="5" custScaleX="79543" custScaleY="181934" custLinFactNeighborX="-1715" custLinFactNeighborY="24657"/>
      <dgm:spPr/>
      <dgm:t>
        <a:bodyPr/>
        <a:lstStyle/>
        <a:p>
          <a:endParaRPr lang="ru-RU"/>
        </a:p>
      </dgm:t>
    </dgm:pt>
    <dgm:pt modelId="{21565503-C30D-4603-AF9D-91C5C10B3A5A}" type="pres">
      <dgm:prSet presAssocID="{8196EDC7-0236-4ADB-8D30-CBF6F57F16A6}" presName="parentNode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EAAE6F4-2C87-446E-A6B7-6215B425A9A2}" type="pres">
      <dgm:prSet presAssocID="{8196EDC7-0236-4ADB-8D30-CBF6F57F16A6}" presName="child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25A7A0B-1AB4-4F0A-BBE2-927DFFCD88BD}" type="pres">
      <dgm:prSet presAssocID="{870AFC3B-C616-4B50-9710-408F085BF3E9}" presName="hSp" presStyleCnt="0"/>
      <dgm:spPr/>
      <dgm:t>
        <a:bodyPr/>
        <a:lstStyle/>
        <a:p>
          <a:endParaRPr lang="ru-RU"/>
        </a:p>
      </dgm:t>
    </dgm:pt>
    <dgm:pt modelId="{E58E2B75-1391-4FAA-A487-82D262527CA4}" type="pres">
      <dgm:prSet presAssocID="{870AFC3B-C616-4B50-9710-408F085BF3E9}" presName="vProcSp" presStyleCnt="0"/>
      <dgm:spPr/>
      <dgm:t>
        <a:bodyPr/>
        <a:lstStyle/>
        <a:p>
          <a:endParaRPr lang="ru-RU"/>
        </a:p>
      </dgm:t>
    </dgm:pt>
    <dgm:pt modelId="{390B93D4-F495-4572-86A6-C282D8FC4FE8}" type="pres">
      <dgm:prSet presAssocID="{870AFC3B-C616-4B50-9710-408F085BF3E9}" presName="vSp1" presStyleCnt="0"/>
      <dgm:spPr/>
      <dgm:t>
        <a:bodyPr/>
        <a:lstStyle/>
        <a:p>
          <a:endParaRPr lang="ru-RU"/>
        </a:p>
      </dgm:t>
    </dgm:pt>
    <dgm:pt modelId="{9B6A4D6A-EEE0-4EAA-8F7E-AB11F2962755}" type="pres">
      <dgm:prSet presAssocID="{870AFC3B-C616-4B50-9710-408F085BF3E9}" presName="simulatedConn" presStyleLbl="solidFgAcc1" presStyleIdx="1" presStyleCnt="4" custScaleX="69525" custScaleY="57672" custLinFactNeighborX="-35836" custLinFactNeighborY="-4670"/>
      <dgm:spPr/>
      <dgm:t>
        <a:bodyPr/>
        <a:lstStyle/>
        <a:p>
          <a:endParaRPr lang="ru-RU"/>
        </a:p>
      </dgm:t>
    </dgm:pt>
    <dgm:pt modelId="{1B32645E-858D-47AB-B647-D6032CFD7622}" type="pres">
      <dgm:prSet presAssocID="{870AFC3B-C616-4B50-9710-408F085BF3E9}" presName="vSp2" presStyleCnt="0"/>
      <dgm:spPr/>
      <dgm:t>
        <a:bodyPr/>
        <a:lstStyle/>
        <a:p>
          <a:endParaRPr lang="ru-RU"/>
        </a:p>
      </dgm:t>
    </dgm:pt>
    <dgm:pt modelId="{644AA1D3-8C36-4134-8091-6A8061242CDC}" type="pres">
      <dgm:prSet presAssocID="{870AFC3B-C616-4B50-9710-408F085BF3E9}" presName="sibTrans" presStyleCnt="0"/>
      <dgm:spPr/>
      <dgm:t>
        <a:bodyPr/>
        <a:lstStyle/>
        <a:p>
          <a:endParaRPr lang="ru-RU"/>
        </a:p>
      </dgm:t>
    </dgm:pt>
    <dgm:pt modelId="{D8E2B097-2303-495D-B624-3F979C3CD73D}" type="pres">
      <dgm:prSet presAssocID="{D86B3329-9043-466B-9570-176D8ED3B65C}" presName="compositeNode" presStyleCnt="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C40C036-6A70-44E4-8F50-9E7D1AACAE32}" type="pres">
      <dgm:prSet presAssocID="{D86B3329-9043-466B-9570-176D8ED3B65C}" presName="bgRect" presStyleLbl="node1" presStyleIdx="2" presStyleCnt="5" custScaleX="111067" custScaleY="181934" custLinFactNeighborY="25371"/>
      <dgm:spPr/>
      <dgm:t>
        <a:bodyPr/>
        <a:lstStyle/>
        <a:p>
          <a:endParaRPr lang="ru-RU"/>
        </a:p>
      </dgm:t>
    </dgm:pt>
    <dgm:pt modelId="{7A7FCBD4-9F9D-44DD-A69E-3880C9D9A486}" type="pres">
      <dgm:prSet presAssocID="{D86B3329-9043-466B-9570-176D8ED3B65C}" presName="parentNode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F0D2C66-4F11-478D-A8AA-82C4F504CCAA}" type="pres">
      <dgm:prSet presAssocID="{D86B3329-9043-466B-9570-176D8ED3B65C}" presName="child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5B7F6FF-4771-4885-9283-A9AC34796CC8}" type="pres">
      <dgm:prSet presAssocID="{096CADE0-F2BF-49C2-AA78-C0F5CCB9F594}" presName="hSp" presStyleCnt="0"/>
      <dgm:spPr/>
      <dgm:t>
        <a:bodyPr/>
        <a:lstStyle/>
        <a:p>
          <a:endParaRPr lang="ru-RU"/>
        </a:p>
      </dgm:t>
    </dgm:pt>
    <dgm:pt modelId="{83E3277B-CB07-4AE5-AF4B-CBF80C09C4A9}" type="pres">
      <dgm:prSet presAssocID="{096CADE0-F2BF-49C2-AA78-C0F5CCB9F594}" presName="vProcSp" presStyleCnt="0"/>
      <dgm:spPr/>
      <dgm:t>
        <a:bodyPr/>
        <a:lstStyle/>
        <a:p>
          <a:endParaRPr lang="ru-RU"/>
        </a:p>
      </dgm:t>
    </dgm:pt>
    <dgm:pt modelId="{E561FDAB-3FAB-4C32-8BBC-47EFFC5C975F}" type="pres">
      <dgm:prSet presAssocID="{096CADE0-F2BF-49C2-AA78-C0F5CCB9F594}" presName="vSp1" presStyleCnt="0"/>
      <dgm:spPr/>
      <dgm:t>
        <a:bodyPr/>
        <a:lstStyle/>
        <a:p>
          <a:endParaRPr lang="ru-RU"/>
        </a:p>
      </dgm:t>
    </dgm:pt>
    <dgm:pt modelId="{8528C3D1-258F-430D-AA36-7D1AB2EA3E78}" type="pres">
      <dgm:prSet presAssocID="{096CADE0-F2BF-49C2-AA78-C0F5CCB9F594}" presName="simulatedConn" presStyleLbl="solidFgAcc1" presStyleIdx="2" presStyleCnt="4" custScaleX="63199" custScaleY="54538" custLinFactNeighborX="-38686"/>
      <dgm:spPr/>
      <dgm:t>
        <a:bodyPr/>
        <a:lstStyle/>
        <a:p>
          <a:endParaRPr lang="ru-RU"/>
        </a:p>
      </dgm:t>
    </dgm:pt>
    <dgm:pt modelId="{F3FFBBD4-E33D-4F20-9BF9-D09BF3344665}" type="pres">
      <dgm:prSet presAssocID="{096CADE0-F2BF-49C2-AA78-C0F5CCB9F594}" presName="vSp2" presStyleCnt="0"/>
      <dgm:spPr/>
      <dgm:t>
        <a:bodyPr/>
        <a:lstStyle/>
        <a:p>
          <a:endParaRPr lang="ru-RU"/>
        </a:p>
      </dgm:t>
    </dgm:pt>
    <dgm:pt modelId="{040ADA25-7FD1-49D3-9C63-D80951364380}" type="pres">
      <dgm:prSet presAssocID="{096CADE0-F2BF-49C2-AA78-C0F5CCB9F594}" presName="sibTrans" presStyleCnt="0"/>
      <dgm:spPr/>
      <dgm:t>
        <a:bodyPr/>
        <a:lstStyle/>
        <a:p>
          <a:endParaRPr lang="ru-RU"/>
        </a:p>
      </dgm:t>
    </dgm:pt>
    <dgm:pt modelId="{84D148D3-BC36-419D-B44F-A0A4DB980408}" type="pres">
      <dgm:prSet presAssocID="{48B9BE74-D604-4A5F-8591-60802C1EF477}" presName="compositeNode" presStyleCnt="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FD6AFA0-F783-4FEA-93BC-5CEB334EF790}" type="pres">
      <dgm:prSet presAssocID="{48B9BE74-D604-4A5F-8591-60802C1EF477}" presName="bgRect" presStyleLbl="node1" presStyleIdx="3" presStyleCnt="5" custScaleX="58522" custScaleY="181934" custLinFactNeighborX="-858" custLinFactNeighborY="25014"/>
      <dgm:spPr/>
      <dgm:t>
        <a:bodyPr/>
        <a:lstStyle/>
        <a:p>
          <a:endParaRPr lang="ru-RU"/>
        </a:p>
      </dgm:t>
    </dgm:pt>
    <dgm:pt modelId="{B2622D83-D381-453C-A5A7-A28C1045E5BE}" type="pres">
      <dgm:prSet presAssocID="{48B9BE74-D604-4A5F-8591-60802C1EF477}" presName="parentNode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69AC70D-1C87-4E46-88CF-12D67E3A1BC8}" type="pres">
      <dgm:prSet presAssocID="{48B9BE74-D604-4A5F-8591-60802C1EF477}" presName="child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F837E83-694E-469A-8472-EF6D73CB67E8}" type="pres">
      <dgm:prSet presAssocID="{DAB54E16-37F7-4E89-8F32-7DDB721DB54C}" presName="hSp" presStyleCnt="0"/>
      <dgm:spPr/>
      <dgm:t>
        <a:bodyPr/>
        <a:lstStyle/>
        <a:p>
          <a:endParaRPr lang="ru-RU"/>
        </a:p>
      </dgm:t>
    </dgm:pt>
    <dgm:pt modelId="{122A5718-AA73-437F-9876-E20391DF45B4}" type="pres">
      <dgm:prSet presAssocID="{DAB54E16-37F7-4E89-8F32-7DDB721DB54C}" presName="vProcSp" presStyleCnt="0"/>
      <dgm:spPr/>
      <dgm:t>
        <a:bodyPr/>
        <a:lstStyle/>
        <a:p>
          <a:endParaRPr lang="ru-RU"/>
        </a:p>
      </dgm:t>
    </dgm:pt>
    <dgm:pt modelId="{071C1E81-3AF5-413F-828D-BE9BCE0F728E}" type="pres">
      <dgm:prSet presAssocID="{DAB54E16-37F7-4E89-8F32-7DDB721DB54C}" presName="vSp1" presStyleCnt="0"/>
      <dgm:spPr/>
      <dgm:t>
        <a:bodyPr/>
        <a:lstStyle/>
        <a:p>
          <a:endParaRPr lang="ru-RU"/>
        </a:p>
      </dgm:t>
    </dgm:pt>
    <dgm:pt modelId="{DD0CF167-F7C0-47AE-BE49-914AC9F65A4C}" type="pres">
      <dgm:prSet presAssocID="{DAB54E16-37F7-4E89-8F32-7DDB721DB54C}" presName="simulatedConn" presStyleLbl="solidFgAcc1" presStyleIdx="3" presStyleCnt="4" custScaleX="67769" custScaleY="55737" custLinFactNeighborX="-14776" custLinFactNeighborY="-6299"/>
      <dgm:spPr/>
      <dgm:t>
        <a:bodyPr/>
        <a:lstStyle/>
        <a:p>
          <a:endParaRPr lang="ru-RU"/>
        </a:p>
      </dgm:t>
    </dgm:pt>
    <dgm:pt modelId="{8756FA69-2195-4320-A27D-3001269C3492}" type="pres">
      <dgm:prSet presAssocID="{DAB54E16-37F7-4E89-8F32-7DDB721DB54C}" presName="vSp2" presStyleCnt="0"/>
      <dgm:spPr/>
      <dgm:t>
        <a:bodyPr/>
        <a:lstStyle/>
        <a:p>
          <a:endParaRPr lang="ru-RU"/>
        </a:p>
      </dgm:t>
    </dgm:pt>
    <dgm:pt modelId="{98209DF2-2EF1-4F09-A179-A747AC64C421}" type="pres">
      <dgm:prSet presAssocID="{DAB54E16-37F7-4E89-8F32-7DDB721DB54C}" presName="sibTrans" presStyleCnt="0"/>
      <dgm:spPr/>
      <dgm:t>
        <a:bodyPr/>
        <a:lstStyle/>
        <a:p>
          <a:endParaRPr lang="ru-RU"/>
        </a:p>
      </dgm:t>
    </dgm:pt>
    <dgm:pt modelId="{C28FA432-AE55-4659-92EC-3B7E3B33E720}" type="pres">
      <dgm:prSet presAssocID="{E950C81E-2A1F-4B8A-BAEB-B6328C3F6A57}" presName="compositeNode" presStyleCnt="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0498D66-72E6-4B11-A105-7E53F63B9107}" type="pres">
      <dgm:prSet presAssocID="{E950C81E-2A1F-4B8A-BAEB-B6328C3F6A57}" presName="bgRect" presStyleLbl="node1" presStyleIdx="4" presStyleCnt="5" custScaleX="79990" custScaleY="181934" custLinFactNeighborX="110" custLinFactNeighborY="10385"/>
      <dgm:spPr/>
      <dgm:t>
        <a:bodyPr/>
        <a:lstStyle/>
        <a:p>
          <a:endParaRPr lang="ru-RU"/>
        </a:p>
      </dgm:t>
    </dgm:pt>
    <dgm:pt modelId="{0EC90162-A3A4-4115-981D-4EE3C88F6FD7}" type="pres">
      <dgm:prSet presAssocID="{E950C81E-2A1F-4B8A-BAEB-B6328C3F6A57}" presName="parentNode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66EC1B9-98C6-43F1-8D1E-6572A8D53616}" type="pres">
      <dgm:prSet presAssocID="{E950C81E-2A1F-4B8A-BAEB-B6328C3F6A57}" presName="child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3A6DA05-1846-49D8-9E28-1CB25329176E}" srcId="{D86B3329-9043-466B-9570-176D8ED3B65C}" destId="{24062242-E27E-4E97-8049-6E059D40A27D}" srcOrd="0" destOrd="0" parTransId="{A5A55FBF-FDAD-4D46-8FE4-67A54727DF70}" sibTransId="{40665CE5-B70B-432B-83F6-31E84E733D18}"/>
    <dgm:cxn modelId="{351DF683-E48A-4A1B-BB32-384F5F7B61A9}" srcId="{B0602A8D-CD5B-4DAF-83C9-A6538C80EF14}" destId="{397037DF-ADC9-4FBB-9BE1-02E6269599CE}" srcOrd="2" destOrd="0" parTransId="{3ED5278F-93FD-4FAE-98ED-839D24DCBDEE}" sibTransId="{9C210ABB-72CE-456D-AB4E-179AC341F39D}"/>
    <dgm:cxn modelId="{0406BB36-97D3-4231-81B8-E27BA7858419}" type="presOf" srcId="{5C2BDD88-B486-4AAE-BA90-52E116F64A11}" destId="{7F0D2C66-4F11-478D-A8AA-82C4F504CCAA}" srcOrd="0" destOrd="8" presId="urn:microsoft.com/office/officeart/2005/8/layout/hProcess7"/>
    <dgm:cxn modelId="{0F353B48-E519-441E-8836-C738E8F40F64}" srcId="{B0602A8D-CD5B-4DAF-83C9-A6538C80EF14}" destId="{21983758-F98A-4809-B8BC-0DBDBD08EBE7}" srcOrd="0" destOrd="0" parTransId="{91B3439A-8F2A-48DB-BA21-53526802365F}" sibTransId="{23417C36-C70C-4672-BF7A-35CB006E3B27}"/>
    <dgm:cxn modelId="{AD678147-AC7D-4602-B693-1016528B96E7}" type="presOf" srcId="{B0602A8D-CD5B-4DAF-83C9-A6538C80EF14}" destId="{9D3D058A-ADEE-4FEE-A420-0AABD1541ACF}" srcOrd="0" destOrd="0" presId="urn:microsoft.com/office/officeart/2005/8/layout/hProcess7"/>
    <dgm:cxn modelId="{5A67B609-1A19-4136-A3B9-26B784A1A495}" type="presOf" srcId="{E401EF53-C420-4032-9262-293377787CDA}" destId="{766EC1B9-98C6-43F1-8D1E-6572A8D53616}" srcOrd="0" destOrd="1" presId="urn:microsoft.com/office/officeart/2005/8/layout/hProcess7"/>
    <dgm:cxn modelId="{570BA2CF-6D1C-447C-822D-D9B6024AD702}" type="presOf" srcId="{43B5214E-FFFC-4629-81F5-DFFA6B884DEC}" destId="{DEAAE6F4-2C87-446E-A6B7-6215B425A9A2}" srcOrd="0" destOrd="2" presId="urn:microsoft.com/office/officeart/2005/8/layout/hProcess7"/>
    <dgm:cxn modelId="{C075034E-E0F2-48B7-B5F1-03F22E67316B}" type="presOf" srcId="{31D5EE2C-0142-4EDD-B135-6484FE58786B}" destId="{7F0D2C66-4F11-478D-A8AA-82C4F504CCAA}" srcOrd="0" destOrd="6" presId="urn:microsoft.com/office/officeart/2005/8/layout/hProcess7"/>
    <dgm:cxn modelId="{CB6089C9-C349-411F-B229-21083C5BBACB}" type="presOf" srcId="{87CD1C4F-7231-42ED-9F6E-6698473C6F21}" destId="{7F0D2C66-4F11-478D-A8AA-82C4F504CCAA}" srcOrd="0" destOrd="2" presId="urn:microsoft.com/office/officeart/2005/8/layout/hProcess7"/>
    <dgm:cxn modelId="{993CDFEF-24CF-4323-A2C9-327F99E03DB0}" srcId="{C5F2153A-ACAA-483D-B300-1CD6808562BA}" destId="{D86B3329-9043-466B-9570-176D8ED3B65C}" srcOrd="2" destOrd="0" parTransId="{AFD8A825-DFCB-41E7-A4A1-A0E547D61ED6}" sibTransId="{096CADE0-F2BF-49C2-AA78-C0F5CCB9F594}"/>
    <dgm:cxn modelId="{25EFDB31-CB4E-480E-9374-EA2C055E8CCB}" type="presOf" srcId="{C5F2153A-ACAA-483D-B300-1CD6808562BA}" destId="{ACB58B88-4248-40B3-91D3-719BF6BE837A}" srcOrd="0" destOrd="0" presId="urn:microsoft.com/office/officeart/2005/8/layout/hProcess7"/>
    <dgm:cxn modelId="{75C3E27F-0866-44E0-8EE9-5B053C0DA66A}" type="presOf" srcId="{48B9BE74-D604-4A5F-8591-60802C1EF477}" destId="{B2622D83-D381-453C-A5A7-A28C1045E5BE}" srcOrd="1" destOrd="0" presId="urn:microsoft.com/office/officeart/2005/8/layout/hProcess7"/>
    <dgm:cxn modelId="{F1C71EF7-9163-4032-9C65-E91A4A06890E}" srcId="{B0602A8D-CD5B-4DAF-83C9-A6538C80EF14}" destId="{A1AABBF9-9D45-4C65-BB0D-A27B9DBA1705}" srcOrd="1" destOrd="0" parTransId="{79ACFD85-8520-43B7-B8EF-BEB17A024AE1}" sibTransId="{9840C654-367B-4A30-BECC-4FE0BF30C8EA}"/>
    <dgm:cxn modelId="{B62D5E23-2F05-4217-AF9A-7940A4609F54}" srcId="{48B9BE74-D604-4A5F-8591-60802C1EF477}" destId="{A64A59FB-C9CB-4CA6-8B52-684F6A516600}" srcOrd="0" destOrd="0" parTransId="{EBD66820-F226-4A9F-BE16-5CA5FBA4FE65}" sibTransId="{472A912D-2073-47B2-A729-F256E16344B4}"/>
    <dgm:cxn modelId="{AD0D8DE2-6ED0-4F7A-B987-846197038690}" type="presOf" srcId="{8196EDC7-0236-4ADB-8D30-CBF6F57F16A6}" destId="{21565503-C30D-4603-AF9D-91C5C10B3A5A}" srcOrd="1" destOrd="0" presId="urn:microsoft.com/office/officeart/2005/8/layout/hProcess7"/>
    <dgm:cxn modelId="{26186ADA-F159-4830-93BD-8E29F26BE75A}" type="presOf" srcId="{D86B3329-9043-466B-9570-176D8ED3B65C}" destId="{2C40C036-6A70-44E4-8F50-9E7D1AACAE32}" srcOrd="0" destOrd="0" presId="urn:microsoft.com/office/officeart/2005/8/layout/hProcess7"/>
    <dgm:cxn modelId="{147F75DE-9627-44CC-B4D6-235B5F9077FB}" srcId="{397037DF-ADC9-4FBB-9BE1-02E6269599CE}" destId="{65A24412-E8DF-4587-9E72-2CC4B710B7FD}" srcOrd="0" destOrd="0" parTransId="{EE86A021-9227-4B2B-8360-47733D159D1E}" sibTransId="{23F938D2-AD26-4EA5-8868-4E5AF91616EA}"/>
    <dgm:cxn modelId="{34BD0636-62F6-4EBD-AD41-F0991BA9CAA7}" type="presOf" srcId="{A64A59FB-C9CB-4CA6-8B52-684F6A516600}" destId="{069AC70D-1C87-4E46-88CF-12D67E3A1BC8}" srcOrd="0" destOrd="0" presId="urn:microsoft.com/office/officeart/2005/8/layout/hProcess7"/>
    <dgm:cxn modelId="{42C4B89B-0677-4837-A41F-9F679CA7ABE5}" srcId="{E5149566-3960-4F8A-9887-6773E9184C83}" destId="{9994F5CD-4EE5-4A18-84B3-5F9E5CDDDB85}" srcOrd="3" destOrd="0" parTransId="{DF321CD2-6E33-43B8-8A76-2AD1A4A3C645}" sibTransId="{E2E09551-339F-4D5C-8C54-41026DD0F2AC}"/>
    <dgm:cxn modelId="{7BFEEC81-FEFD-4DCB-97F5-33B075C191D5}" type="presOf" srcId="{D6E5205A-291F-4521-A599-684CC21BC7AD}" destId="{7F0D2C66-4F11-478D-A8AA-82C4F504CCAA}" srcOrd="0" destOrd="3" presId="urn:microsoft.com/office/officeart/2005/8/layout/hProcess7"/>
    <dgm:cxn modelId="{B6C0E2F0-FFFD-41AA-A2FB-DE0A921901AB}" srcId="{48B9BE74-D604-4A5F-8591-60802C1EF477}" destId="{32592A04-9295-433B-882D-4408A8A73968}" srcOrd="1" destOrd="0" parTransId="{2AC5DFD0-FB23-4BCC-8AF8-D3FE1C07758C}" sibTransId="{10011565-2AEF-4BEF-A3FF-2092A3F7CB21}"/>
    <dgm:cxn modelId="{B50B70FC-419C-46D1-86B7-A65AE853DA90}" type="presOf" srcId="{E5149566-3960-4F8A-9887-6773E9184C83}" destId="{DEAAE6F4-2C87-446E-A6B7-6215B425A9A2}" srcOrd="0" destOrd="0" presId="urn:microsoft.com/office/officeart/2005/8/layout/hProcess7"/>
    <dgm:cxn modelId="{03CCF93C-B741-4FAC-B3D5-409D24042B44}" type="presOf" srcId="{25A6BC04-3DC8-4B40-9C69-A22967D5AF8D}" destId="{03E93417-23EF-49BA-B971-C8456B1F0346}" srcOrd="0" destOrd="5" presId="urn:microsoft.com/office/officeart/2005/8/layout/hProcess7"/>
    <dgm:cxn modelId="{1CD28B9F-6FAE-457E-A0B6-CD38B0CD3CA4}" srcId="{397037DF-ADC9-4FBB-9BE1-02E6269599CE}" destId="{25A6BC04-3DC8-4B40-9C69-A22967D5AF8D}" srcOrd="2" destOrd="0" parTransId="{CCC2881F-2B80-4868-A10D-1E0767C61FB5}" sibTransId="{0EC735AA-B6BE-4277-A7AC-E644A1291F67}"/>
    <dgm:cxn modelId="{E04071E6-348B-42C1-8138-B6A007AA5091}" srcId="{24062242-E27E-4E97-8049-6E059D40A27D}" destId="{CF64155D-6F3A-4F8F-A162-63E182F45E59}" srcOrd="0" destOrd="0" parTransId="{8EB4BAD1-62E8-4DB3-BD0D-75543E17DCB0}" sibTransId="{7722EA38-0480-4CB6-B49F-79DAA2254E4A}"/>
    <dgm:cxn modelId="{27A64508-2002-47A1-8DF7-3DBB83AF48AC}" type="presOf" srcId="{8F24D09B-15A5-4AB7-ABAD-9D7B72EC3B7A}" destId="{7F0D2C66-4F11-478D-A8AA-82C4F504CCAA}" srcOrd="0" destOrd="4" presId="urn:microsoft.com/office/officeart/2005/8/layout/hProcess7"/>
    <dgm:cxn modelId="{4823F8DA-C769-4C82-840A-393120BB9453}" srcId="{CF38151C-12D7-418A-9DBF-B5F3FE78F818}" destId="{31D5EE2C-0142-4EDD-B135-6484FE58786B}" srcOrd="0" destOrd="0" parTransId="{4238D9BF-6C95-4503-95E7-E633479E80FB}" sibTransId="{3ECDBD7C-179F-4F9C-8BB4-56CACA40FA01}"/>
    <dgm:cxn modelId="{8048B437-063B-4134-9632-E79B666A9C53}" srcId="{E5149566-3960-4F8A-9887-6773E9184C83}" destId="{43B5214E-FFFC-4629-81F5-DFFA6B884DEC}" srcOrd="1" destOrd="0" parTransId="{0CD43BD9-2F44-4657-BCFF-58CBC786FE72}" sibTransId="{C4DB5092-0ABE-40E4-9DA5-559025EDE097}"/>
    <dgm:cxn modelId="{F21B6958-0723-4151-AD29-224A67E73422}" srcId="{CF38151C-12D7-418A-9DBF-B5F3FE78F818}" destId="{DB039D31-3AF4-4E8D-8993-9CEA8BAA45F3}" srcOrd="1" destOrd="0" parTransId="{4459AE85-6124-465B-998F-4572DB01CB1F}" sibTransId="{DB33120E-4514-4309-892B-3C7FD0780DDF}"/>
    <dgm:cxn modelId="{B0926979-F842-4680-8C3A-0476C7732037}" srcId="{D86B3329-9043-466B-9570-176D8ED3B65C}" destId="{CF38151C-12D7-418A-9DBF-B5F3FE78F818}" srcOrd="1" destOrd="0" parTransId="{71F6FCC9-27C3-49E7-BC3C-3241B4B818C2}" sibTransId="{EFA258FE-7D08-4021-873E-2B5D0E508E79}"/>
    <dgm:cxn modelId="{F1CBB0C2-08DC-491F-9BD4-518F185F0905}" type="presOf" srcId="{397037DF-ADC9-4FBB-9BE1-02E6269599CE}" destId="{03E93417-23EF-49BA-B971-C8456B1F0346}" srcOrd="0" destOrd="2" presId="urn:microsoft.com/office/officeart/2005/8/layout/hProcess7"/>
    <dgm:cxn modelId="{50B02522-A920-42F5-90BA-72BC2ED46D3E}" type="presOf" srcId="{E950C81E-2A1F-4B8A-BAEB-B6328C3F6A57}" destId="{F0498D66-72E6-4B11-A105-7E53F63B9107}" srcOrd="0" destOrd="0" presId="urn:microsoft.com/office/officeart/2005/8/layout/hProcess7"/>
    <dgm:cxn modelId="{3F9DE4C7-8D14-491E-A5C8-74930D15A91F}" type="presOf" srcId="{5BE16F88-D5F1-49FA-BEB3-042B0034EE98}" destId="{766EC1B9-98C6-43F1-8D1E-6572A8D53616}" srcOrd="0" destOrd="0" presId="urn:microsoft.com/office/officeart/2005/8/layout/hProcess7"/>
    <dgm:cxn modelId="{EAD90AC6-3ACD-447A-ABEA-410A37924162}" type="presOf" srcId="{703E74F4-DCB1-4B51-A7E4-4C70D0ED7927}" destId="{DEAAE6F4-2C87-446E-A6B7-6215B425A9A2}" srcOrd="0" destOrd="1" presId="urn:microsoft.com/office/officeart/2005/8/layout/hProcess7"/>
    <dgm:cxn modelId="{0001A7D9-0990-484D-9692-1EBFF3941813}" srcId="{24062242-E27E-4E97-8049-6E059D40A27D}" destId="{87CD1C4F-7231-42ED-9F6E-6698473C6F21}" srcOrd="1" destOrd="0" parTransId="{E7649AF2-6D51-4CE6-BC7F-E47EAF50AD36}" sibTransId="{F13D01DD-1AC1-42FC-9560-DF4C6FF9F4AE}"/>
    <dgm:cxn modelId="{32609062-53CF-4BED-8EEA-CEB4F9831259}" type="presOf" srcId="{0B5945EE-A92D-411D-B2EA-46B5BF37E6BD}" destId="{03E93417-23EF-49BA-B971-C8456B1F0346}" srcOrd="0" destOrd="4" presId="urn:microsoft.com/office/officeart/2005/8/layout/hProcess7"/>
    <dgm:cxn modelId="{F5CAA254-71CB-4D90-ABF8-DD3BB55611F5}" type="presOf" srcId="{37A02181-C663-4C68-AAB3-8D70D8EC41C2}" destId="{7F0D2C66-4F11-478D-A8AA-82C4F504CCAA}" srcOrd="0" destOrd="9" presId="urn:microsoft.com/office/officeart/2005/8/layout/hProcess7"/>
    <dgm:cxn modelId="{6D23735A-C10E-4003-A6C5-7216A17ACE81}" type="presOf" srcId="{A1AABBF9-9D45-4C65-BB0D-A27B9DBA1705}" destId="{03E93417-23EF-49BA-B971-C8456B1F0346}" srcOrd="0" destOrd="1" presId="urn:microsoft.com/office/officeart/2005/8/layout/hProcess7"/>
    <dgm:cxn modelId="{F1D2E2E6-61ED-4269-B800-7D4BCFEABE2E}" type="presOf" srcId="{9994F5CD-4EE5-4A18-84B3-5F9E5CDDDB85}" destId="{DEAAE6F4-2C87-446E-A6B7-6215B425A9A2}" srcOrd="0" destOrd="4" presId="urn:microsoft.com/office/officeart/2005/8/layout/hProcess7"/>
    <dgm:cxn modelId="{5720A70D-9F60-45FA-90C3-15A8CB2375D3}" srcId="{8196EDC7-0236-4ADB-8D30-CBF6F57F16A6}" destId="{E5149566-3960-4F8A-9887-6773E9184C83}" srcOrd="0" destOrd="0" parTransId="{0AE799D5-608F-419D-BB8A-D2F4B9F24E7D}" sibTransId="{2A935D68-87EB-4E10-913A-FCC5155E2C1A}"/>
    <dgm:cxn modelId="{2268206F-542E-41D5-BDCA-4BA6CFCC3A39}" type="presOf" srcId="{21983758-F98A-4809-B8BC-0DBDBD08EBE7}" destId="{03E93417-23EF-49BA-B971-C8456B1F0346}" srcOrd="0" destOrd="0" presId="urn:microsoft.com/office/officeart/2005/8/layout/hProcess7"/>
    <dgm:cxn modelId="{E8A6CBF9-45E2-49A0-AD32-3829E1D0B99D}" type="presOf" srcId="{65A24412-E8DF-4587-9E72-2CC4B710B7FD}" destId="{03E93417-23EF-49BA-B971-C8456B1F0346}" srcOrd="0" destOrd="3" presId="urn:microsoft.com/office/officeart/2005/8/layout/hProcess7"/>
    <dgm:cxn modelId="{D709C003-A461-46BA-B906-B8D22ECBAB97}" type="presOf" srcId="{CF38151C-12D7-418A-9DBF-B5F3FE78F818}" destId="{7F0D2C66-4F11-478D-A8AA-82C4F504CCAA}" srcOrd="0" destOrd="5" presId="urn:microsoft.com/office/officeart/2005/8/layout/hProcess7"/>
    <dgm:cxn modelId="{02DA67D4-65C9-4E59-9617-AED9D1609082}" srcId="{C5F2153A-ACAA-483D-B300-1CD6808562BA}" destId="{48B9BE74-D604-4A5F-8591-60802C1EF477}" srcOrd="3" destOrd="0" parTransId="{BDFA0170-2B34-48BA-BFBC-D91A3334FF05}" sibTransId="{DAB54E16-37F7-4E89-8F32-7DDB721DB54C}"/>
    <dgm:cxn modelId="{950D04E8-CB1C-4484-85C3-97663DF59D39}" srcId="{C5F2153A-ACAA-483D-B300-1CD6808562BA}" destId="{8196EDC7-0236-4ADB-8D30-CBF6F57F16A6}" srcOrd="1" destOrd="0" parTransId="{DABCCF4E-D4DD-4ED1-A39F-65E20A054614}" sibTransId="{870AFC3B-C616-4B50-9710-408F085BF3E9}"/>
    <dgm:cxn modelId="{1F38F093-8219-42A7-A3B3-C1085BDC012D}" srcId="{D86B3329-9043-466B-9570-176D8ED3B65C}" destId="{37A02181-C663-4C68-AAB3-8D70D8EC41C2}" srcOrd="2" destOrd="0" parTransId="{A92E0011-5705-413E-A03B-EB4368910A06}" sibTransId="{1EF37B21-D3D9-4255-92F1-AAF3AC876101}"/>
    <dgm:cxn modelId="{D04CA1E2-DDB2-4D6E-862F-482D92523646}" type="presOf" srcId="{AA60A2AB-7C0D-4389-BF60-E16BD66E0FB5}" destId="{DEAAE6F4-2C87-446E-A6B7-6215B425A9A2}" srcOrd="0" destOrd="3" presId="urn:microsoft.com/office/officeart/2005/8/layout/hProcess7"/>
    <dgm:cxn modelId="{29FC8DC9-F51C-4567-BF94-20027F465C69}" type="presOf" srcId="{E950C81E-2A1F-4B8A-BAEB-B6328C3F6A57}" destId="{0EC90162-A3A4-4115-981D-4EE3C88F6FD7}" srcOrd="1" destOrd="0" presId="urn:microsoft.com/office/officeart/2005/8/layout/hProcess7"/>
    <dgm:cxn modelId="{91D25C32-0FA4-4BEF-B002-AC3B66A6188C}" type="presOf" srcId="{36412925-02C6-4578-BD64-97D69900B8CE}" destId="{DEAAE6F4-2C87-446E-A6B7-6215B425A9A2}" srcOrd="0" destOrd="5" presId="urn:microsoft.com/office/officeart/2005/8/layout/hProcess7"/>
    <dgm:cxn modelId="{F4E4FB80-32FD-498E-BA8E-A460CAEDBC07}" type="presOf" srcId="{D86B3329-9043-466B-9570-176D8ED3B65C}" destId="{7A7FCBD4-9F9D-44DD-A69E-3880C9D9A486}" srcOrd="1" destOrd="0" presId="urn:microsoft.com/office/officeart/2005/8/layout/hProcess7"/>
    <dgm:cxn modelId="{4EEE5E72-82F6-402A-8BEB-3570B6703BB0}" type="presOf" srcId="{48B9BE74-D604-4A5F-8591-60802C1EF477}" destId="{8FD6AFA0-F783-4FEA-93BC-5CEB334EF790}" srcOrd="0" destOrd="0" presId="urn:microsoft.com/office/officeart/2005/8/layout/hProcess7"/>
    <dgm:cxn modelId="{BB9C1C16-2E82-4C7A-8BE3-85084FAC0611}" srcId="{24062242-E27E-4E97-8049-6E059D40A27D}" destId="{8F24D09B-15A5-4AB7-ABAD-9D7B72EC3B7A}" srcOrd="3" destOrd="0" parTransId="{E0C5707B-9DE9-471D-888C-4B018B790C08}" sibTransId="{2DB311E1-E4DC-41BF-A711-B0FDE1769663}"/>
    <dgm:cxn modelId="{74F54F27-4802-4A74-9580-917E704C3C67}" srcId="{E950C81E-2A1F-4B8A-BAEB-B6328C3F6A57}" destId="{E401EF53-C420-4032-9262-293377787CDA}" srcOrd="1" destOrd="0" parTransId="{AB9F16D2-0CBE-4706-ABC0-15181CB8BDF7}" sibTransId="{963208A8-BFD4-4B2B-9512-558F29663E86}"/>
    <dgm:cxn modelId="{5146C77D-2180-4E21-BD5E-BED62FE29144}" srcId="{24062242-E27E-4E97-8049-6E059D40A27D}" destId="{D6E5205A-291F-4521-A599-684CC21BC7AD}" srcOrd="2" destOrd="0" parTransId="{D49775D7-93FC-49CC-B3AF-4C575C103773}" sibTransId="{982CD916-39CC-48BA-BD0D-2684A42CF928}"/>
    <dgm:cxn modelId="{42511CDC-972D-474A-BF5C-31888031FA68}" type="presOf" srcId="{DB039D31-3AF4-4E8D-8993-9CEA8BAA45F3}" destId="{7F0D2C66-4F11-478D-A8AA-82C4F504CCAA}" srcOrd="0" destOrd="7" presId="urn:microsoft.com/office/officeart/2005/8/layout/hProcess7"/>
    <dgm:cxn modelId="{69390133-3293-4A14-AB57-CBC619F37C38}" srcId="{8196EDC7-0236-4ADB-8D30-CBF6F57F16A6}" destId="{36412925-02C6-4578-BD64-97D69900B8CE}" srcOrd="1" destOrd="0" parTransId="{4C895B58-201F-494C-80A5-67B341328475}" sibTransId="{714F2894-8B5B-4ABA-8D27-0E2345BE58E3}"/>
    <dgm:cxn modelId="{67D2E848-60A6-4598-BC5E-71A3E4A5D7CD}" srcId="{397037DF-ADC9-4FBB-9BE1-02E6269599CE}" destId="{0B5945EE-A92D-411D-B2EA-46B5BF37E6BD}" srcOrd="1" destOrd="0" parTransId="{6E2C64A5-A0C8-439B-9C90-8A8E69A4BDBB}" sibTransId="{FDBFB878-891A-4421-9FC1-B71A91B28AB7}"/>
    <dgm:cxn modelId="{F6167FA7-DA99-4D16-BD40-C7649D15C83E}" type="presOf" srcId="{32592A04-9295-433B-882D-4408A8A73968}" destId="{069AC70D-1C87-4E46-88CF-12D67E3A1BC8}" srcOrd="0" destOrd="1" presId="urn:microsoft.com/office/officeart/2005/8/layout/hProcess7"/>
    <dgm:cxn modelId="{F08E6626-B967-4933-A679-0D94BBB2A0F9}" srcId="{E5149566-3960-4F8A-9887-6773E9184C83}" destId="{AA60A2AB-7C0D-4389-BF60-E16BD66E0FB5}" srcOrd="2" destOrd="0" parTransId="{27E7DC21-E6CB-440F-AA4F-96910D55C8FA}" sibTransId="{AAF4F062-724E-4EA6-ABD5-0A2E18335AA2}"/>
    <dgm:cxn modelId="{79940E8B-E2A3-4BA0-ADFC-DFBA8FCBD020}" type="presOf" srcId="{CF64155D-6F3A-4F8F-A162-63E182F45E59}" destId="{7F0D2C66-4F11-478D-A8AA-82C4F504CCAA}" srcOrd="0" destOrd="1" presId="urn:microsoft.com/office/officeart/2005/8/layout/hProcess7"/>
    <dgm:cxn modelId="{B2B071DA-4207-4180-8D50-9FA6E442852B}" type="presOf" srcId="{5F29E34D-AF5E-4040-B892-35C93AA706F5}" destId="{766EC1B9-98C6-43F1-8D1E-6572A8D53616}" srcOrd="0" destOrd="2" presId="urn:microsoft.com/office/officeart/2005/8/layout/hProcess7"/>
    <dgm:cxn modelId="{80B36239-CD9D-49D4-9F72-D6E9E9B8654B}" type="presOf" srcId="{B0602A8D-CD5B-4DAF-83C9-A6538C80EF14}" destId="{8E60CDA5-27DB-4134-BECF-3AA398ADC482}" srcOrd="1" destOrd="0" presId="urn:microsoft.com/office/officeart/2005/8/layout/hProcess7"/>
    <dgm:cxn modelId="{4E60B821-7393-4D20-8523-B80D048C65B7}" type="presOf" srcId="{8196EDC7-0236-4ADB-8D30-CBF6F57F16A6}" destId="{51524DD1-D0CC-4FA0-BBFD-676F4C2C81CA}" srcOrd="0" destOrd="0" presId="urn:microsoft.com/office/officeart/2005/8/layout/hProcess7"/>
    <dgm:cxn modelId="{421961CD-E6A9-4B71-81E1-CAE556B19CC9}" srcId="{CF38151C-12D7-418A-9DBF-B5F3FE78F818}" destId="{5C2BDD88-B486-4AAE-BA90-52E116F64A11}" srcOrd="2" destOrd="0" parTransId="{8C12D9BE-A3D2-4A4D-B2D3-DB4BEE083AD7}" sibTransId="{63FBFEA7-DA7B-4013-9273-93BB4B4498C0}"/>
    <dgm:cxn modelId="{CDE430D8-73D4-4CBA-835E-90089322E662}" srcId="{E950C81E-2A1F-4B8A-BAEB-B6328C3F6A57}" destId="{5F29E34D-AF5E-4040-B892-35C93AA706F5}" srcOrd="2" destOrd="0" parTransId="{8E6AEB4B-21CD-404B-AD2C-5B6C39E2CF02}" sibTransId="{56CE9F54-CDD8-4EFB-A0E1-913AB215ADB4}"/>
    <dgm:cxn modelId="{E1FB176C-74B9-4CDE-A448-F647FA9F6768}" srcId="{C5F2153A-ACAA-483D-B300-1CD6808562BA}" destId="{B0602A8D-CD5B-4DAF-83C9-A6538C80EF14}" srcOrd="0" destOrd="0" parTransId="{30A666E6-5844-4A0C-B20C-92CEB03738F0}" sibTransId="{E1ED00AD-7A53-4471-A407-3BB302D2484A}"/>
    <dgm:cxn modelId="{92B2DD84-23D7-4ED7-AFFF-4158FD6D9959}" srcId="{E950C81E-2A1F-4B8A-BAEB-B6328C3F6A57}" destId="{5BE16F88-D5F1-49FA-BEB3-042B0034EE98}" srcOrd="0" destOrd="0" parTransId="{AC054875-F33F-4A59-A008-85C7CD33055C}" sibTransId="{E62A2CED-4907-4152-B9A6-483DEC8868F1}"/>
    <dgm:cxn modelId="{CAF05BED-00E8-4D29-8BBA-9F78ECAF391A}" srcId="{C5F2153A-ACAA-483D-B300-1CD6808562BA}" destId="{E950C81E-2A1F-4B8A-BAEB-B6328C3F6A57}" srcOrd="4" destOrd="0" parTransId="{4B58AFFA-64FA-4F8F-A7EF-C2BF538F64A5}" sibTransId="{75B11CD2-9723-4B8B-B795-F036B7CC1086}"/>
    <dgm:cxn modelId="{A4F51A54-36F5-43CF-9992-B374D40A76A3}" srcId="{E5149566-3960-4F8A-9887-6773E9184C83}" destId="{703E74F4-DCB1-4B51-A7E4-4C70D0ED7927}" srcOrd="0" destOrd="0" parTransId="{16711724-9772-450B-91A6-FC7C0D96B8A8}" sibTransId="{ACD8D77E-AF18-4836-A6D0-335D7395C3AE}"/>
    <dgm:cxn modelId="{9A7150FD-250D-4913-AF7F-17FBFB55CB42}" type="presOf" srcId="{24062242-E27E-4E97-8049-6E059D40A27D}" destId="{7F0D2C66-4F11-478D-A8AA-82C4F504CCAA}" srcOrd="0" destOrd="0" presId="urn:microsoft.com/office/officeart/2005/8/layout/hProcess7"/>
    <dgm:cxn modelId="{DE5B0D6C-18DE-4D12-A46A-D943066E3E6D}" type="presParOf" srcId="{ACB58B88-4248-40B3-91D3-719BF6BE837A}" destId="{A21C1277-2745-480F-A12A-DABBFA8AA3D1}" srcOrd="0" destOrd="0" presId="urn:microsoft.com/office/officeart/2005/8/layout/hProcess7"/>
    <dgm:cxn modelId="{20E21DBE-798D-45CD-8A81-3315449CB1C6}" type="presParOf" srcId="{A21C1277-2745-480F-A12A-DABBFA8AA3D1}" destId="{9D3D058A-ADEE-4FEE-A420-0AABD1541ACF}" srcOrd="0" destOrd="0" presId="urn:microsoft.com/office/officeart/2005/8/layout/hProcess7"/>
    <dgm:cxn modelId="{F556079D-D7F8-49D8-A313-5CCBA18A6AB8}" type="presParOf" srcId="{A21C1277-2745-480F-A12A-DABBFA8AA3D1}" destId="{8E60CDA5-27DB-4134-BECF-3AA398ADC482}" srcOrd="1" destOrd="0" presId="urn:microsoft.com/office/officeart/2005/8/layout/hProcess7"/>
    <dgm:cxn modelId="{0DD856AC-71C5-4AE9-8B9C-002C50E4774F}" type="presParOf" srcId="{A21C1277-2745-480F-A12A-DABBFA8AA3D1}" destId="{03E93417-23EF-49BA-B971-C8456B1F0346}" srcOrd="2" destOrd="0" presId="urn:microsoft.com/office/officeart/2005/8/layout/hProcess7"/>
    <dgm:cxn modelId="{B8B6F7C7-A809-49A2-9266-94809A117A58}" type="presParOf" srcId="{ACB58B88-4248-40B3-91D3-719BF6BE837A}" destId="{467541F4-1C44-4ABB-94FC-C85D540119C2}" srcOrd="1" destOrd="0" presId="urn:microsoft.com/office/officeart/2005/8/layout/hProcess7"/>
    <dgm:cxn modelId="{16867DE8-0441-4F05-AB9D-4FAAE8CE3988}" type="presParOf" srcId="{ACB58B88-4248-40B3-91D3-719BF6BE837A}" destId="{751DF231-18E1-4184-8313-C4AF6450D0ED}" srcOrd="2" destOrd="0" presId="urn:microsoft.com/office/officeart/2005/8/layout/hProcess7"/>
    <dgm:cxn modelId="{A35FF4E0-6E79-4641-9FA2-6B4DA68BD55E}" type="presParOf" srcId="{751DF231-18E1-4184-8313-C4AF6450D0ED}" destId="{AA4C63EB-C2C8-4743-9166-B682E8F9C582}" srcOrd="0" destOrd="0" presId="urn:microsoft.com/office/officeart/2005/8/layout/hProcess7"/>
    <dgm:cxn modelId="{5B67D22B-14EC-4F0A-B9CB-35BDA379CB60}" type="presParOf" srcId="{751DF231-18E1-4184-8313-C4AF6450D0ED}" destId="{2EF9C2DE-86E8-43EA-AB4C-5A7B242BB33D}" srcOrd="1" destOrd="0" presId="urn:microsoft.com/office/officeart/2005/8/layout/hProcess7"/>
    <dgm:cxn modelId="{E83E0F24-1F74-483D-BB93-205D38909F4B}" type="presParOf" srcId="{751DF231-18E1-4184-8313-C4AF6450D0ED}" destId="{A4F857CB-03FA-42BE-A970-AF0480665952}" srcOrd="2" destOrd="0" presId="urn:microsoft.com/office/officeart/2005/8/layout/hProcess7"/>
    <dgm:cxn modelId="{A825B3B8-149F-426E-9DBC-A3A564D626A4}" type="presParOf" srcId="{ACB58B88-4248-40B3-91D3-719BF6BE837A}" destId="{982D62B0-153A-4AF5-AFC5-F6ED76A6799D}" srcOrd="3" destOrd="0" presId="urn:microsoft.com/office/officeart/2005/8/layout/hProcess7"/>
    <dgm:cxn modelId="{79CFA3A3-783F-4236-B5FF-2ECCB758A3DC}" type="presParOf" srcId="{ACB58B88-4248-40B3-91D3-719BF6BE837A}" destId="{1B4671B7-56A0-4A91-A25A-FABBFC9E5EDA}" srcOrd="4" destOrd="0" presId="urn:microsoft.com/office/officeart/2005/8/layout/hProcess7"/>
    <dgm:cxn modelId="{F46D162E-CCC3-490D-BF75-06968399C9CB}" type="presParOf" srcId="{1B4671B7-56A0-4A91-A25A-FABBFC9E5EDA}" destId="{51524DD1-D0CC-4FA0-BBFD-676F4C2C81CA}" srcOrd="0" destOrd="0" presId="urn:microsoft.com/office/officeart/2005/8/layout/hProcess7"/>
    <dgm:cxn modelId="{27E0529D-5258-4DBE-93A9-2C70AB8279C3}" type="presParOf" srcId="{1B4671B7-56A0-4A91-A25A-FABBFC9E5EDA}" destId="{21565503-C30D-4603-AF9D-91C5C10B3A5A}" srcOrd="1" destOrd="0" presId="urn:microsoft.com/office/officeart/2005/8/layout/hProcess7"/>
    <dgm:cxn modelId="{7590921E-0F23-4D76-BE3F-582E3B895183}" type="presParOf" srcId="{1B4671B7-56A0-4A91-A25A-FABBFC9E5EDA}" destId="{DEAAE6F4-2C87-446E-A6B7-6215B425A9A2}" srcOrd="2" destOrd="0" presId="urn:microsoft.com/office/officeart/2005/8/layout/hProcess7"/>
    <dgm:cxn modelId="{918C31B4-B3C1-4583-B738-7FC666710B08}" type="presParOf" srcId="{ACB58B88-4248-40B3-91D3-719BF6BE837A}" destId="{A25A7A0B-1AB4-4F0A-BBE2-927DFFCD88BD}" srcOrd="5" destOrd="0" presId="urn:microsoft.com/office/officeart/2005/8/layout/hProcess7"/>
    <dgm:cxn modelId="{8F10E40B-92DC-4390-AE96-658C13FA5926}" type="presParOf" srcId="{ACB58B88-4248-40B3-91D3-719BF6BE837A}" destId="{E58E2B75-1391-4FAA-A487-82D262527CA4}" srcOrd="6" destOrd="0" presId="urn:microsoft.com/office/officeart/2005/8/layout/hProcess7"/>
    <dgm:cxn modelId="{9D7EF03F-433B-4CF2-A722-589E522E70A2}" type="presParOf" srcId="{E58E2B75-1391-4FAA-A487-82D262527CA4}" destId="{390B93D4-F495-4572-86A6-C282D8FC4FE8}" srcOrd="0" destOrd="0" presId="urn:microsoft.com/office/officeart/2005/8/layout/hProcess7"/>
    <dgm:cxn modelId="{B35E68BC-6B67-448B-AA61-C478802BB8F5}" type="presParOf" srcId="{E58E2B75-1391-4FAA-A487-82D262527CA4}" destId="{9B6A4D6A-EEE0-4EAA-8F7E-AB11F2962755}" srcOrd="1" destOrd="0" presId="urn:microsoft.com/office/officeart/2005/8/layout/hProcess7"/>
    <dgm:cxn modelId="{69E54902-EE86-48F3-898E-2A8D24CECABB}" type="presParOf" srcId="{E58E2B75-1391-4FAA-A487-82D262527CA4}" destId="{1B32645E-858D-47AB-B647-D6032CFD7622}" srcOrd="2" destOrd="0" presId="urn:microsoft.com/office/officeart/2005/8/layout/hProcess7"/>
    <dgm:cxn modelId="{0F5B4680-54D6-4E57-8824-1EBAB41E4C5D}" type="presParOf" srcId="{ACB58B88-4248-40B3-91D3-719BF6BE837A}" destId="{644AA1D3-8C36-4134-8091-6A8061242CDC}" srcOrd="7" destOrd="0" presId="urn:microsoft.com/office/officeart/2005/8/layout/hProcess7"/>
    <dgm:cxn modelId="{59B9DD47-67D2-4911-9E59-87A335EBEF47}" type="presParOf" srcId="{ACB58B88-4248-40B3-91D3-719BF6BE837A}" destId="{D8E2B097-2303-495D-B624-3F979C3CD73D}" srcOrd="8" destOrd="0" presId="urn:microsoft.com/office/officeart/2005/8/layout/hProcess7"/>
    <dgm:cxn modelId="{612F5CE7-ACB2-47C6-8F08-396F17CD4CF0}" type="presParOf" srcId="{D8E2B097-2303-495D-B624-3F979C3CD73D}" destId="{2C40C036-6A70-44E4-8F50-9E7D1AACAE32}" srcOrd="0" destOrd="0" presId="urn:microsoft.com/office/officeart/2005/8/layout/hProcess7"/>
    <dgm:cxn modelId="{4777A268-89F3-4366-9E31-1E74F4ADF9AA}" type="presParOf" srcId="{D8E2B097-2303-495D-B624-3F979C3CD73D}" destId="{7A7FCBD4-9F9D-44DD-A69E-3880C9D9A486}" srcOrd="1" destOrd="0" presId="urn:microsoft.com/office/officeart/2005/8/layout/hProcess7"/>
    <dgm:cxn modelId="{4DBCF61D-A276-4155-B5D0-9D0B0227822D}" type="presParOf" srcId="{D8E2B097-2303-495D-B624-3F979C3CD73D}" destId="{7F0D2C66-4F11-478D-A8AA-82C4F504CCAA}" srcOrd="2" destOrd="0" presId="urn:microsoft.com/office/officeart/2005/8/layout/hProcess7"/>
    <dgm:cxn modelId="{8280034D-E3AB-4246-9369-E3C741502812}" type="presParOf" srcId="{ACB58B88-4248-40B3-91D3-719BF6BE837A}" destId="{E5B7F6FF-4771-4885-9283-A9AC34796CC8}" srcOrd="9" destOrd="0" presId="urn:microsoft.com/office/officeart/2005/8/layout/hProcess7"/>
    <dgm:cxn modelId="{8F8B9D0E-5FA9-4732-9C22-77D23748DD71}" type="presParOf" srcId="{ACB58B88-4248-40B3-91D3-719BF6BE837A}" destId="{83E3277B-CB07-4AE5-AF4B-CBF80C09C4A9}" srcOrd="10" destOrd="0" presId="urn:microsoft.com/office/officeart/2005/8/layout/hProcess7"/>
    <dgm:cxn modelId="{E06119E6-A4F7-490C-8F43-0E63E2352AB8}" type="presParOf" srcId="{83E3277B-CB07-4AE5-AF4B-CBF80C09C4A9}" destId="{E561FDAB-3FAB-4C32-8BBC-47EFFC5C975F}" srcOrd="0" destOrd="0" presId="urn:microsoft.com/office/officeart/2005/8/layout/hProcess7"/>
    <dgm:cxn modelId="{79C05EFA-180E-4AF4-9748-95EB41FB49F2}" type="presParOf" srcId="{83E3277B-CB07-4AE5-AF4B-CBF80C09C4A9}" destId="{8528C3D1-258F-430D-AA36-7D1AB2EA3E78}" srcOrd="1" destOrd="0" presId="urn:microsoft.com/office/officeart/2005/8/layout/hProcess7"/>
    <dgm:cxn modelId="{1D041059-DB89-4989-89A0-75E2F5FAB1E7}" type="presParOf" srcId="{83E3277B-CB07-4AE5-AF4B-CBF80C09C4A9}" destId="{F3FFBBD4-E33D-4F20-9BF9-D09BF3344665}" srcOrd="2" destOrd="0" presId="urn:microsoft.com/office/officeart/2005/8/layout/hProcess7"/>
    <dgm:cxn modelId="{1E2D35F0-6001-42AB-9A44-D4F6B5FB1C1D}" type="presParOf" srcId="{ACB58B88-4248-40B3-91D3-719BF6BE837A}" destId="{040ADA25-7FD1-49D3-9C63-D80951364380}" srcOrd="11" destOrd="0" presId="urn:microsoft.com/office/officeart/2005/8/layout/hProcess7"/>
    <dgm:cxn modelId="{B21E66F4-392C-469F-8FD0-3B519ECD5B9F}" type="presParOf" srcId="{ACB58B88-4248-40B3-91D3-719BF6BE837A}" destId="{84D148D3-BC36-419D-B44F-A0A4DB980408}" srcOrd="12" destOrd="0" presId="urn:microsoft.com/office/officeart/2005/8/layout/hProcess7"/>
    <dgm:cxn modelId="{16ABE3EB-C0B0-4124-ADAB-D3ABD9DF52A6}" type="presParOf" srcId="{84D148D3-BC36-419D-B44F-A0A4DB980408}" destId="{8FD6AFA0-F783-4FEA-93BC-5CEB334EF790}" srcOrd="0" destOrd="0" presId="urn:microsoft.com/office/officeart/2005/8/layout/hProcess7"/>
    <dgm:cxn modelId="{B47D9F08-5169-4D15-92BA-FEF110268CE1}" type="presParOf" srcId="{84D148D3-BC36-419D-B44F-A0A4DB980408}" destId="{B2622D83-D381-453C-A5A7-A28C1045E5BE}" srcOrd="1" destOrd="0" presId="urn:microsoft.com/office/officeart/2005/8/layout/hProcess7"/>
    <dgm:cxn modelId="{C1AE4212-D6F0-4C5F-AAB2-1AE865B49147}" type="presParOf" srcId="{84D148D3-BC36-419D-B44F-A0A4DB980408}" destId="{069AC70D-1C87-4E46-88CF-12D67E3A1BC8}" srcOrd="2" destOrd="0" presId="urn:microsoft.com/office/officeart/2005/8/layout/hProcess7"/>
    <dgm:cxn modelId="{ED796A4A-3A2E-4273-8DB5-08FDBF984470}" type="presParOf" srcId="{ACB58B88-4248-40B3-91D3-719BF6BE837A}" destId="{AF837E83-694E-469A-8472-EF6D73CB67E8}" srcOrd="13" destOrd="0" presId="urn:microsoft.com/office/officeart/2005/8/layout/hProcess7"/>
    <dgm:cxn modelId="{D7A2FF67-C623-42EC-A515-FDC4FBC86820}" type="presParOf" srcId="{ACB58B88-4248-40B3-91D3-719BF6BE837A}" destId="{122A5718-AA73-437F-9876-E20391DF45B4}" srcOrd="14" destOrd="0" presId="urn:microsoft.com/office/officeart/2005/8/layout/hProcess7"/>
    <dgm:cxn modelId="{5C47835F-76AB-4CCF-86E1-892F15999FC9}" type="presParOf" srcId="{122A5718-AA73-437F-9876-E20391DF45B4}" destId="{071C1E81-3AF5-413F-828D-BE9BCE0F728E}" srcOrd="0" destOrd="0" presId="urn:microsoft.com/office/officeart/2005/8/layout/hProcess7"/>
    <dgm:cxn modelId="{2A291E84-B3FF-4FF3-9EC0-8F0CC5215407}" type="presParOf" srcId="{122A5718-AA73-437F-9876-E20391DF45B4}" destId="{DD0CF167-F7C0-47AE-BE49-914AC9F65A4C}" srcOrd="1" destOrd="0" presId="urn:microsoft.com/office/officeart/2005/8/layout/hProcess7"/>
    <dgm:cxn modelId="{85C1246C-7B50-4A9E-8471-84EED3AA92FF}" type="presParOf" srcId="{122A5718-AA73-437F-9876-E20391DF45B4}" destId="{8756FA69-2195-4320-A27D-3001269C3492}" srcOrd="2" destOrd="0" presId="urn:microsoft.com/office/officeart/2005/8/layout/hProcess7"/>
    <dgm:cxn modelId="{1F93D4A5-4A15-4E02-B19C-4790A540319B}" type="presParOf" srcId="{ACB58B88-4248-40B3-91D3-719BF6BE837A}" destId="{98209DF2-2EF1-4F09-A179-A747AC64C421}" srcOrd="15" destOrd="0" presId="urn:microsoft.com/office/officeart/2005/8/layout/hProcess7"/>
    <dgm:cxn modelId="{85CBBF16-3F75-441B-9E0F-FDA249699329}" type="presParOf" srcId="{ACB58B88-4248-40B3-91D3-719BF6BE837A}" destId="{C28FA432-AE55-4659-92EC-3B7E3B33E720}" srcOrd="16" destOrd="0" presId="urn:microsoft.com/office/officeart/2005/8/layout/hProcess7"/>
    <dgm:cxn modelId="{E7D5F273-B3B0-4D12-90A4-EF125C11A9DF}" type="presParOf" srcId="{C28FA432-AE55-4659-92EC-3B7E3B33E720}" destId="{F0498D66-72E6-4B11-A105-7E53F63B9107}" srcOrd="0" destOrd="0" presId="urn:microsoft.com/office/officeart/2005/8/layout/hProcess7"/>
    <dgm:cxn modelId="{19EEFD88-44B4-4785-8B45-E922A33557D3}" type="presParOf" srcId="{C28FA432-AE55-4659-92EC-3B7E3B33E720}" destId="{0EC90162-A3A4-4115-981D-4EE3C88F6FD7}" srcOrd="1" destOrd="0" presId="urn:microsoft.com/office/officeart/2005/8/layout/hProcess7"/>
    <dgm:cxn modelId="{4E9CD6AF-D315-424F-8DAE-A6C89B00943E}" type="presParOf" srcId="{C28FA432-AE55-4659-92EC-3B7E3B33E720}" destId="{766EC1B9-98C6-43F1-8D1E-6572A8D53616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3D058A-ADEE-4FEE-A420-0AABD1541ACF}">
      <dsp:nvSpPr>
        <dsp:cNvPr id="0" name=""/>
        <dsp:cNvSpPr/>
      </dsp:nvSpPr>
      <dsp:spPr>
        <a:xfrm>
          <a:off x="0" y="-6"/>
          <a:ext cx="2750343" cy="6004572"/>
        </a:xfrm>
        <a:prstGeom prst="roundRect">
          <a:avLst>
            <a:gd name="adj" fmla="val 5000"/>
          </a:avLst>
        </a:prstGeom>
        <a:solidFill>
          <a:srgbClr val="67250D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4864" rIns="71120" bIns="0" numCol="1" spcCol="1270" anchor="t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/>
            <a:t>ПОСТРОЕНИЕ НАЧАЛЬНОГО РЕШЕНИЯ (</a:t>
          </a:r>
          <a:r>
            <a:rPr lang="ru-RU" sz="1600" kern="1200" dirty="0" err="1" smtClean="0"/>
            <a:t>Clarke-Wright</a:t>
          </a:r>
          <a:r>
            <a:rPr lang="ru-RU" sz="1600" kern="1200" dirty="0" smtClean="0"/>
            <a:t> </a:t>
          </a:r>
          <a:r>
            <a:rPr lang="ru-RU" sz="1600" kern="1200" dirty="0" err="1" smtClean="0"/>
            <a:t>Savings</a:t>
          </a:r>
          <a:r>
            <a:rPr lang="ru-RU" sz="1600" kern="1200" dirty="0" smtClean="0"/>
            <a:t>)</a:t>
          </a:r>
          <a:endParaRPr lang="ru-RU" sz="1600" kern="1200" dirty="0"/>
        </a:p>
      </dsp:txBody>
      <dsp:txXfrm rot="16200000">
        <a:off x="-2186840" y="2186834"/>
        <a:ext cx="4923749" cy="550068"/>
      </dsp:txXfrm>
    </dsp:sp>
    <dsp:sp modelId="{03E93417-23EF-49BA-B971-C8456B1F0346}">
      <dsp:nvSpPr>
        <dsp:cNvPr id="0" name=""/>
        <dsp:cNvSpPr/>
      </dsp:nvSpPr>
      <dsp:spPr>
        <a:xfrm>
          <a:off x="550068" y="-6"/>
          <a:ext cx="2049006" cy="6004572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4864" rIns="0" bIns="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/>
            <a:t>Создаем маршрут для каждого клиента: [депо → клиент → депо]</a:t>
          </a:r>
          <a:endParaRPr lang="ru-RU" sz="1600" kern="1200" dirty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/>
            <a:t>Для каждой пары клиентов (i, j) вычисляем "экономию": </a:t>
          </a:r>
          <a:r>
            <a:rPr lang="en-US" sz="1600" kern="1200" dirty="0" smtClean="0"/>
            <a:t>savings</a:t>
          </a:r>
          <a:r>
            <a:rPr lang="ru-RU" sz="1600" kern="1200" dirty="0" smtClean="0"/>
            <a:t>(</a:t>
          </a:r>
          <a:r>
            <a:rPr lang="en-US" sz="1600" kern="1200" dirty="0" err="1" smtClean="0"/>
            <a:t>i</a:t>
          </a:r>
          <a:r>
            <a:rPr lang="ru-RU" sz="1600" kern="1200" dirty="0" smtClean="0"/>
            <a:t>,</a:t>
          </a:r>
          <a:r>
            <a:rPr lang="en-US" sz="1600" kern="1200" dirty="0" smtClean="0"/>
            <a:t>j</a:t>
          </a:r>
          <a:r>
            <a:rPr lang="ru-RU" sz="1600" kern="1200" dirty="0" smtClean="0"/>
            <a:t>) = </a:t>
          </a:r>
          <a:r>
            <a:rPr lang="en-US" sz="1600" kern="1200" dirty="0" err="1" smtClean="0"/>
            <a:t>dist</a:t>
          </a:r>
          <a:r>
            <a:rPr lang="ru-RU" sz="1600" kern="1200" dirty="0" smtClean="0"/>
            <a:t>(депо,</a:t>
          </a:r>
          <a:r>
            <a:rPr lang="en-US" sz="1600" kern="1200" dirty="0" err="1" smtClean="0"/>
            <a:t>i</a:t>
          </a:r>
          <a:r>
            <a:rPr lang="ru-RU" sz="1600" kern="1200" dirty="0" smtClean="0"/>
            <a:t>) + </a:t>
          </a:r>
          <a:r>
            <a:rPr lang="en-US" sz="1600" kern="1200" dirty="0" err="1" smtClean="0"/>
            <a:t>dist</a:t>
          </a:r>
          <a:r>
            <a:rPr lang="ru-RU" sz="1600" kern="1200" dirty="0" smtClean="0"/>
            <a:t>(депо,</a:t>
          </a:r>
          <a:r>
            <a:rPr lang="en-US" sz="1600" kern="1200" dirty="0" smtClean="0"/>
            <a:t>j</a:t>
          </a:r>
          <a:r>
            <a:rPr lang="ru-RU" sz="1600" kern="1200" dirty="0" smtClean="0"/>
            <a:t>) - </a:t>
          </a:r>
          <a:r>
            <a:rPr lang="en-US" sz="1600" kern="1200" dirty="0" err="1" smtClean="0"/>
            <a:t>dist</a:t>
          </a:r>
          <a:r>
            <a:rPr lang="ru-RU" sz="1600" kern="1200" dirty="0" smtClean="0"/>
            <a:t>(</a:t>
          </a:r>
          <a:r>
            <a:rPr lang="en-US" sz="1600" kern="1200" dirty="0" err="1" smtClean="0"/>
            <a:t>i</a:t>
          </a:r>
          <a:r>
            <a:rPr lang="ru-RU" sz="1600" kern="1200" dirty="0" smtClean="0"/>
            <a:t>,</a:t>
          </a:r>
          <a:r>
            <a:rPr lang="en-US" sz="1600" kern="1200" dirty="0" smtClean="0"/>
            <a:t>j</a:t>
          </a:r>
          <a:r>
            <a:rPr lang="ru-RU" sz="1600" kern="1200" dirty="0" smtClean="0"/>
            <a:t>) (Чем больше экономия — тем выгоднее)</a:t>
          </a:r>
          <a:endParaRPr lang="ru-RU" sz="1600" kern="1200" dirty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/>
            <a:t>Сортируем пары по убыванию экономии и последовательно сливаем маршруты</a:t>
          </a:r>
          <a:endParaRPr lang="ru-RU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kern="1200" dirty="0" smtClean="0"/>
            <a:t>Проверяем, что клиенты находятся на краях</a:t>
          </a:r>
          <a:endParaRPr lang="ru-RU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kern="1200" dirty="0" smtClean="0"/>
            <a:t>Проверяем грузоподъемность</a:t>
          </a:r>
          <a:endParaRPr lang="ru-RU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kern="1200" dirty="0" smtClean="0"/>
            <a:t>Если всё </a:t>
          </a:r>
          <a:r>
            <a:rPr lang="ru-RU" sz="1600" kern="1200" dirty="0" err="1" smtClean="0"/>
            <a:t>ок</a:t>
          </a:r>
          <a:r>
            <a:rPr lang="ru-RU" sz="1600" kern="1200" dirty="0" smtClean="0"/>
            <a:t> — объединяем маршруты</a:t>
          </a:r>
          <a:endParaRPr lang="ru-RU" sz="1600" kern="1200" dirty="0"/>
        </a:p>
      </dsp:txBody>
      <dsp:txXfrm>
        <a:off x="550068" y="-6"/>
        <a:ext cx="2049006" cy="6004572"/>
      </dsp:txXfrm>
    </dsp:sp>
    <dsp:sp modelId="{51524DD1-D0CC-4FA0-BBFD-676F4C2C81CA}">
      <dsp:nvSpPr>
        <dsp:cNvPr id="0" name=""/>
        <dsp:cNvSpPr/>
      </dsp:nvSpPr>
      <dsp:spPr>
        <a:xfrm>
          <a:off x="2801748" y="-6"/>
          <a:ext cx="2187705" cy="6004572"/>
        </a:xfrm>
        <a:prstGeom prst="roundRect">
          <a:avLst>
            <a:gd name="adj" fmla="val 5000"/>
          </a:avLst>
        </a:prstGeom>
        <a:solidFill>
          <a:srgbClr val="67250D">
            <a:alpha val="9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4864" rIns="71120" bIns="0" numCol="1" spcCol="1270" anchor="t" anchorCtr="0">
          <a:noAutofit/>
        </a:bodyPr>
        <a:lstStyle/>
        <a:p>
          <a:pPr lvl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smtClean="0"/>
            <a:t>УЛУЧШЕНИЕ ВНУТРИ МАРШРУТОВ (2-opt)</a:t>
          </a:r>
          <a:endParaRPr lang="ru-RU" sz="1600" kern="1200"/>
        </a:p>
      </dsp:txBody>
      <dsp:txXfrm rot="16200000">
        <a:off x="558644" y="2243097"/>
        <a:ext cx="4923749" cy="437541"/>
      </dsp:txXfrm>
    </dsp:sp>
    <dsp:sp modelId="{2EF9C2DE-86E8-43EA-AB4C-5A7B242BB33D}">
      <dsp:nvSpPr>
        <dsp:cNvPr id="0" name=""/>
        <dsp:cNvSpPr/>
      </dsp:nvSpPr>
      <dsp:spPr>
        <a:xfrm rot="5400000">
          <a:off x="2524395" y="2748604"/>
          <a:ext cx="287898" cy="298864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AAE6F4-2C87-446E-A6B7-6215B425A9A2}">
      <dsp:nvSpPr>
        <dsp:cNvPr id="0" name=""/>
        <dsp:cNvSpPr/>
      </dsp:nvSpPr>
      <dsp:spPr>
        <a:xfrm>
          <a:off x="3280080" y="-6"/>
          <a:ext cx="1629840" cy="6004572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4864" rIns="0" bIns="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/>
            <a:t>Для каждого маршрута применяем 2-opt до сходимости:</a:t>
          </a:r>
          <a:endParaRPr lang="ru-RU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kern="1200" dirty="0" smtClean="0"/>
            <a:t>Выбираем два ребра (</a:t>
          </a:r>
          <a:r>
            <a:rPr lang="ru-RU" sz="1600" kern="1200" dirty="0" err="1" smtClean="0"/>
            <a:t>a→b</a:t>
          </a:r>
          <a:r>
            <a:rPr lang="ru-RU" sz="1600" kern="1200" dirty="0" smtClean="0"/>
            <a:t>) и (</a:t>
          </a:r>
          <a:r>
            <a:rPr lang="ru-RU" sz="1600" kern="1200" dirty="0" err="1" smtClean="0"/>
            <a:t>c→d</a:t>
          </a:r>
          <a:r>
            <a:rPr lang="ru-RU" sz="1600" kern="1200" dirty="0" smtClean="0"/>
            <a:t>) в маршруте</a:t>
          </a:r>
          <a:endParaRPr lang="ru-RU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kern="1200" dirty="0" smtClean="0"/>
            <a:t>"</a:t>
          </a:r>
          <a:r>
            <a:rPr lang="ru-RU" sz="1600" kern="1200" dirty="0" err="1" smtClean="0"/>
            <a:t>Разворачи-ваем</a:t>
          </a:r>
          <a:r>
            <a:rPr lang="ru-RU" sz="1600" kern="1200" dirty="0" smtClean="0"/>
            <a:t>" сегмент между ними: [..</a:t>
          </a:r>
          <a:r>
            <a:rPr lang="ru-RU" sz="1600" kern="1200" dirty="0" err="1" smtClean="0"/>
            <a:t>a→b</a:t>
          </a:r>
          <a:r>
            <a:rPr lang="ru-RU" sz="1600" kern="1200" dirty="0" smtClean="0"/>
            <a:t>..</a:t>
          </a:r>
          <a:r>
            <a:rPr lang="ru-RU" sz="1600" kern="1200" dirty="0" err="1" smtClean="0"/>
            <a:t>c→d</a:t>
          </a:r>
          <a:r>
            <a:rPr lang="ru-RU" sz="1600" kern="1200" dirty="0" smtClean="0"/>
            <a:t>..] [..</a:t>
          </a:r>
          <a:r>
            <a:rPr lang="ru-RU" sz="1600" kern="1200" dirty="0" err="1" smtClean="0"/>
            <a:t>a→c</a:t>
          </a:r>
          <a:r>
            <a:rPr lang="ru-RU" sz="1600" kern="1200" dirty="0" smtClean="0"/>
            <a:t>..</a:t>
          </a:r>
          <a:r>
            <a:rPr lang="ru-RU" sz="1600" kern="1200" dirty="0" err="1" smtClean="0"/>
            <a:t>b→d</a:t>
          </a:r>
          <a:r>
            <a:rPr lang="ru-RU" sz="1600" kern="1200" dirty="0" smtClean="0"/>
            <a:t>..]</a:t>
          </a:r>
          <a:endParaRPr lang="ru-RU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kern="1200" smtClean="0"/>
            <a:t>Если длина уменьшилась — принимаем изменение</a:t>
          </a:r>
          <a:endParaRPr lang="ru-RU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kern="1200" smtClean="0"/>
            <a:t>Повторяем, пока есть улучшения</a:t>
          </a:r>
          <a:endParaRPr lang="ru-RU" sz="1600" kern="120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/>
            <a:t>Результат: каждый маршрут оптимален относительно локальных перестановок</a:t>
          </a:r>
          <a:endParaRPr lang="ru-RU" sz="1600" kern="1200" dirty="0"/>
        </a:p>
      </dsp:txBody>
      <dsp:txXfrm>
        <a:off x="3280080" y="-6"/>
        <a:ext cx="1629840" cy="6004572"/>
      </dsp:txXfrm>
    </dsp:sp>
    <dsp:sp modelId="{2C40C036-6A70-44E4-8F50-9E7D1AACAE32}">
      <dsp:nvSpPr>
        <dsp:cNvPr id="0" name=""/>
        <dsp:cNvSpPr/>
      </dsp:nvSpPr>
      <dsp:spPr>
        <a:xfrm>
          <a:off x="5132884" y="-6"/>
          <a:ext cx="3054724" cy="6004572"/>
        </a:xfrm>
        <a:prstGeom prst="roundRect">
          <a:avLst>
            <a:gd name="adj" fmla="val 5000"/>
          </a:avLst>
        </a:prstGeom>
        <a:solidFill>
          <a:srgbClr val="67250D">
            <a:alpha val="8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4864" rIns="71120" bIns="0" numCol="1" spcCol="1270" anchor="t" anchorCtr="0">
          <a:noAutofit/>
        </a:bodyPr>
        <a:lstStyle/>
        <a:p>
          <a:pPr lvl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/>
            <a:t>Цикл до исчерпания времени (15 сек) или 5 итераций без улучшений:</a:t>
          </a:r>
          <a:endParaRPr lang="ru-RU" sz="1600" kern="1200" dirty="0"/>
        </a:p>
      </dsp:txBody>
      <dsp:txXfrm rot="16200000">
        <a:off x="2976482" y="2156396"/>
        <a:ext cx="4923749" cy="610944"/>
      </dsp:txXfrm>
    </dsp:sp>
    <dsp:sp modelId="{9B6A4D6A-EEE0-4EAA-8F7E-AB11F2962755}">
      <dsp:nvSpPr>
        <dsp:cNvPr id="0" name=""/>
        <dsp:cNvSpPr/>
      </dsp:nvSpPr>
      <dsp:spPr>
        <a:xfrm rot="5400000">
          <a:off x="4849576" y="2754361"/>
          <a:ext cx="298435" cy="286826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-116892"/>
              <a:satOff val="7179"/>
              <a:lumOff val="80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0D2C66-4F11-478D-A8AA-82C4F504CCAA}">
      <dsp:nvSpPr>
        <dsp:cNvPr id="0" name=""/>
        <dsp:cNvSpPr/>
      </dsp:nvSpPr>
      <dsp:spPr>
        <a:xfrm>
          <a:off x="5721761" y="-6"/>
          <a:ext cx="2275769" cy="6004572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4864" rIns="0" bIns="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/>
            <a:t>2-opt* (обмен сегментами между маршрутами):</a:t>
          </a:r>
          <a:endParaRPr lang="ru-RU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kern="1200" smtClean="0"/>
            <a:t>Выбираем два маршрута R1 и R2</a:t>
          </a:r>
          <a:endParaRPr lang="ru-RU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kern="1200" smtClean="0"/>
            <a:t>Разрываем по одному ребру в каждом</a:t>
          </a:r>
          <a:endParaRPr lang="ru-RU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kern="1200" dirty="0" err="1" smtClean="0"/>
            <a:t>Пересоединяем</a:t>
          </a:r>
          <a:r>
            <a:rPr lang="ru-RU" sz="1600" kern="1200" dirty="0" smtClean="0"/>
            <a:t> "крест-накрест"</a:t>
          </a:r>
          <a:endParaRPr lang="ru-RU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kern="1200" dirty="0" smtClean="0"/>
            <a:t>Если общая длина уменьшилась и грузоподъемность соблюдена – всё </a:t>
          </a:r>
          <a:r>
            <a:rPr lang="ru-RU" sz="1600" kern="1200" dirty="0" err="1" smtClean="0"/>
            <a:t>ок</a:t>
          </a:r>
          <a:endParaRPr lang="ru-RU" sz="1600" kern="1200" dirty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err="1" smtClean="0"/>
            <a:t>Relocate</a:t>
          </a:r>
          <a:r>
            <a:rPr lang="ru-RU" sz="1600" kern="1200" dirty="0" smtClean="0"/>
            <a:t> (перемещение клиентов):</a:t>
          </a:r>
          <a:endParaRPr lang="ru-RU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kern="1200" dirty="0" smtClean="0"/>
            <a:t>Берем клиента из одного маршрута</a:t>
          </a:r>
          <a:endParaRPr lang="ru-RU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kern="1200" smtClean="0"/>
            <a:t>Пробуем вставить во все позиции всех других маршрутов</a:t>
          </a:r>
          <a:endParaRPr lang="ru-RU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600" kern="1200" smtClean="0"/>
            <a:t>Принимаем лучшее перемещение с соблюдением грузоподъемности</a:t>
          </a:r>
          <a:endParaRPr lang="ru-RU" sz="1600" kern="120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smtClean="0"/>
            <a:t>Повторное применение 2-opt внутри маршрутов</a:t>
          </a:r>
          <a:endParaRPr lang="ru-RU" sz="1600" kern="1200"/>
        </a:p>
      </dsp:txBody>
      <dsp:txXfrm>
        <a:off x="5721761" y="-6"/>
        <a:ext cx="2275769" cy="6004572"/>
      </dsp:txXfrm>
    </dsp:sp>
    <dsp:sp modelId="{8FD6AFA0-F783-4FEA-93BC-5CEB334EF790}">
      <dsp:nvSpPr>
        <dsp:cNvPr id="0" name=""/>
        <dsp:cNvSpPr/>
      </dsp:nvSpPr>
      <dsp:spPr>
        <a:xfrm>
          <a:off x="8260273" y="-6"/>
          <a:ext cx="1609556" cy="6004572"/>
        </a:xfrm>
        <a:prstGeom prst="roundRect">
          <a:avLst>
            <a:gd name="adj" fmla="val 5000"/>
          </a:avLst>
        </a:prstGeom>
        <a:solidFill>
          <a:srgbClr val="67250D">
            <a:alpha val="7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4864" rIns="71120" bIns="0" numCol="1" spcCol="1270" anchor="t" anchorCtr="0">
          <a:noAutofit/>
        </a:bodyPr>
        <a:lstStyle/>
        <a:p>
          <a:pPr lvl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/>
            <a:t>Если 3 итерации без улучшений -- "возмущение":</a:t>
          </a:r>
          <a:endParaRPr lang="ru-RU" sz="1600" kern="1200" dirty="0"/>
        </a:p>
      </dsp:txBody>
      <dsp:txXfrm rot="16200000">
        <a:off x="5959353" y="2300912"/>
        <a:ext cx="4923749" cy="321911"/>
      </dsp:txXfrm>
    </dsp:sp>
    <dsp:sp modelId="{8528C3D1-258F-430D-AA36-7D1AB2EA3E78}">
      <dsp:nvSpPr>
        <dsp:cNvPr id="0" name=""/>
        <dsp:cNvSpPr/>
      </dsp:nvSpPr>
      <dsp:spPr>
        <a:xfrm rot="5400000">
          <a:off x="7996378" y="2781588"/>
          <a:ext cx="283288" cy="260728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-233785"/>
              <a:satOff val="14358"/>
              <a:lumOff val="161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9AC70D-1C87-4E46-88CF-12D67E3A1BC8}">
      <dsp:nvSpPr>
        <dsp:cNvPr id="0" name=""/>
        <dsp:cNvSpPr/>
      </dsp:nvSpPr>
      <dsp:spPr>
        <a:xfrm>
          <a:off x="8664891" y="-6"/>
          <a:ext cx="1199119" cy="6004572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4864" rIns="0" bIns="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/>
            <a:t>Случайно меняем местами двух клиентов из разных маршрутов</a:t>
          </a:r>
          <a:endParaRPr lang="ru-RU" sz="1600" kern="1200" dirty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/>
            <a:t>Продолжаем </a:t>
          </a:r>
          <a:r>
            <a:rPr lang="ru-RU" sz="1600" kern="1200" dirty="0" smtClean="0"/>
            <a:t>поиск из новой точки</a:t>
          </a:r>
          <a:endParaRPr lang="ru-RU" sz="1600" kern="1200" dirty="0"/>
        </a:p>
      </dsp:txBody>
      <dsp:txXfrm>
        <a:off x="8664891" y="-6"/>
        <a:ext cx="1199119" cy="6004572"/>
      </dsp:txXfrm>
    </dsp:sp>
    <dsp:sp modelId="{F0498D66-72E6-4B11-A105-7E53F63B9107}">
      <dsp:nvSpPr>
        <dsp:cNvPr id="0" name=""/>
        <dsp:cNvSpPr/>
      </dsp:nvSpPr>
      <dsp:spPr>
        <a:xfrm>
          <a:off x="9992000" y="-6"/>
          <a:ext cx="2199999" cy="6004572"/>
        </a:xfrm>
        <a:prstGeom prst="roundRect">
          <a:avLst>
            <a:gd name="adj" fmla="val 5000"/>
          </a:avLst>
        </a:prstGeom>
        <a:solidFill>
          <a:srgbClr val="67250D">
            <a:alpha val="6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4864" rIns="71120" bIns="0" numCol="1" spcCol="1270" anchor="t" anchorCtr="0">
          <a:noAutofit/>
        </a:bodyPr>
        <a:lstStyle/>
        <a:p>
          <a:pPr lvl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smtClean="0"/>
            <a:t>ФИНАЛЬНАЯ ПРОВЕРКА</a:t>
          </a:r>
          <a:endParaRPr lang="ru-RU" sz="1600" kern="1200"/>
        </a:p>
      </dsp:txBody>
      <dsp:txXfrm rot="16200000">
        <a:off x="7750125" y="2241868"/>
        <a:ext cx="4923749" cy="439999"/>
      </dsp:txXfrm>
    </dsp:sp>
    <dsp:sp modelId="{DD0CF167-F7C0-47AE-BE49-914AC9F65A4C}">
      <dsp:nvSpPr>
        <dsp:cNvPr id="0" name=""/>
        <dsp:cNvSpPr/>
      </dsp:nvSpPr>
      <dsp:spPr>
        <a:xfrm rot="5400000">
          <a:off x="9797997" y="2754525"/>
          <a:ext cx="288969" cy="279582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-350677"/>
              <a:satOff val="21537"/>
              <a:lumOff val="2422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6EC1B9-98C6-43F1-8D1E-6572A8D53616}">
      <dsp:nvSpPr>
        <dsp:cNvPr id="0" name=""/>
        <dsp:cNvSpPr/>
      </dsp:nvSpPr>
      <dsp:spPr>
        <a:xfrm>
          <a:off x="10471899" y="-6"/>
          <a:ext cx="1638999" cy="6004572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4864" rIns="0" bIns="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smtClean="0"/>
            <a:t>Убеждаемся, что все клиенты обслужены</a:t>
          </a:r>
          <a:endParaRPr lang="ru-RU" sz="1600" kern="120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/>
            <a:t>Проверяем </a:t>
          </a:r>
          <a:r>
            <a:rPr lang="ru-RU" sz="1600" kern="1200" dirty="0" err="1" smtClean="0"/>
            <a:t>грузо-подъемность</a:t>
          </a:r>
          <a:r>
            <a:rPr lang="ru-RU" sz="1600" kern="1200" dirty="0" smtClean="0"/>
            <a:t> каждого маршрута</a:t>
          </a:r>
          <a:endParaRPr lang="ru-RU" sz="1600" kern="1200" dirty="0"/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/>
            <a:t>Возвращаем решение с минимальной общей длиной</a:t>
          </a:r>
          <a:endParaRPr lang="ru-RU" sz="1600" kern="1200" dirty="0"/>
        </a:p>
      </dsp:txBody>
      <dsp:txXfrm>
        <a:off x="10471899" y="-6"/>
        <a:ext cx="1638999" cy="60045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C0FD1A-B259-4C20-935A-398423773D80}" type="datetimeFigureOut">
              <a:rPr lang="ru-RU" smtClean="0"/>
              <a:t>02.03.2026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735086-B0D8-474B-AC68-3F6A2F717B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8526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2931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126baddbace_2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126baddbace_2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9348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126baddbace_2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126baddbace_2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5375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0" name="Google Shape;2350;g12984953882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1" name="Google Shape;2351;g12984953882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6415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60000" y="1614833"/>
            <a:ext cx="5428400" cy="283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60000" y="4433609"/>
            <a:ext cx="5136000" cy="5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1741067" y="3196323"/>
            <a:ext cx="4251200" cy="4251200"/>
          </a:xfrm>
          <a:prstGeom prst="chord">
            <a:avLst>
              <a:gd name="adj1" fmla="val 7886419"/>
              <a:gd name="adj2" fmla="val 1367073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" name="Google Shape;12;p2"/>
          <p:cNvSpPr/>
          <p:nvPr/>
        </p:nvSpPr>
        <p:spPr>
          <a:xfrm rot="-5400000" flipH="1">
            <a:off x="6629779" y="1426016"/>
            <a:ext cx="4251200" cy="4251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" name="Google Shape;13;p2"/>
          <p:cNvSpPr/>
          <p:nvPr/>
        </p:nvSpPr>
        <p:spPr>
          <a:xfrm flipH="1">
            <a:off x="-3643453" y="-364244"/>
            <a:ext cx="4251200" cy="4251200"/>
          </a:xfrm>
          <a:prstGeom prst="chord">
            <a:avLst>
              <a:gd name="adj1" fmla="val 7886419"/>
              <a:gd name="adj2" fmla="val 1367073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483221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1611100" y="3147400"/>
            <a:ext cx="89700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933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5341000" y="1660300"/>
            <a:ext cx="15100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775400" y="4371400"/>
            <a:ext cx="8641200" cy="56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 flipH="1">
            <a:off x="7058133" y="5728423"/>
            <a:ext cx="4251200" cy="4251200"/>
          </a:xfrm>
          <a:prstGeom prst="chord">
            <a:avLst>
              <a:gd name="adj1" fmla="val 12130194"/>
              <a:gd name="adj2" fmla="val 2028213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" name="Google Shape;19;p3"/>
          <p:cNvSpPr/>
          <p:nvPr/>
        </p:nvSpPr>
        <p:spPr>
          <a:xfrm rot="10800000">
            <a:off x="173867" y="-3051211"/>
            <a:ext cx="4251200" cy="4251200"/>
          </a:xfrm>
          <a:prstGeom prst="chord">
            <a:avLst>
              <a:gd name="adj1" fmla="val 12130194"/>
              <a:gd name="adj2" fmla="val 2028213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0" name="Google Shape;20;p3"/>
          <p:cNvGrpSpPr/>
          <p:nvPr/>
        </p:nvGrpSpPr>
        <p:grpSpPr>
          <a:xfrm>
            <a:off x="5029223" y="-3677446"/>
            <a:ext cx="7344299" cy="6561756"/>
            <a:chOff x="3771917" y="-2758085"/>
            <a:chExt cx="5508224" cy="4921317"/>
          </a:xfrm>
        </p:grpSpPr>
        <p:grpSp>
          <p:nvGrpSpPr>
            <p:cNvPr id="21" name="Google Shape;21;p3"/>
            <p:cNvGrpSpPr/>
            <p:nvPr/>
          </p:nvGrpSpPr>
          <p:grpSpPr>
            <a:xfrm rot="10800000" flipH="1">
              <a:off x="3771917" y="-2758085"/>
              <a:ext cx="5508224" cy="4921317"/>
              <a:chOff x="-4643553" y="-317844"/>
              <a:chExt cx="5778059" cy="5162401"/>
            </a:xfrm>
          </p:grpSpPr>
          <p:sp>
            <p:nvSpPr>
              <p:cNvPr id="22" name="Google Shape;22;p3"/>
              <p:cNvSpPr/>
              <p:nvPr/>
            </p:nvSpPr>
            <p:spPr>
              <a:xfrm rot="5400000">
                <a:off x="665401" y="260930"/>
                <a:ext cx="69000" cy="45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23;p3"/>
              <p:cNvSpPr/>
              <p:nvPr/>
            </p:nvSpPr>
            <p:spPr>
              <a:xfrm>
                <a:off x="-4643553" y="-317844"/>
                <a:ext cx="5778059" cy="5162401"/>
              </a:xfrm>
              <a:custGeom>
                <a:avLst/>
                <a:gdLst/>
                <a:ahLst/>
                <a:cxnLst/>
                <a:rect l="l" t="t" r="r" b="b"/>
                <a:pathLst>
                  <a:path w="51982" h="46437" extrusionOk="0">
                    <a:moveTo>
                      <a:pt x="1275" y="46437"/>
                    </a:moveTo>
                    <a:cubicBezTo>
                      <a:pt x="0" y="46437"/>
                      <a:pt x="0" y="46437"/>
                      <a:pt x="0" y="46437"/>
                    </a:cubicBezTo>
                    <a:cubicBezTo>
                      <a:pt x="0" y="43439"/>
                      <a:pt x="0" y="43439"/>
                      <a:pt x="0" y="43439"/>
                    </a:cubicBezTo>
                    <a:cubicBezTo>
                      <a:pt x="1275" y="43422"/>
                      <a:pt x="1275" y="43422"/>
                      <a:pt x="1275" y="43422"/>
                    </a:cubicBezTo>
                    <a:cubicBezTo>
                      <a:pt x="2011" y="43422"/>
                      <a:pt x="2610" y="42823"/>
                      <a:pt x="2610" y="42087"/>
                    </a:cubicBezTo>
                    <a:cubicBezTo>
                      <a:pt x="2610" y="26691"/>
                      <a:pt x="2610" y="26691"/>
                      <a:pt x="2610" y="26691"/>
                    </a:cubicBezTo>
                    <a:cubicBezTo>
                      <a:pt x="2610" y="23517"/>
                      <a:pt x="5192" y="20935"/>
                      <a:pt x="8366" y="20935"/>
                    </a:cubicBezTo>
                    <a:cubicBezTo>
                      <a:pt x="11540" y="20935"/>
                      <a:pt x="14122" y="23517"/>
                      <a:pt x="14122" y="26691"/>
                    </a:cubicBezTo>
                    <a:cubicBezTo>
                      <a:pt x="14122" y="31798"/>
                      <a:pt x="14122" y="31798"/>
                      <a:pt x="14122" y="31798"/>
                    </a:cubicBezTo>
                    <a:cubicBezTo>
                      <a:pt x="14122" y="33310"/>
                      <a:pt x="15352" y="34539"/>
                      <a:pt x="16863" y="34539"/>
                    </a:cubicBezTo>
                    <a:cubicBezTo>
                      <a:pt x="17089" y="34539"/>
                      <a:pt x="17089" y="34539"/>
                      <a:pt x="17089" y="34539"/>
                    </a:cubicBezTo>
                    <a:cubicBezTo>
                      <a:pt x="18600" y="34539"/>
                      <a:pt x="19830" y="33310"/>
                      <a:pt x="19830" y="31798"/>
                    </a:cubicBezTo>
                    <a:cubicBezTo>
                      <a:pt x="19830" y="16859"/>
                      <a:pt x="19830" y="16859"/>
                      <a:pt x="19830" y="16859"/>
                    </a:cubicBezTo>
                    <a:cubicBezTo>
                      <a:pt x="19830" y="13686"/>
                      <a:pt x="22412" y="11103"/>
                      <a:pt x="25586" y="11103"/>
                    </a:cubicBezTo>
                    <a:cubicBezTo>
                      <a:pt x="25698" y="11103"/>
                      <a:pt x="25698" y="11103"/>
                      <a:pt x="25698" y="11103"/>
                    </a:cubicBezTo>
                    <a:cubicBezTo>
                      <a:pt x="28872" y="11103"/>
                      <a:pt x="31454" y="13686"/>
                      <a:pt x="31454" y="16859"/>
                    </a:cubicBezTo>
                    <a:cubicBezTo>
                      <a:pt x="31454" y="27421"/>
                      <a:pt x="31454" y="27421"/>
                      <a:pt x="31454" y="27421"/>
                    </a:cubicBezTo>
                    <a:cubicBezTo>
                      <a:pt x="31454" y="28933"/>
                      <a:pt x="32684" y="30162"/>
                      <a:pt x="34195" y="30162"/>
                    </a:cubicBezTo>
                    <a:cubicBezTo>
                      <a:pt x="34308" y="30162"/>
                      <a:pt x="34308" y="30162"/>
                      <a:pt x="34308" y="30162"/>
                    </a:cubicBezTo>
                    <a:cubicBezTo>
                      <a:pt x="35819" y="30162"/>
                      <a:pt x="37049" y="28933"/>
                      <a:pt x="37049" y="27421"/>
                    </a:cubicBezTo>
                    <a:cubicBezTo>
                      <a:pt x="37049" y="5756"/>
                      <a:pt x="37049" y="5756"/>
                      <a:pt x="37049" y="5756"/>
                    </a:cubicBezTo>
                    <a:cubicBezTo>
                      <a:pt x="37049" y="2582"/>
                      <a:pt x="39631" y="0"/>
                      <a:pt x="42805" y="0"/>
                    </a:cubicBezTo>
                    <a:cubicBezTo>
                      <a:pt x="42918" y="0"/>
                      <a:pt x="42918" y="0"/>
                      <a:pt x="42918" y="0"/>
                    </a:cubicBezTo>
                    <a:cubicBezTo>
                      <a:pt x="46091" y="0"/>
                      <a:pt x="48674" y="2582"/>
                      <a:pt x="48674" y="5756"/>
                    </a:cubicBezTo>
                    <a:cubicBezTo>
                      <a:pt x="48674" y="15639"/>
                      <a:pt x="48674" y="15639"/>
                      <a:pt x="48674" y="15639"/>
                    </a:cubicBezTo>
                    <a:cubicBezTo>
                      <a:pt x="48674" y="16406"/>
                      <a:pt x="49298" y="17031"/>
                      <a:pt x="50066" y="17031"/>
                    </a:cubicBezTo>
                    <a:cubicBezTo>
                      <a:pt x="51982" y="17058"/>
                      <a:pt x="51982" y="17058"/>
                      <a:pt x="51982" y="17058"/>
                    </a:cubicBezTo>
                    <a:cubicBezTo>
                      <a:pt x="51982" y="20034"/>
                      <a:pt x="51982" y="20034"/>
                      <a:pt x="51982" y="20034"/>
                    </a:cubicBezTo>
                    <a:cubicBezTo>
                      <a:pt x="50066" y="20046"/>
                      <a:pt x="50066" y="20046"/>
                      <a:pt x="50066" y="20046"/>
                    </a:cubicBezTo>
                    <a:cubicBezTo>
                      <a:pt x="47636" y="20046"/>
                      <a:pt x="45659" y="18069"/>
                      <a:pt x="45659" y="15639"/>
                    </a:cubicBezTo>
                    <a:cubicBezTo>
                      <a:pt x="45659" y="5756"/>
                      <a:pt x="45659" y="5756"/>
                      <a:pt x="45659" y="5756"/>
                    </a:cubicBezTo>
                    <a:cubicBezTo>
                      <a:pt x="45659" y="4244"/>
                      <a:pt x="44429" y="3015"/>
                      <a:pt x="42918" y="3015"/>
                    </a:cubicBezTo>
                    <a:cubicBezTo>
                      <a:pt x="42805" y="3015"/>
                      <a:pt x="42805" y="3015"/>
                      <a:pt x="42805" y="3015"/>
                    </a:cubicBezTo>
                    <a:cubicBezTo>
                      <a:pt x="41294" y="3015"/>
                      <a:pt x="40064" y="4244"/>
                      <a:pt x="40064" y="5756"/>
                    </a:cubicBezTo>
                    <a:cubicBezTo>
                      <a:pt x="40064" y="27421"/>
                      <a:pt x="40064" y="27421"/>
                      <a:pt x="40064" y="27421"/>
                    </a:cubicBezTo>
                    <a:cubicBezTo>
                      <a:pt x="40064" y="30595"/>
                      <a:pt x="37482" y="33177"/>
                      <a:pt x="34308" y="33177"/>
                    </a:cubicBezTo>
                    <a:cubicBezTo>
                      <a:pt x="34195" y="33177"/>
                      <a:pt x="34195" y="33177"/>
                      <a:pt x="34195" y="33177"/>
                    </a:cubicBezTo>
                    <a:cubicBezTo>
                      <a:pt x="31021" y="33177"/>
                      <a:pt x="28439" y="30595"/>
                      <a:pt x="28439" y="27421"/>
                    </a:cubicBezTo>
                    <a:cubicBezTo>
                      <a:pt x="28439" y="16859"/>
                      <a:pt x="28439" y="16859"/>
                      <a:pt x="28439" y="16859"/>
                    </a:cubicBezTo>
                    <a:cubicBezTo>
                      <a:pt x="28439" y="15348"/>
                      <a:pt x="27210" y="14118"/>
                      <a:pt x="25698" y="14118"/>
                    </a:cubicBezTo>
                    <a:cubicBezTo>
                      <a:pt x="25586" y="14118"/>
                      <a:pt x="25586" y="14118"/>
                      <a:pt x="25586" y="14118"/>
                    </a:cubicBezTo>
                    <a:cubicBezTo>
                      <a:pt x="24074" y="14118"/>
                      <a:pt x="22845" y="15348"/>
                      <a:pt x="22845" y="16859"/>
                    </a:cubicBezTo>
                    <a:cubicBezTo>
                      <a:pt x="22845" y="31798"/>
                      <a:pt x="22845" y="31798"/>
                      <a:pt x="22845" y="31798"/>
                    </a:cubicBezTo>
                    <a:cubicBezTo>
                      <a:pt x="22845" y="34972"/>
                      <a:pt x="20262" y="37554"/>
                      <a:pt x="17089" y="37554"/>
                    </a:cubicBezTo>
                    <a:cubicBezTo>
                      <a:pt x="16863" y="37554"/>
                      <a:pt x="16863" y="37554"/>
                      <a:pt x="16863" y="37554"/>
                    </a:cubicBezTo>
                    <a:cubicBezTo>
                      <a:pt x="13689" y="37554"/>
                      <a:pt x="11107" y="34972"/>
                      <a:pt x="11107" y="31798"/>
                    </a:cubicBezTo>
                    <a:cubicBezTo>
                      <a:pt x="11107" y="26691"/>
                      <a:pt x="11107" y="26691"/>
                      <a:pt x="11107" y="26691"/>
                    </a:cubicBezTo>
                    <a:cubicBezTo>
                      <a:pt x="11107" y="25179"/>
                      <a:pt x="9878" y="23950"/>
                      <a:pt x="8366" y="23950"/>
                    </a:cubicBezTo>
                    <a:cubicBezTo>
                      <a:pt x="6855" y="23950"/>
                      <a:pt x="5625" y="25179"/>
                      <a:pt x="5625" y="26691"/>
                    </a:cubicBezTo>
                    <a:cubicBezTo>
                      <a:pt x="5625" y="42087"/>
                      <a:pt x="5625" y="42087"/>
                      <a:pt x="5625" y="42087"/>
                    </a:cubicBezTo>
                    <a:cubicBezTo>
                      <a:pt x="5625" y="44485"/>
                      <a:pt x="3674" y="46437"/>
                      <a:pt x="1275" y="4643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3"/>
              <p:cNvSpPr/>
              <p:nvPr/>
            </p:nvSpPr>
            <p:spPr>
              <a:xfrm>
                <a:off x="-4501017" y="4666099"/>
                <a:ext cx="69472" cy="19165"/>
              </a:xfrm>
              <a:custGeom>
                <a:avLst/>
                <a:gdLst/>
                <a:ahLst/>
                <a:cxnLst/>
                <a:rect l="l" t="t" r="r" b="b"/>
                <a:pathLst>
                  <a:path w="631" h="170" extrusionOk="0">
                    <a:moveTo>
                      <a:pt x="0" y="170"/>
                    </a:moveTo>
                    <a:cubicBezTo>
                      <a:pt x="0" y="66"/>
                      <a:pt x="0" y="66"/>
                      <a:pt x="0" y="66"/>
                    </a:cubicBezTo>
                    <a:cubicBezTo>
                      <a:pt x="205" y="66"/>
                      <a:pt x="410" y="44"/>
                      <a:pt x="608" y="0"/>
                    </a:cubicBezTo>
                    <a:cubicBezTo>
                      <a:pt x="631" y="101"/>
                      <a:pt x="631" y="101"/>
                      <a:pt x="631" y="101"/>
                    </a:cubicBezTo>
                    <a:cubicBezTo>
                      <a:pt x="425" y="147"/>
                      <a:pt x="213" y="170"/>
                      <a:pt x="0" y="17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25;p3"/>
              <p:cNvSpPr/>
              <p:nvPr/>
            </p:nvSpPr>
            <p:spPr>
              <a:xfrm>
                <a:off x="-4311769" y="-150155"/>
                <a:ext cx="5040210" cy="4768407"/>
              </a:xfrm>
              <a:custGeom>
                <a:avLst/>
                <a:gdLst/>
                <a:ahLst/>
                <a:cxnLst/>
                <a:rect l="l" t="t" r="r" b="b"/>
                <a:pathLst>
                  <a:path w="45345" h="42891" extrusionOk="0">
                    <a:moveTo>
                      <a:pt x="64" y="42891"/>
                    </a:moveTo>
                    <a:cubicBezTo>
                      <a:pt x="0" y="42809"/>
                      <a:pt x="0" y="42809"/>
                      <a:pt x="0" y="42809"/>
                    </a:cubicBezTo>
                    <a:cubicBezTo>
                      <a:pt x="321" y="42561"/>
                      <a:pt x="590" y="42241"/>
                      <a:pt x="776" y="41882"/>
                    </a:cubicBezTo>
                    <a:cubicBezTo>
                      <a:pt x="868" y="41930"/>
                      <a:pt x="868" y="41930"/>
                      <a:pt x="868" y="41930"/>
                    </a:cubicBezTo>
                    <a:cubicBezTo>
                      <a:pt x="675" y="42302"/>
                      <a:pt x="397" y="42634"/>
                      <a:pt x="64" y="42891"/>
                    </a:cubicBezTo>
                    <a:close/>
                    <a:moveTo>
                      <a:pt x="1190" y="40719"/>
                    </a:moveTo>
                    <a:cubicBezTo>
                      <a:pt x="1086" y="40714"/>
                      <a:pt x="1086" y="40714"/>
                      <a:pt x="1086" y="40714"/>
                    </a:cubicBezTo>
                    <a:cubicBezTo>
                      <a:pt x="1087" y="40676"/>
                      <a:pt x="1088" y="40637"/>
                      <a:pt x="1088" y="40598"/>
                    </a:cubicBezTo>
                    <a:cubicBezTo>
                      <a:pt x="1088" y="39476"/>
                      <a:pt x="1088" y="39476"/>
                      <a:pt x="1088" y="39476"/>
                    </a:cubicBezTo>
                    <a:cubicBezTo>
                      <a:pt x="1192" y="39476"/>
                      <a:pt x="1192" y="39476"/>
                      <a:pt x="1192" y="39476"/>
                    </a:cubicBezTo>
                    <a:cubicBezTo>
                      <a:pt x="1192" y="40598"/>
                      <a:pt x="1192" y="40598"/>
                      <a:pt x="1192" y="40598"/>
                    </a:cubicBezTo>
                    <a:cubicBezTo>
                      <a:pt x="1192" y="40639"/>
                      <a:pt x="1191" y="40679"/>
                      <a:pt x="1190" y="40719"/>
                    </a:cubicBezTo>
                    <a:close/>
                    <a:moveTo>
                      <a:pt x="1192" y="38235"/>
                    </a:moveTo>
                    <a:cubicBezTo>
                      <a:pt x="1088" y="38235"/>
                      <a:pt x="1088" y="38235"/>
                      <a:pt x="1088" y="38235"/>
                    </a:cubicBezTo>
                    <a:cubicBezTo>
                      <a:pt x="1088" y="36994"/>
                      <a:pt x="1088" y="36994"/>
                      <a:pt x="1088" y="36994"/>
                    </a:cubicBezTo>
                    <a:cubicBezTo>
                      <a:pt x="1192" y="36994"/>
                      <a:pt x="1192" y="36994"/>
                      <a:pt x="1192" y="36994"/>
                    </a:cubicBezTo>
                    <a:lnTo>
                      <a:pt x="1192" y="38235"/>
                    </a:lnTo>
                    <a:close/>
                    <a:moveTo>
                      <a:pt x="1192" y="35754"/>
                    </a:moveTo>
                    <a:cubicBezTo>
                      <a:pt x="1088" y="35754"/>
                      <a:pt x="1088" y="35754"/>
                      <a:pt x="1088" y="35754"/>
                    </a:cubicBezTo>
                    <a:cubicBezTo>
                      <a:pt x="1088" y="34513"/>
                      <a:pt x="1088" y="34513"/>
                      <a:pt x="1088" y="34513"/>
                    </a:cubicBezTo>
                    <a:cubicBezTo>
                      <a:pt x="1192" y="34513"/>
                      <a:pt x="1192" y="34513"/>
                      <a:pt x="1192" y="34513"/>
                    </a:cubicBezTo>
                    <a:lnTo>
                      <a:pt x="1192" y="35754"/>
                    </a:lnTo>
                    <a:close/>
                    <a:moveTo>
                      <a:pt x="14111" y="34610"/>
                    </a:moveTo>
                    <a:cubicBezTo>
                      <a:pt x="13886" y="34610"/>
                      <a:pt x="13886" y="34610"/>
                      <a:pt x="13886" y="34610"/>
                    </a:cubicBezTo>
                    <a:cubicBezTo>
                      <a:pt x="13564" y="34610"/>
                      <a:pt x="13244" y="34574"/>
                      <a:pt x="12934" y="34504"/>
                    </a:cubicBezTo>
                    <a:cubicBezTo>
                      <a:pt x="12957" y="34403"/>
                      <a:pt x="12957" y="34403"/>
                      <a:pt x="12957" y="34403"/>
                    </a:cubicBezTo>
                    <a:cubicBezTo>
                      <a:pt x="13259" y="34471"/>
                      <a:pt x="13572" y="34506"/>
                      <a:pt x="13886" y="34506"/>
                    </a:cubicBezTo>
                    <a:cubicBezTo>
                      <a:pt x="14177" y="34505"/>
                      <a:pt x="14177" y="34505"/>
                      <a:pt x="14177" y="34505"/>
                    </a:cubicBezTo>
                    <a:cubicBezTo>
                      <a:pt x="14179" y="34609"/>
                      <a:pt x="14179" y="34609"/>
                      <a:pt x="14179" y="34609"/>
                    </a:cubicBezTo>
                    <a:lnTo>
                      <a:pt x="14111" y="34610"/>
                    </a:lnTo>
                    <a:close/>
                    <a:moveTo>
                      <a:pt x="15413" y="34409"/>
                    </a:moveTo>
                    <a:cubicBezTo>
                      <a:pt x="15382" y="34310"/>
                      <a:pt x="15382" y="34310"/>
                      <a:pt x="15382" y="34310"/>
                    </a:cubicBezTo>
                    <a:cubicBezTo>
                      <a:pt x="15771" y="34186"/>
                      <a:pt x="16141" y="34006"/>
                      <a:pt x="16479" y="33774"/>
                    </a:cubicBezTo>
                    <a:cubicBezTo>
                      <a:pt x="16538" y="33860"/>
                      <a:pt x="16538" y="33860"/>
                      <a:pt x="16538" y="33860"/>
                    </a:cubicBezTo>
                    <a:cubicBezTo>
                      <a:pt x="16191" y="34098"/>
                      <a:pt x="15813" y="34282"/>
                      <a:pt x="15413" y="34409"/>
                    </a:cubicBezTo>
                    <a:close/>
                    <a:moveTo>
                      <a:pt x="11767" y="34053"/>
                    </a:moveTo>
                    <a:cubicBezTo>
                      <a:pt x="11403" y="33846"/>
                      <a:pt x="11070" y="33587"/>
                      <a:pt x="10780" y="33284"/>
                    </a:cubicBezTo>
                    <a:cubicBezTo>
                      <a:pt x="10855" y="33212"/>
                      <a:pt x="10855" y="33212"/>
                      <a:pt x="10855" y="33212"/>
                    </a:cubicBezTo>
                    <a:cubicBezTo>
                      <a:pt x="11138" y="33508"/>
                      <a:pt x="11463" y="33761"/>
                      <a:pt x="11818" y="33962"/>
                    </a:cubicBezTo>
                    <a:lnTo>
                      <a:pt x="11767" y="34053"/>
                    </a:lnTo>
                    <a:close/>
                    <a:moveTo>
                      <a:pt x="1192" y="33272"/>
                    </a:moveTo>
                    <a:cubicBezTo>
                      <a:pt x="1088" y="33272"/>
                      <a:pt x="1088" y="33272"/>
                      <a:pt x="1088" y="33272"/>
                    </a:cubicBezTo>
                    <a:cubicBezTo>
                      <a:pt x="1088" y="32032"/>
                      <a:pt x="1088" y="32032"/>
                      <a:pt x="1088" y="32032"/>
                    </a:cubicBezTo>
                    <a:cubicBezTo>
                      <a:pt x="1192" y="32032"/>
                      <a:pt x="1192" y="32032"/>
                      <a:pt x="1192" y="32032"/>
                    </a:cubicBezTo>
                    <a:lnTo>
                      <a:pt x="1192" y="33272"/>
                    </a:lnTo>
                    <a:close/>
                    <a:moveTo>
                      <a:pt x="17457" y="33011"/>
                    </a:moveTo>
                    <a:cubicBezTo>
                      <a:pt x="17376" y="32946"/>
                      <a:pt x="17376" y="32946"/>
                      <a:pt x="17376" y="32946"/>
                    </a:cubicBezTo>
                    <a:cubicBezTo>
                      <a:pt x="17634" y="32627"/>
                      <a:pt x="17843" y="32274"/>
                      <a:pt x="17998" y="31895"/>
                    </a:cubicBezTo>
                    <a:cubicBezTo>
                      <a:pt x="18094" y="31935"/>
                      <a:pt x="18094" y="31935"/>
                      <a:pt x="18094" y="31935"/>
                    </a:cubicBezTo>
                    <a:cubicBezTo>
                      <a:pt x="17935" y="32322"/>
                      <a:pt x="17721" y="32685"/>
                      <a:pt x="17457" y="33011"/>
                    </a:cubicBezTo>
                    <a:close/>
                    <a:moveTo>
                      <a:pt x="10054" y="32265"/>
                    </a:moveTo>
                    <a:cubicBezTo>
                      <a:pt x="9863" y="31891"/>
                      <a:pt x="9728" y="31492"/>
                      <a:pt x="9654" y="31079"/>
                    </a:cubicBezTo>
                    <a:cubicBezTo>
                      <a:pt x="9756" y="31061"/>
                      <a:pt x="9756" y="31061"/>
                      <a:pt x="9756" y="31061"/>
                    </a:cubicBezTo>
                    <a:cubicBezTo>
                      <a:pt x="9829" y="31464"/>
                      <a:pt x="9960" y="31853"/>
                      <a:pt x="10147" y="32217"/>
                    </a:cubicBezTo>
                    <a:lnTo>
                      <a:pt x="10054" y="32265"/>
                    </a:lnTo>
                    <a:close/>
                    <a:moveTo>
                      <a:pt x="1192" y="30791"/>
                    </a:moveTo>
                    <a:cubicBezTo>
                      <a:pt x="1088" y="30791"/>
                      <a:pt x="1088" y="30791"/>
                      <a:pt x="1088" y="30791"/>
                    </a:cubicBezTo>
                    <a:cubicBezTo>
                      <a:pt x="1088" y="29550"/>
                      <a:pt x="1088" y="29550"/>
                      <a:pt x="1088" y="29550"/>
                    </a:cubicBezTo>
                    <a:cubicBezTo>
                      <a:pt x="1192" y="29550"/>
                      <a:pt x="1192" y="29550"/>
                      <a:pt x="1192" y="29550"/>
                    </a:cubicBezTo>
                    <a:lnTo>
                      <a:pt x="1192" y="30791"/>
                    </a:lnTo>
                    <a:close/>
                    <a:moveTo>
                      <a:pt x="18392" y="30719"/>
                    </a:moveTo>
                    <a:cubicBezTo>
                      <a:pt x="18289" y="30710"/>
                      <a:pt x="18289" y="30710"/>
                      <a:pt x="18289" y="30710"/>
                    </a:cubicBezTo>
                    <a:cubicBezTo>
                      <a:pt x="18301" y="30578"/>
                      <a:pt x="18307" y="30443"/>
                      <a:pt x="18307" y="30309"/>
                    </a:cubicBezTo>
                    <a:cubicBezTo>
                      <a:pt x="18307" y="29475"/>
                      <a:pt x="18307" y="29475"/>
                      <a:pt x="18307" y="29475"/>
                    </a:cubicBezTo>
                    <a:cubicBezTo>
                      <a:pt x="18411" y="29475"/>
                      <a:pt x="18411" y="29475"/>
                      <a:pt x="18411" y="29475"/>
                    </a:cubicBezTo>
                    <a:cubicBezTo>
                      <a:pt x="18411" y="30309"/>
                      <a:pt x="18411" y="30309"/>
                      <a:pt x="18411" y="30309"/>
                    </a:cubicBezTo>
                    <a:cubicBezTo>
                      <a:pt x="18411" y="30446"/>
                      <a:pt x="18405" y="30584"/>
                      <a:pt x="18392" y="30719"/>
                    </a:cubicBezTo>
                    <a:close/>
                    <a:moveTo>
                      <a:pt x="31073" y="30231"/>
                    </a:moveTo>
                    <a:cubicBezTo>
                      <a:pt x="30653" y="30217"/>
                      <a:pt x="30239" y="30142"/>
                      <a:pt x="29842" y="30008"/>
                    </a:cubicBezTo>
                    <a:cubicBezTo>
                      <a:pt x="29876" y="29910"/>
                      <a:pt x="29876" y="29910"/>
                      <a:pt x="29876" y="29910"/>
                    </a:cubicBezTo>
                    <a:cubicBezTo>
                      <a:pt x="30262" y="30040"/>
                      <a:pt x="30666" y="30113"/>
                      <a:pt x="31077" y="30127"/>
                    </a:cubicBezTo>
                    <a:lnTo>
                      <a:pt x="31073" y="30231"/>
                    </a:lnTo>
                    <a:close/>
                    <a:moveTo>
                      <a:pt x="32319" y="30119"/>
                    </a:moveTo>
                    <a:cubicBezTo>
                      <a:pt x="32295" y="30018"/>
                      <a:pt x="32295" y="30018"/>
                      <a:pt x="32295" y="30018"/>
                    </a:cubicBezTo>
                    <a:cubicBezTo>
                      <a:pt x="32693" y="29924"/>
                      <a:pt x="33075" y="29772"/>
                      <a:pt x="33429" y="29567"/>
                    </a:cubicBezTo>
                    <a:cubicBezTo>
                      <a:pt x="33481" y="29657"/>
                      <a:pt x="33481" y="29657"/>
                      <a:pt x="33481" y="29657"/>
                    </a:cubicBezTo>
                    <a:cubicBezTo>
                      <a:pt x="33118" y="29868"/>
                      <a:pt x="32727" y="30023"/>
                      <a:pt x="32319" y="30119"/>
                    </a:cubicBezTo>
                    <a:close/>
                    <a:moveTo>
                      <a:pt x="9689" y="29834"/>
                    </a:moveTo>
                    <a:cubicBezTo>
                      <a:pt x="9585" y="29834"/>
                      <a:pt x="9585" y="29834"/>
                      <a:pt x="9585" y="29834"/>
                    </a:cubicBezTo>
                    <a:cubicBezTo>
                      <a:pt x="9585" y="28593"/>
                      <a:pt x="9585" y="28593"/>
                      <a:pt x="9585" y="28593"/>
                    </a:cubicBezTo>
                    <a:cubicBezTo>
                      <a:pt x="9689" y="28593"/>
                      <a:pt x="9689" y="28593"/>
                      <a:pt x="9689" y="28593"/>
                    </a:cubicBezTo>
                    <a:lnTo>
                      <a:pt x="9689" y="29834"/>
                    </a:lnTo>
                    <a:close/>
                    <a:moveTo>
                      <a:pt x="28728" y="29439"/>
                    </a:moveTo>
                    <a:cubicBezTo>
                      <a:pt x="28386" y="29196"/>
                      <a:pt x="28082" y="28905"/>
                      <a:pt x="27824" y="28574"/>
                    </a:cubicBezTo>
                    <a:cubicBezTo>
                      <a:pt x="27906" y="28510"/>
                      <a:pt x="27906" y="28510"/>
                      <a:pt x="27906" y="28510"/>
                    </a:cubicBezTo>
                    <a:cubicBezTo>
                      <a:pt x="28158" y="28833"/>
                      <a:pt x="28455" y="29117"/>
                      <a:pt x="28788" y="29355"/>
                    </a:cubicBezTo>
                    <a:lnTo>
                      <a:pt x="28728" y="29439"/>
                    </a:lnTo>
                    <a:close/>
                    <a:moveTo>
                      <a:pt x="34462" y="28880"/>
                    </a:moveTo>
                    <a:cubicBezTo>
                      <a:pt x="34386" y="28809"/>
                      <a:pt x="34386" y="28809"/>
                      <a:pt x="34386" y="28809"/>
                    </a:cubicBezTo>
                    <a:cubicBezTo>
                      <a:pt x="34668" y="28510"/>
                      <a:pt x="34903" y="28173"/>
                      <a:pt x="35086" y="27808"/>
                    </a:cubicBezTo>
                    <a:cubicBezTo>
                      <a:pt x="35179" y="27854"/>
                      <a:pt x="35179" y="27854"/>
                      <a:pt x="35179" y="27854"/>
                    </a:cubicBezTo>
                    <a:cubicBezTo>
                      <a:pt x="34991" y="28229"/>
                      <a:pt x="34750" y="28574"/>
                      <a:pt x="34462" y="28880"/>
                    </a:cubicBezTo>
                    <a:close/>
                    <a:moveTo>
                      <a:pt x="1192" y="28310"/>
                    </a:moveTo>
                    <a:cubicBezTo>
                      <a:pt x="1088" y="28310"/>
                      <a:pt x="1088" y="28310"/>
                      <a:pt x="1088" y="28310"/>
                    </a:cubicBezTo>
                    <a:cubicBezTo>
                      <a:pt x="1088" y="27069"/>
                      <a:pt x="1088" y="27069"/>
                      <a:pt x="1088" y="27069"/>
                    </a:cubicBezTo>
                    <a:cubicBezTo>
                      <a:pt x="1192" y="27069"/>
                      <a:pt x="1192" y="27069"/>
                      <a:pt x="1192" y="27069"/>
                    </a:cubicBezTo>
                    <a:lnTo>
                      <a:pt x="1192" y="28310"/>
                    </a:lnTo>
                    <a:close/>
                    <a:moveTo>
                      <a:pt x="18411" y="28234"/>
                    </a:moveTo>
                    <a:cubicBezTo>
                      <a:pt x="18307" y="28234"/>
                      <a:pt x="18307" y="28234"/>
                      <a:pt x="18307" y="28234"/>
                    </a:cubicBezTo>
                    <a:cubicBezTo>
                      <a:pt x="18307" y="26993"/>
                      <a:pt x="18307" y="26993"/>
                      <a:pt x="18307" y="26993"/>
                    </a:cubicBezTo>
                    <a:cubicBezTo>
                      <a:pt x="18411" y="26993"/>
                      <a:pt x="18411" y="26993"/>
                      <a:pt x="18411" y="26993"/>
                    </a:cubicBezTo>
                    <a:lnTo>
                      <a:pt x="18411" y="28234"/>
                    </a:lnTo>
                    <a:close/>
                    <a:moveTo>
                      <a:pt x="27206" y="27486"/>
                    </a:moveTo>
                    <a:cubicBezTo>
                      <a:pt x="27055" y="27096"/>
                      <a:pt x="26962" y="26686"/>
                      <a:pt x="26930" y="26266"/>
                    </a:cubicBezTo>
                    <a:cubicBezTo>
                      <a:pt x="27034" y="26258"/>
                      <a:pt x="27034" y="26258"/>
                      <a:pt x="27034" y="26258"/>
                    </a:cubicBezTo>
                    <a:cubicBezTo>
                      <a:pt x="27065" y="26668"/>
                      <a:pt x="27156" y="27068"/>
                      <a:pt x="27303" y="27449"/>
                    </a:cubicBezTo>
                    <a:lnTo>
                      <a:pt x="27206" y="27486"/>
                    </a:lnTo>
                    <a:close/>
                    <a:moveTo>
                      <a:pt x="9689" y="27352"/>
                    </a:moveTo>
                    <a:cubicBezTo>
                      <a:pt x="9585" y="27352"/>
                      <a:pt x="9585" y="27352"/>
                      <a:pt x="9585" y="27352"/>
                    </a:cubicBezTo>
                    <a:cubicBezTo>
                      <a:pt x="9585" y="26112"/>
                      <a:pt x="9585" y="26112"/>
                      <a:pt x="9585" y="26112"/>
                    </a:cubicBezTo>
                    <a:cubicBezTo>
                      <a:pt x="9689" y="26112"/>
                      <a:pt x="9689" y="26112"/>
                      <a:pt x="9689" y="26112"/>
                    </a:cubicBezTo>
                    <a:lnTo>
                      <a:pt x="9689" y="27352"/>
                    </a:lnTo>
                    <a:close/>
                    <a:moveTo>
                      <a:pt x="35569" y="26666"/>
                    </a:moveTo>
                    <a:cubicBezTo>
                      <a:pt x="35466" y="26648"/>
                      <a:pt x="35466" y="26648"/>
                      <a:pt x="35466" y="26648"/>
                    </a:cubicBezTo>
                    <a:cubicBezTo>
                      <a:pt x="35506" y="26413"/>
                      <a:pt x="35527" y="26173"/>
                      <a:pt x="35527" y="25932"/>
                    </a:cubicBezTo>
                    <a:cubicBezTo>
                      <a:pt x="35527" y="25420"/>
                      <a:pt x="35527" y="25420"/>
                      <a:pt x="35527" y="25420"/>
                    </a:cubicBezTo>
                    <a:cubicBezTo>
                      <a:pt x="35631" y="25420"/>
                      <a:pt x="35631" y="25420"/>
                      <a:pt x="35631" y="25420"/>
                    </a:cubicBezTo>
                    <a:cubicBezTo>
                      <a:pt x="35631" y="25932"/>
                      <a:pt x="35631" y="25932"/>
                      <a:pt x="35631" y="25932"/>
                    </a:cubicBezTo>
                    <a:cubicBezTo>
                      <a:pt x="35631" y="26179"/>
                      <a:pt x="35610" y="26425"/>
                      <a:pt x="35569" y="26666"/>
                    </a:cubicBezTo>
                    <a:close/>
                    <a:moveTo>
                      <a:pt x="1192" y="25828"/>
                    </a:moveTo>
                    <a:cubicBezTo>
                      <a:pt x="1088" y="25828"/>
                      <a:pt x="1088" y="25828"/>
                      <a:pt x="1088" y="25828"/>
                    </a:cubicBezTo>
                    <a:cubicBezTo>
                      <a:pt x="1088" y="25202"/>
                      <a:pt x="1088" y="25202"/>
                      <a:pt x="1088" y="25202"/>
                    </a:cubicBezTo>
                    <a:cubicBezTo>
                      <a:pt x="1088" y="24995"/>
                      <a:pt x="1103" y="24786"/>
                      <a:pt x="1132" y="24583"/>
                    </a:cubicBezTo>
                    <a:cubicBezTo>
                      <a:pt x="1235" y="24597"/>
                      <a:pt x="1235" y="24597"/>
                      <a:pt x="1235" y="24597"/>
                    </a:cubicBezTo>
                    <a:cubicBezTo>
                      <a:pt x="1207" y="24796"/>
                      <a:pt x="1192" y="25000"/>
                      <a:pt x="1192" y="25202"/>
                    </a:cubicBezTo>
                    <a:lnTo>
                      <a:pt x="1192" y="25828"/>
                    </a:lnTo>
                    <a:close/>
                    <a:moveTo>
                      <a:pt x="18411" y="25753"/>
                    </a:moveTo>
                    <a:cubicBezTo>
                      <a:pt x="18307" y="25753"/>
                      <a:pt x="18307" y="25753"/>
                      <a:pt x="18307" y="25753"/>
                    </a:cubicBezTo>
                    <a:cubicBezTo>
                      <a:pt x="18307" y="24512"/>
                      <a:pt x="18307" y="24512"/>
                      <a:pt x="18307" y="24512"/>
                    </a:cubicBezTo>
                    <a:cubicBezTo>
                      <a:pt x="18411" y="24512"/>
                      <a:pt x="18411" y="24512"/>
                      <a:pt x="18411" y="24512"/>
                    </a:cubicBezTo>
                    <a:lnTo>
                      <a:pt x="18411" y="25753"/>
                    </a:lnTo>
                    <a:close/>
                    <a:moveTo>
                      <a:pt x="27021" y="25022"/>
                    </a:moveTo>
                    <a:cubicBezTo>
                      <a:pt x="26917" y="25022"/>
                      <a:pt x="26917" y="25022"/>
                      <a:pt x="26917" y="25022"/>
                    </a:cubicBezTo>
                    <a:cubicBezTo>
                      <a:pt x="26917" y="23781"/>
                      <a:pt x="26917" y="23781"/>
                      <a:pt x="26917" y="23781"/>
                    </a:cubicBezTo>
                    <a:cubicBezTo>
                      <a:pt x="27021" y="23781"/>
                      <a:pt x="27021" y="23781"/>
                      <a:pt x="27021" y="23781"/>
                    </a:cubicBezTo>
                    <a:lnTo>
                      <a:pt x="27021" y="25022"/>
                    </a:lnTo>
                    <a:close/>
                    <a:moveTo>
                      <a:pt x="9573" y="24875"/>
                    </a:moveTo>
                    <a:cubicBezTo>
                      <a:pt x="9541" y="24466"/>
                      <a:pt x="9450" y="24066"/>
                      <a:pt x="9303" y="23685"/>
                    </a:cubicBezTo>
                    <a:cubicBezTo>
                      <a:pt x="9399" y="23647"/>
                      <a:pt x="9399" y="23647"/>
                      <a:pt x="9399" y="23647"/>
                    </a:cubicBezTo>
                    <a:cubicBezTo>
                      <a:pt x="9551" y="24038"/>
                      <a:pt x="9644" y="24448"/>
                      <a:pt x="9676" y="24867"/>
                    </a:cubicBezTo>
                    <a:lnTo>
                      <a:pt x="9573" y="24875"/>
                    </a:lnTo>
                    <a:close/>
                    <a:moveTo>
                      <a:pt x="35631" y="24179"/>
                    </a:moveTo>
                    <a:cubicBezTo>
                      <a:pt x="35527" y="24179"/>
                      <a:pt x="35527" y="24179"/>
                      <a:pt x="35527" y="24179"/>
                    </a:cubicBezTo>
                    <a:cubicBezTo>
                      <a:pt x="35527" y="22938"/>
                      <a:pt x="35527" y="22938"/>
                      <a:pt x="35527" y="22938"/>
                    </a:cubicBezTo>
                    <a:cubicBezTo>
                      <a:pt x="35631" y="22938"/>
                      <a:pt x="35631" y="22938"/>
                      <a:pt x="35631" y="22938"/>
                    </a:cubicBezTo>
                    <a:lnTo>
                      <a:pt x="35631" y="24179"/>
                    </a:lnTo>
                    <a:close/>
                    <a:moveTo>
                      <a:pt x="1584" y="23428"/>
                    </a:moveTo>
                    <a:cubicBezTo>
                      <a:pt x="1490" y="23384"/>
                      <a:pt x="1490" y="23384"/>
                      <a:pt x="1490" y="23384"/>
                    </a:cubicBezTo>
                    <a:cubicBezTo>
                      <a:pt x="1668" y="23004"/>
                      <a:pt x="1899" y="22653"/>
                      <a:pt x="2179" y="22339"/>
                    </a:cubicBezTo>
                    <a:cubicBezTo>
                      <a:pt x="2257" y="22409"/>
                      <a:pt x="2257" y="22409"/>
                      <a:pt x="2257" y="22409"/>
                    </a:cubicBezTo>
                    <a:cubicBezTo>
                      <a:pt x="1984" y="22715"/>
                      <a:pt x="1757" y="23058"/>
                      <a:pt x="1584" y="23428"/>
                    </a:cubicBezTo>
                    <a:close/>
                    <a:moveTo>
                      <a:pt x="18411" y="23271"/>
                    </a:moveTo>
                    <a:cubicBezTo>
                      <a:pt x="18307" y="23271"/>
                      <a:pt x="18307" y="23271"/>
                      <a:pt x="18307" y="23271"/>
                    </a:cubicBezTo>
                    <a:cubicBezTo>
                      <a:pt x="18307" y="22031"/>
                      <a:pt x="18307" y="22031"/>
                      <a:pt x="18307" y="22031"/>
                    </a:cubicBezTo>
                    <a:cubicBezTo>
                      <a:pt x="18411" y="22031"/>
                      <a:pt x="18411" y="22031"/>
                      <a:pt x="18411" y="22031"/>
                    </a:cubicBezTo>
                    <a:lnTo>
                      <a:pt x="18411" y="23271"/>
                    </a:lnTo>
                    <a:close/>
                    <a:moveTo>
                      <a:pt x="8700" y="22623"/>
                    </a:moveTo>
                    <a:cubicBezTo>
                      <a:pt x="8448" y="22300"/>
                      <a:pt x="8151" y="22016"/>
                      <a:pt x="7817" y="21779"/>
                    </a:cubicBezTo>
                    <a:cubicBezTo>
                      <a:pt x="7877" y="21695"/>
                      <a:pt x="7877" y="21695"/>
                      <a:pt x="7877" y="21695"/>
                    </a:cubicBezTo>
                    <a:cubicBezTo>
                      <a:pt x="8219" y="21938"/>
                      <a:pt x="8524" y="22229"/>
                      <a:pt x="8782" y="22559"/>
                    </a:cubicBezTo>
                    <a:lnTo>
                      <a:pt x="8700" y="22623"/>
                    </a:lnTo>
                    <a:close/>
                    <a:moveTo>
                      <a:pt x="27021" y="22541"/>
                    </a:moveTo>
                    <a:cubicBezTo>
                      <a:pt x="26917" y="22541"/>
                      <a:pt x="26917" y="22541"/>
                      <a:pt x="26917" y="22541"/>
                    </a:cubicBezTo>
                    <a:cubicBezTo>
                      <a:pt x="26917" y="21300"/>
                      <a:pt x="26917" y="21300"/>
                      <a:pt x="26917" y="21300"/>
                    </a:cubicBezTo>
                    <a:cubicBezTo>
                      <a:pt x="27021" y="21300"/>
                      <a:pt x="27021" y="21300"/>
                      <a:pt x="27021" y="21300"/>
                    </a:cubicBezTo>
                    <a:lnTo>
                      <a:pt x="27021" y="22541"/>
                    </a:lnTo>
                    <a:close/>
                    <a:moveTo>
                      <a:pt x="35631" y="21698"/>
                    </a:moveTo>
                    <a:cubicBezTo>
                      <a:pt x="35527" y="21698"/>
                      <a:pt x="35527" y="21698"/>
                      <a:pt x="35527" y="21698"/>
                    </a:cubicBezTo>
                    <a:cubicBezTo>
                      <a:pt x="35527" y="20457"/>
                      <a:pt x="35527" y="20457"/>
                      <a:pt x="35527" y="20457"/>
                    </a:cubicBezTo>
                    <a:cubicBezTo>
                      <a:pt x="35631" y="20457"/>
                      <a:pt x="35631" y="20457"/>
                      <a:pt x="35631" y="20457"/>
                    </a:cubicBezTo>
                    <a:lnTo>
                      <a:pt x="35631" y="21698"/>
                    </a:lnTo>
                    <a:close/>
                    <a:moveTo>
                      <a:pt x="3193" y="21625"/>
                    </a:moveTo>
                    <a:cubicBezTo>
                      <a:pt x="3139" y="21536"/>
                      <a:pt x="3139" y="21536"/>
                      <a:pt x="3139" y="21536"/>
                    </a:cubicBezTo>
                    <a:cubicBezTo>
                      <a:pt x="3497" y="21316"/>
                      <a:pt x="3883" y="21150"/>
                      <a:pt x="4289" y="21044"/>
                    </a:cubicBezTo>
                    <a:cubicBezTo>
                      <a:pt x="4315" y="21144"/>
                      <a:pt x="4315" y="21144"/>
                      <a:pt x="4315" y="21144"/>
                    </a:cubicBezTo>
                    <a:cubicBezTo>
                      <a:pt x="3920" y="21248"/>
                      <a:pt x="3542" y="21410"/>
                      <a:pt x="3193" y="21625"/>
                    </a:cubicBezTo>
                    <a:close/>
                    <a:moveTo>
                      <a:pt x="6730" y="21224"/>
                    </a:moveTo>
                    <a:cubicBezTo>
                      <a:pt x="6343" y="21094"/>
                      <a:pt x="5939" y="21021"/>
                      <a:pt x="5528" y="21008"/>
                    </a:cubicBezTo>
                    <a:cubicBezTo>
                      <a:pt x="5532" y="20904"/>
                      <a:pt x="5532" y="20904"/>
                      <a:pt x="5532" y="20904"/>
                    </a:cubicBezTo>
                    <a:cubicBezTo>
                      <a:pt x="5953" y="20918"/>
                      <a:pt x="6367" y="20992"/>
                      <a:pt x="6763" y="21126"/>
                    </a:cubicBezTo>
                    <a:lnTo>
                      <a:pt x="6730" y="21224"/>
                    </a:lnTo>
                    <a:close/>
                    <a:moveTo>
                      <a:pt x="18411" y="20790"/>
                    </a:moveTo>
                    <a:cubicBezTo>
                      <a:pt x="18307" y="20790"/>
                      <a:pt x="18307" y="20790"/>
                      <a:pt x="18307" y="20790"/>
                    </a:cubicBezTo>
                    <a:cubicBezTo>
                      <a:pt x="18307" y="19549"/>
                      <a:pt x="18307" y="19549"/>
                      <a:pt x="18307" y="19549"/>
                    </a:cubicBezTo>
                    <a:cubicBezTo>
                      <a:pt x="18411" y="19549"/>
                      <a:pt x="18411" y="19549"/>
                      <a:pt x="18411" y="19549"/>
                    </a:cubicBezTo>
                    <a:lnTo>
                      <a:pt x="18411" y="20790"/>
                    </a:lnTo>
                    <a:close/>
                    <a:moveTo>
                      <a:pt x="27021" y="20059"/>
                    </a:moveTo>
                    <a:cubicBezTo>
                      <a:pt x="26917" y="20059"/>
                      <a:pt x="26917" y="20059"/>
                      <a:pt x="26917" y="20059"/>
                    </a:cubicBezTo>
                    <a:cubicBezTo>
                      <a:pt x="26917" y="18819"/>
                      <a:pt x="26917" y="18819"/>
                      <a:pt x="26917" y="18819"/>
                    </a:cubicBezTo>
                    <a:cubicBezTo>
                      <a:pt x="27021" y="18819"/>
                      <a:pt x="27021" y="18819"/>
                      <a:pt x="27021" y="18819"/>
                    </a:cubicBezTo>
                    <a:lnTo>
                      <a:pt x="27021" y="20059"/>
                    </a:lnTo>
                    <a:close/>
                    <a:moveTo>
                      <a:pt x="35631" y="19216"/>
                    </a:moveTo>
                    <a:cubicBezTo>
                      <a:pt x="35527" y="19216"/>
                      <a:pt x="35527" y="19216"/>
                      <a:pt x="35527" y="19216"/>
                    </a:cubicBezTo>
                    <a:cubicBezTo>
                      <a:pt x="35527" y="17976"/>
                      <a:pt x="35527" y="17976"/>
                      <a:pt x="35527" y="17976"/>
                    </a:cubicBezTo>
                    <a:cubicBezTo>
                      <a:pt x="35631" y="17976"/>
                      <a:pt x="35631" y="17976"/>
                      <a:pt x="35631" y="17976"/>
                    </a:cubicBezTo>
                    <a:lnTo>
                      <a:pt x="35631" y="19216"/>
                    </a:lnTo>
                    <a:close/>
                    <a:moveTo>
                      <a:pt x="18411" y="18309"/>
                    </a:moveTo>
                    <a:cubicBezTo>
                      <a:pt x="18307" y="18309"/>
                      <a:pt x="18307" y="18309"/>
                      <a:pt x="18307" y="18309"/>
                    </a:cubicBezTo>
                    <a:cubicBezTo>
                      <a:pt x="18307" y="17068"/>
                      <a:pt x="18307" y="17068"/>
                      <a:pt x="18307" y="17068"/>
                    </a:cubicBezTo>
                    <a:cubicBezTo>
                      <a:pt x="18411" y="17068"/>
                      <a:pt x="18411" y="17068"/>
                      <a:pt x="18411" y="17068"/>
                    </a:cubicBezTo>
                    <a:lnTo>
                      <a:pt x="18411" y="18309"/>
                    </a:lnTo>
                    <a:close/>
                    <a:moveTo>
                      <a:pt x="27021" y="17578"/>
                    </a:moveTo>
                    <a:cubicBezTo>
                      <a:pt x="26917" y="17578"/>
                      <a:pt x="26917" y="17578"/>
                      <a:pt x="26917" y="17578"/>
                    </a:cubicBezTo>
                    <a:cubicBezTo>
                      <a:pt x="26917" y="16337"/>
                      <a:pt x="26917" y="16337"/>
                      <a:pt x="26917" y="16337"/>
                    </a:cubicBezTo>
                    <a:cubicBezTo>
                      <a:pt x="27021" y="16337"/>
                      <a:pt x="27021" y="16337"/>
                      <a:pt x="27021" y="16337"/>
                    </a:cubicBezTo>
                    <a:lnTo>
                      <a:pt x="27021" y="17578"/>
                    </a:lnTo>
                    <a:close/>
                    <a:moveTo>
                      <a:pt x="35631" y="16735"/>
                    </a:moveTo>
                    <a:cubicBezTo>
                      <a:pt x="35527" y="16735"/>
                      <a:pt x="35527" y="16735"/>
                      <a:pt x="35527" y="16735"/>
                    </a:cubicBezTo>
                    <a:cubicBezTo>
                      <a:pt x="35527" y="15494"/>
                      <a:pt x="35527" y="15494"/>
                      <a:pt x="35527" y="15494"/>
                    </a:cubicBezTo>
                    <a:cubicBezTo>
                      <a:pt x="35631" y="15494"/>
                      <a:pt x="35631" y="15494"/>
                      <a:pt x="35631" y="15494"/>
                    </a:cubicBezTo>
                    <a:lnTo>
                      <a:pt x="35631" y="16735"/>
                    </a:lnTo>
                    <a:close/>
                    <a:moveTo>
                      <a:pt x="45281" y="16484"/>
                    </a:moveTo>
                    <a:cubicBezTo>
                      <a:pt x="44949" y="16227"/>
                      <a:pt x="44671" y="15895"/>
                      <a:pt x="44475" y="15524"/>
                    </a:cubicBezTo>
                    <a:cubicBezTo>
                      <a:pt x="44567" y="15476"/>
                      <a:pt x="44567" y="15476"/>
                      <a:pt x="44567" y="15476"/>
                    </a:cubicBezTo>
                    <a:cubicBezTo>
                      <a:pt x="44756" y="15833"/>
                      <a:pt x="45025" y="16154"/>
                      <a:pt x="45345" y="16402"/>
                    </a:cubicBezTo>
                    <a:lnTo>
                      <a:pt x="45281" y="16484"/>
                    </a:lnTo>
                    <a:close/>
                    <a:moveTo>
                      <a:pt x="18411" y="15827"/>
                    </a:moveTo>
                    <a:cubicBezTo>
                      <a:pt x="18307" y="15827"/>
                      <a:pt x="18307" y="15827"/>
                      <a:pt x="18307" y="15827"/>
                    </a:cubicBezTo>
                    <a:cubicBezTo>
                      <a:pt x="18307" y="15371"/>
                      <a:pt x="18307" y="15371"/>
                      <a:pt x="18307" y="15371"/>
                    </a:cubicBezTo>
                    <a:cubicBezTo>
                      <a:pt x="18307" y="15106"/>
                      <a:pt x="18332" y="14840"/>
                      <a:pt x="18380" y="14582"/>
                    </a:cubicBezTo>
                    <a:cubicBezTo>
                      <a:pt x="18482" y="14601"/>
                      <a:pt x="18482" y="14601"/>
                      <a:pt x="18482" y="14601"/>
                    </a:cubicBezTo>
                    <a:cubicBezTo>
                      <a:pt x="18435" y="14853"/>
                      <a:pt x="18411" y="15112"/>
                      <a:pt x="18411" y="15371"/>
                    </a:cubicBezTo>
                    <a:lnTo>
                      <a:pt x="18411" y="15827"/>
                    </a:lnTo>
                    <a:close/>
                    <a:moveTo>
                      <a:pt x="26909" y="15100"/>
                    </a:moveTo>
                    <a:cubicBezTo>
                      <a:pt x="26883" y="14690"/>
                      <a:pt x="26797" y="14289"/>
                      <a:pt x="26655" y="13906"/>
                    </a:cubicBezTo>
                    <a:cubicBezTo>
                      <a:pt x="26752" y="13870"/>
                      <a:pt x="26752" y="13870"/>
                      <a:pt x="26752" y="13870"/>
                    </a:cubicBezTo>
                    <a:cubicBezTo>
                      <a:pt x="26898" y="14262"/>
                      <a:pt x="26986" y="14674"/>
                      <a:pt x="27013" y="15093"/>
                    </a:cubicBezTo>
                    <a:lnTo>
                      <a:pt x="26909" y="15100"/>
                    </a:lnTo>
                    <a:close/>
                    <a:moveTo>
                      <a:pt x="44141" y="14316"/>
                    </a:moveTo>
                    <a:cubicBezTo>
                      <a:pt x="44138" y="14261"/>
                      <a:pt x="44137" y="14206"/>
                      <a:pt x="44137" y="14150"/>
                    </a:cubicBezTo>
                    <a:cubicBezTo>
                      <a:pt x="44137" y="13073"/>
                      <a:pt x="44137" y="13073"/>
                      <a:pt x="44137" y="13073"/>
                    </a:cubicBezTo>
                    <a:cubicBezTo>
                      <a:pt x="44241" y="13073"/>
                      <a:pt x="44241" y="13073"/>
                      <a:pt x="44241" y="13073"/>
                    </a:cubicBezTo>
                    <a:cubicBezTo>
                      <a:pt x="44241" y="14150"/>
                      <a:pt x="44241" y="14150"/>
                      <a:pt x="44241" y="14150"/>
                    </a:cubicBezTo>
                    <a:cubicBezTo>
                      <a:pt x="44241" y="14204"/>
                      <a:pt x="44242" y="14257"/>
                      <a:pt x="44245" y="14311"/>
                    </a:cubicBezTo>
                    <a:lnTo>
                      <a:pt x="44141" y="14316"/>
                    </a:lnTo>
                    <a:close/>
                    <a:moveTo>
                      <a:pt x="35631" y="14254"/>
                    </a:moveTo>
                    <a:cubicBezTo>
                      <a:pt x="35527" y="14254"/>
                      <a:pt x="35527" y="14254"/>
                      <a:pt x="35527" y="14254"/>
                    </a:cubicBezTo>
                    <a:cubicBezTo>
                      <a:pt x="35527" y="13013"/>
                      <a:pt x="35527" y="13013"/>
                      <a:pt x="35527" y="13013"/>
                    </a:cubicBezTo>
                    <a:cubicBezTo>
                      <a:pt x="35631" y="13013"/>
                      <a:pt x="35631" y="13013"/>
                      <a:pt x="35631" y="13013"/>
                    </a:cubicBezTo>
                    <a:lnTo>
                      <a:pt x="35631" y="14254"/>
                    </a:lnTo>
                    <a:close/>
                    <a:moveTo>
                      <a:pt x="18878" y="13446"/>
                    </a:moveTo>
                    <a:cubicBezTo>
                      <a:pt x="18785" y="13398"/>
                      <a:pt x="18785" y="13398"/>
                      <a:pt x="18785" y="13398"/>
                    </a:cubicBezTo>
                    <a:cubicBezTo>
                      <a:pt x="18978" y="13026"/>
                      <a:pt x="19224" y="12684"/>
                      <a:pt x="19516" y="12382"/>
                    </a:cubicBezTo>
                    <a:cubicBezTo>
                      <a:pt x="19590" y="12454"/>
                      <a:pt x="19590" y="12454"/>
                      <a:pt x="19590" y="12454"/>
                    </a:cubicBezTo>
                    <a:cubicBezTo>
                      <a:pt x="19305" y="12749"/>
                      <a:pt x="19066" y="13083"/>
                      <a:pt x="18878" y="13446"/>
                    </a:cubicBezTo>
                    <a:close/>
                    <a:moveTo>
                      <a:pt x="26066" y="12837"/>
                    </a:moveTo>
                    <a:cubicBezTo>
                      <a:pt x="25819" y="12510"/>
                      <a:pt x="25526" y="12223"/>
                      <a:pt x="25195" y="11981"/>
                    </a:cubicBezTo>
                    <a:cubicBezTo>
                      <a:pt x="25256" y="11897"/>
                      <a:pt x="25256" y="11897"/>
                      <a:pt x="25256" y="11897"/>
                    </a:cubicBezTo>
                    <a:cubicBezTo>
                      <a:pt x="25595" y="12145"/>
                      <a:pt x="25895" y="12440"/>
                      <a:pt x="26149" y="12774"/>
                    </a:cubicBezTo>
                    <a:lnTo>
                      <a:pt x="26066" y="12837"/>
                    </a:lnTo>
                    <a:close/>
                    <a:moveTo>
                      <a:pt x="44241" y="11832"/>
                    </a:moveTo>
                    <a:cubicBezTo>
                      <a:pt x="44137" y="11832"/>
                      <a:pt x="44137" y="11832"/>
                      <a:pt x="44137" y="11832"/>
                    </a:cubicBezTo>
                    <a:cubicBezTo>
                      <a:pt x="44137" y="10592"/>
                      <a:pt x="44137" y="10592"/>
                      <a:pt x="44137" y="10592"/>
                    </a:cubicBezTo>
                    <a:cubicBezTo>
                      <a:pt x="44241" y="10592"/>
                      <a:pt x="44241" y="10592"/>
                      <a:pt x="44241" y="10592"/>
                    </a:cubicBezTo>
                    <a:lnTo>
                      <a:pt x="44241" y="11832"/>
                    </a:lnTo>
                    <a:close/>
                    <a:moveTo>
                      <a:pt x="35631" y="11772"/>
                    </a:moveTo>
                    <a:cubicBezTo>
                      <a:pt x="35527" y="11772"/>
                      <a:pt x="35527" y="11772"/>
                      <a:pt x="35527" y="11772"/>
                    </a:cubicBezTo>
                    <a:cubicBezTo>
                      <a:pt x="35527" y="10532"/>
                      <a:pt x="35527" y="10532"/>
                      <a:pt x="35527" y="10532"/>
                    </a:cubicBezTo>
                    <a:cubicBezTo>
                      <a:pt x="35631" y="10532"/>
                      <a:pt x="35631" y="10532"/>
                      <a:pt x="35631" y="10532"/>
                    </a:cubicBezTo>
                    <a:lnTo>
                      <a:pt x="35631" y="11772"/>
                    </a:lnTo>
                    <a:close/>
                    <a:moveTo>
                      <a:pt x="20557" y="11709"/>
                    </a:moveTo>
                    <a:cubicBezTo>
                      <a:pt x="20506" y="11618"/>
                      <a:pt x="20506" y="11618"/>
                      <a:pt x="20506" y="11618"/>
                    </a:cubicBezTo>
                    <a:cubicBezTo>
                      <a:pt x="20872" y="11412"/>
                      <a:pt x="21266" y="11262"/>
                      <a:pt x="21675" y="11172"/>
                    </a:cubicBezTo>
                    <a:cubicBezTo>
                      <a:pt x="21697" y="11273"/>
                      <a:pt x="21697" y="11273"/>
                      <a:pt x="21697" y="11273"/>
                    </a:cubicBezTo>
                    <a:cubicBezTo>
                      <a:pt x="21298" y="11361"/>
                      <a:pt x="20914" y="11508"/>
                      <a:pt x="20557" y="11709"/>
                    </a:cubicBezTo>
                    <a:close/>
                    <a:moveTo>
                      <a:pt x="24115" y="11411"/>
                    </a:moveTo>
                    <a:cubicBezTo>
                      <a:pt x="23730" y="11276"/>
                      <a:pt x="23327" y="11198"/>
                      <a:pt x="22917" y="11179"/>
                    </a:cubicBezTo>
                    <a:cubicBezTo>
                      <a:pt x="22922" y="11075"/>
                      <a:pt x="22922" y="11075"/>
                      <a:pt x="22922" y="11075"/>
                    </a:cubicBezTo>
                    <a:cubicBezTo>
                      <a:pt x="23342" y="11094"/>
                      <a:pt x="23755" y="11174"/>
                      <a:pt x="24150" y="11313"/>
                    </a:cubicBezTo>
                    <a:lnTo>
                      <a:pt x="24115" y="11411"/>
                    </a:lnTo>
                    <a:close/>
                    <a:moveTo>
                      <a:pt x="44241" y="9351"/>
                    </a:moveTo>
                    <a:cubicBezTo>
                      <a:pt x="44137" y="9351"/>
                      <a:pt x="44137" y="9351"/>
                      <a:pt x="44137" y="9351"/>
                    </a:cubicBezTo>
                    <a:cubicBezTo>
                      <a:pt x="44137" y="8110"/>
                      <a:pt x="44137" y="8110"/>
                      <a:pt x="44137" y="8110"/>
                    </a:cubicBezTo>
                    <a:cubicBezTo>
                      <a:pt x="44241" y="8110"/>
                      <a:pt x="44241" y="8110"/>
                      <a:pt x="44241" y="8110"/>
                    </a:cubicBezTo>
                    <a:lnTo>
                      <a:pt x="44241" y="9351"/>
                    </a:lnTo>
                    <a:close/>
                    <a:moveTo>
                      <a:pt x="35631" y="9291"/>
                    </a:moveTo>
                    <a:cubicBezTo>
                      <a:pt x="35527" y="9291"/>
                      <a:pt x="35527" y="9291"/>
                      <a:pt x="35527" y="9291"/>
                    </a:cubicBezTo>
                    <a:cubicBezTo>
                      <a:pt x="35527" y="8050"/>
                      <a:pt x="35527" y="8050"/>
                      <a:pt x="35527" y="8050"/>
                    </a:cubicBezTo>
                    <a:cubicBezTo>
                      <a:pt x="35631" y="8050"/>
                      <a:pt x="35631" y="8050"/>
                      <a:pt x="35631" y="8050"/>
                    </a:cubicBezTo>
                    <a:lnTo>
                      <a:pt x="35631" y="9291"/>
                    </a:lnTo>
                    <a:close/>
                    <a:moveTo>
                      <a:pt x="44241" y="6870"/>
                    </a:moveTo>
                    <a:cubicBezTo>
                      <a:pt x="44137" y="6870"/>
                      <a:pt x="44137" y="6870"/>
                      <a:pt x="44137" y="6870"/>
                    </a:cubicBezTo>
                    <a:cubicBezTo>
                      <a:pt x="44137" y="5629"/>
                      <a:pt x="44137" y="5629"/>
                      <a:pt x="44137" y="5629"/>
                    </a:cubicBezTo>
                    <a:cubicBezTo>
                      <a:pt x="44241" y="5629"/>
                      <a:pt x="44241" y="5629"/>
                      <a:pt x="44241" y="5629"/>
                    </a:cubicBezTo>
                    <a:lnTo>
                      <a:pt x="44241" y="6870"/>
                    </a:lnTo>
                    <a:close/>
                    <a:moveTo>
                      <a:pt x="35631" y="6810"/>
                    </a:moveTo>
                    <a:cubicBezTo>
                      <a:pt x="35527" y="6810"/>
                      <a:pt x="35527" y="6810"/>
                      <a:pt x="35527" y="6810"/>
                    </a:cubicBezTo>
                    <a:cubicBezTo>
                      <a:pt x="35527" y="5569"/>
                      <a:pt x="35527" y="5569"/>
                      <a:pt x="35527" y="5569"/>
                    </a:cubicBezTo>
                    <a:cubicBezTo>
                      <a:pt x="35631" y="5569"/>
                      <a:pt x="35631" y="5569"/>
                      <a:pt x="35631" y="5569"/>
                    </a:cubicBezTo>
                    <a:lnTo>
                      <a:pt x="35631" y="6810"/>
                    </a:lnTo>
                    <a:close/>
                    <a:moveTo>
                      <a:pt x="44241" y="4388"/>
                    </a:moveTo>
                    <a:cubicBezTo>
                      <a:pt x="44137" y="4388"/>
                      <a:pt x="44137" y="4388"/>
                      <a:pt x="44137" y="4388"/>
                    </a:cubicBezTo>
                    <a:cubicBezTo>
                      <a:pt x="44137" y="4267"/>
                      <a:pt x="44137" y="4267"/>
                      <a:pt x="44137" y="4267"/>
                    </a:cubicBezTo>
                    <a:cubicBezTo>
                      <a:pt x="44136" y="3896"/>
                      <a:pt x="44088" y="3528"/>
                      <a:pt x="43993" y="3174"/>
                    </a:cubicBezTo>
                    <a:cubicBezTo>
                      <a:pt x="44093" y="3147"/>
                      <a:pt x="44093" y="3147"/>
                      <a:pt x="44093" y="3147"/>
                    </a:cubicBezTo>
                    <a:cubicBezTo>
                      <a:pt x="44191" y="3510"/>
                      <a:pt x="44240" y="3887"/>
                      <a:pt x="44241" y="4267"/>
                    </a:cubicBezTo>
                    <a:lnTo>
                      <a:pt x="44241" y="4388"/>
                    </a:lnTo>
                    <a:close/>
                    <a:moveTo>
                      <a:pt x="35631" y="4328"/>
                    </a:moveTo>
                    <a:cubicBezTo>
                      <a:pt x="35527" y="4328"/>
                      <a:pt x="35527" y="4328"/>
                      <a:pt x="35527" y="4328"/>
                    </a:cubicBezTo>
                    <a:cubicBezTo>
                      <a:pt x="35527" y="4267"/>
                      <a:pt x="35527" y="4267"/>
                      <a:pt x="35527" y="4267"/>
                    </a:cubicBezTo>
                    <a:cubicBezTo>
                      <a:pt x="35527" y="3866"/>
                      <a:pt x="35582" y="3470"/>
                      <a:pt x="35690" y="3089"/>
                    </a:cubicBezTo>
                    <a:cubicBezTo>
                      <a:pt x="35790" y="3117"/>
                      <a:pt x="35790" y="3117"/>
                      <a:pt x="35790" y="3117"/>
                    </a:cubicBezTo>
                    <a:cubicBezTo>
                      <a:pt x="35684" y="3489"/>
                      <a:pt x="35631" y="3876"/>
                      <a:pt x="35631" y="4267"/>
                    </a:cubicBezTo>
                    <a:lnTo>
                      <a:pt x="35631" y="4328"/>
                    </a:lnTo>
                    <a:close/>
                    <a:moveTo>
                      <a:pt x="43507" y="2054"/>
                    </a:moveTo>
                    <a:cubicBezTo>
                      <a:pt x="43291" y="1707"/>
                      <a:pt x="43025" y="1393"/>
                      <a:pt x="42719" y="1122"/>
                    </a:cubicBezTo>
                    <a:cubicBezTo>
                      <a:pt x="42787" y="1044"/>
                      <a:pt x="42787" y="1044"/>
                      <a:pt x="42787" y="1044"/>
                    </a:cubicBezTo>
                    <a:cubicBezTo>
                      <a:pt x="43102" y="1322"/>
                      <a:pt x="43374" y="1643"/>
                      <a:pt x="43595" y="2000"/>
                    </a:cubicBezTo>
                    <a:lnTo>
                      <a:pt x="43507" y="2054"/>
                    </a:lnTo>
                    <a:close/>
                    <a:moveTo>
                      <a:pt x="36293" y="2004"/>
                    </a:moveTo>
                    <a:cubicBezTo>
                      <a:pt x="36205" y="1948"/>
                      <a:pt x="36205" y="1948"/>
                      <a:pt x="36205" y="1948"/>
                    </a:cubicBezTo>
                    <a:cubicBezTo>
                      <a:pt x="36431" y="1595"/>
                      <a:pt x="36708" y="1278"/>
                      <a:pt x="37026" y="1004"/>
                    </a:cubicBezTo>
                    <a:cubicBezTo>
                      <a:pt x="37094" y="1083"/>
                      <a:pt x="37094" y="1083"/>
                      <a:pt x="37094" y="1083"/>
                    </a:cubicBezTo>
                    <a:cubicBezTo>
                      <a:pt x="36783" y="1350"/>
                      <a:pt x="36513" y="1660"/>
                      <a:pt x="36293" y="2004"/>
                    </a:cubicBezTo>
                    <a:close/>
                    <a:moveTo>
                      <a:pt x="41696" y="454"/>
                    </a:moveTo>
                    <a:cubicBezTo>
                      <a:pt x="41325" y="283"/>
                      <a:pt x="40930" y="167"/>
                      <a:pt x="40525" y="111"/>
                    </a:cubicBezTo>
                    <a:cubicBezTo>
                      <a:pt x="40539" y="8"/>
                      <a:pt x="40539" y="8"/>
                      <a:pt x="40539" y="8"/>
                    </a:cubicBezTo>
                    <a:cubicBezTo>
                      <a:pt x="40955" y="66"/>
                      <a:pt x="41359" y="184"/>
                      <a:pt x="41740" y="360"/>
                    </a:cubicBezTo>
                    <a:lnTo>
                      <a:pt x="41696" y="454"/>
                    </a:lnTo>
                    <a:close/>
                    <a:moveTo>
                      <a:pt x="38125" y="430"/>
                    </a:moveTo>
                    <a:cubicBezTo>
                      <a:pt x="38083" y="335"/>
                      <a:pt x="38083" y="335"/>
                      <a:pt x="38083" y="335"/>
                    </a:cubicBezTo>
                    <a:cubicBezTo>
                      <a:pt x="38466" y="165"/>
                      <a:pt x="38872" y="52"/>
                      <a:pt x="39289" y="0"/>
                    </a:cubicBezTo>
                    <a:cubicBezTo>
                      <a:pt x="39301" y="103"/>
                      <a:pt x="39301" y="103"/>
                      <a:pt x="39301" y="103"/>
                    </a:cubicBezTo>
                    <a:cubicBezTo>
                      <a:pt x="38895" y="154"/>
                      <a:pt x="38499" y="264"/>
                      <a:pt x="38125" y="43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26;p3"/>
              <p:cNvSpPr/>
              <p:nvPr/>
            </p:nvSpPr>
            <p:spPr>
              <a:xfrm>
                <a:off x="851843" y="1732748"/>
                <a:ext cx="70669" cy="19164"/>
              </a:xfrm>
              <a:custGeom>
                <a:avLst/>
                <a:gdLst/>
                <a:ahLst/>
                <a:cxnLst/>
                <a:rect l="l" t="t" r="r" b="b"/>
                <a:pathLst>
                  <a:path w="631" h="169" extrusionOk="0">
                    <a:moveTo>
                      <a:pt x="631" y="169"/>
                    </a:moveTo>
                    <a:cubicBezTo>
                      <a:pt x="418" y="169"/>
                      <a:pt x="206" y="146"/>
                      <a:pt x="0" y="101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1" y="43"/>
                      <a:pt x="425" y="65"/>
                      <a:pt x="631" y="65"/>
                    </a:cubicBezTo>
                    <a:lnTo>
                      <a:pt x="631" y="169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" name="Google Shape;27;p3"/>
            <p:cNvGrpSpPr/>
            <p:nvPr/>
          </p:nvGrpSpPr>
          <p:grpSpPr>
            <a:xfrm rot="10800000">
              <a:off x="8708630" y="1335083"/>
              <a:ext cx="146306" cy="261940"/>
              <a:chOff x="7419591" y="3612333"/>
              <a:chExt cx="146306" cy="261940"/>
            </a:xfrm>
          </p:grpSpPr>
          <p:sp>
            <p:nvSpPr>
              <p:cNvPr id="28" name="Google Shape;28;p3"/>
              <p:cNvSpPr/>
              <p:nvPr/>
            </p:nvSpPr>
            <p:spPr>
              <a:xfrm>
                <a:off x="7426735" y="3612333"/>
                <a:ext cx="132160" cy="26194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002" extrusionOk="0">
                    <a:moveTo>
                      <a:pt x="0" y="2644"/>
                    </a:moveTo>
                    <a:cubicBezTo>
                      <a:pt x="0" y="184"/>
                      <a:pt x="0" y="184"/>
                      <a:pt x="0" y="184"/>
                    </a:cubicBezTo>
                    <a:cubicBezTo>
                      <a:pt x="0" y="82"/>
                      <a:pt x="83" y="0"/>
                      <a:pt x="184" y="0"/>
                    </a:cubicBezTo>
                    <a:cubicBezTo>
                      <a:pt x="1323" y="0"/>
                      <a:pt x="1323" y="0"/>
                      <a:pt x="1323" y="0"/>
                    </a:cubicBezTo>
                    <a:cubicBezTo>
                      <a:pt x="1424" y="0"/>
                      <a:pt x="1507" y="82"/>
                      <a:pt x="1507" y="184"/>
                    </a:cubicBezTo>
                    <a:cubicBezTo>
                      <a:pt x="1507" y="2644"/>
                      <a:pt x="1507" y="2644"/>
                      <a:pt x="1507" y="2644"/>
                    </a:cubicBezTo>
                    <a:cubicBezTo>
                      <a:pt x="1507" y="2821"/>
                      <a:pt x="1377" y="2969"/>
                      <a:pt x="1208" y="2997"/>
                    </a:cubicBezTo>
                    <a:cubicBezTo>
                      <a:pt x="1189" y="3001"/>
                      <a:pt x="1169" y="3002"/>
                      <a:pt x="1149" y="3002"/>
                    </a:cubicBezTo>
                    <a:cubicBezTo>
                      <a:pt x="358" y="3002"/>
                      <a:pt x="358" y="3002"/>
                      <a:pt x="358" y="3002"/>
                    </a:cubicBezTo>
                    <a:cubicBezTo>
                      <a:pt x="161" y="3002"/>
                      <a:pt x="0" y="2841"/>
                      <a:pt x="0" y="2644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29;p3"/>
              <p:cNvSpPr/>
              <p:nvPr/>
            </p:nvSpPr>
            <p:spPr>
              <a:xfrm>
                <a:off x="7523175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283" y="0"/>
                    </a:moveTo>
                    <a:cubicBezTo>
                      <a:pt x="308" y="0"/>
                      <a:pt x="328" y="20"/>
                      <a:pt x="328" y="44"/>
                    </a:cubicBezTo>
                    <a:cubicBezTo>
                      <a:pt x="328" y="201"/>
                      <a:pt x="201" y="328"/>
                      <a:pt x="44" y="328"/>
                    </a:cubicBezTo>
                    <a:cubicBezTo>
                      <a:pt x="20" y="328"/>
                      <a:pt x="0" y="308"/>
                      <a:pt x="0" y="283"/>
                    </a:cubicBezTo>
                    <a:cubicBezTo>
                      <a:pt x="0" y="258"/>
                      <a:pt x="20" y="238"/>
                      <a:pt x="44" y="238"/>
                    </a:cubicBezTo>
                    <a:cubicBezTo>
                      <a:pt x="151" y="238"/>
                      <a:pt x="238" y="151"/>
                      <a:pt x="238" y="44"/>
                    </a:cubicBezTo>
                    <a:cubicBezTo>
                      <a:pt x="238" y="20"/>
                      <a:pt x="258" y="0"/>
                      <a:pt x="283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3"/>
              <p:cNvSpPr/>
              <p:nvPr/>
            </p:nvSpPr>
            <p:spPr>
              <a:xfrm>
                <a:off x="7433879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45" y="0"/>
                    </a:moveTo>
                    <a:cubicBezTo>
                      <a:pt x="70" y="0"/>
                      <a:pt x="90" y="20"/>
                      <a:pt x="90" y="44"/>
                    </a:cubicBezTo>
                    <a:cubicBezTo>
                      <a:pt x="90" y="151"/>
                      <a:pt x="177" y="238"/>
                      <a:pt x="284" y="238"/>
                    </a:cubicBezTo>
                    <a:cubicBezTo>
                      <a:pt x="308" y="238"/>
                      <a:pt x="328" y="258"/>
                      <a:pt x="328" y="283"/>
                    </a:cubicBezTo>
                    <a:cubicBezTo>
                      <a:pt x="328" y="308"/>
                      <a:pt x="308" y="328"/>
                      <a:pt x="284" y="328"/>
                    </a:cubicBezTo>
                    <a:cubicBezTo>
                      <a:pt x="128" y="328"/>
                      <a:pt x="0" y="201"/>
                      <a:pt x="0" y="44"/>
                    </a:cubicBezTo>
                    <a:cubicBezTo>
                      <a:pt x="0" y="20"/>
                      <a:pt x="20" y="0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31;p3"/>
              <p:cNvSpPr/>
              <p:nvPr/>
            </p:nvSpPr>
            <p:spPr>
              <a:xfrm>
                <a:off x="7519603" y="3619477"/>
                <a:ext cx="238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2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63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3" y="104"/>
                      <a:pt x="262" y="104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32;p3"/>
              <p:cNvSpPr/>
              <p:nvPr/>
            </p:nvSpPr>
            <p:spPr>
              <a:xfrm>
                <a:off x="7445785" y="3619477"/>
                <a:ext cx="226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1" y="0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62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2" y="104"/>
                      <a:pt x="261" y="104"/>
                    </a:cubicBezTo>
                    <a:cubicBezTo>
                      <a:pt x="1" y="104"/>
                      <a:pt x="1" y="104"/>
                      <a:pt x="1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3"/>
              <p:cNvSpPr/>
              <p:nvPr/>
            </p:nvSpPr>
            <p:spPr>
              <a:xfrm>
                <a:off x="7455310" y="3649243"/>
                <a:ext cx="7858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31" extrusionOk="0">
                    <a:moveTo>
                      <a:pt x="94" y="131"/>
                    </a:moveTo>
                    <a:cubicBezTo>
                      <a:pt x="33" y="80"/>
                      <a:pt x="33" y="80"/>
                      <a:pt x="33" y="80"/>
                    </a:cubicBezTo>
                    <a:cubicBezTo>
                      <a:pt x="0" y="53"/>
                      <a:pt x="19" y="0"/>
                      <a:pt x="61" y="0"/>
                    </a:cubicBezTo>
                    <a:cubicBezTo>
                      <a:pt x="840" y="0"/>
                      <a:pt x="840" y="0"/>
                      <a:pt x="840" y="0"/>
                    </a:cubicBezTo>
                    <a:cubicBezTo>
                      <a:pt x="882" y="0"/>
                      <a:pt x="901" y="53"/>
                      <a:pt x="868" y="80"/>
                    </a:cubicBezTo>
                    <a:cubicBezTo>
                      <a:pt x="807" y="131"/>
                      <a:pt x="807" y="131"/>
                      <a:pt x="807" y="131"/>
                    </a:cubicBezTo>
                    <a:lnTo>
                      <a:pt x="94" y="131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3"/>
              <p:cNvSpPr/>
              <p:nvPr/>
            </p:nvSpPr>
            <p:spPr>
              <a:xfrm>
                <a:off x="7452928" y="3770686"/>
                <a:ext cx="82152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941" h="450" extrusionOk="0">
                    <a:moveTo>
                      <a:pt x="36" y="257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807" y="0"/>
                      <a:pt x="807" y="0"/>
                      <a:pt x="807" y="0"/>
                    </a:cubicBezTo>
                    <a:cubicBezTo>
                      <a:pt x="905" y="257"/>
                      <a:pt x="905" y="257"/>
                      <a:pt x="905" y="257"/>
                    </a:cubicBezTo>
                    <a:cubicBezTo>
                      <a:pt x="941" y="350"/>
                      <a:pt x="872" y="450"/>
                      <a:pt x="772" y="450"/>
                    </a:cubicBezTo>
                    <a:cubicBezTo>
                      <a:pt x="169" y="450"/>
                      <a:pt x="169" y="450"/>
                      <a:pt x="169" y="450"/>
                    </a:cubicBezTo>
                    <a:cubicBezTo>
                      <a:pt x="69" y="450"/>
                      <a:pt x="0" y="350"/>
                      <a:pt x="36" y="257"/>
                    </a:cubicBezTo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7449356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0"/>
                    </a:moveTo>
                    <a:lnTo>
                      <a:pt x="7" y="30"/>
                    </a:lnTo>
                    <a:lnTo>
                      <a:pt x="0" y="33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7449356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33"/>
                    </a:moveTo>
                    <a:lnTo>
                      <a:pt x="7" y="3"/>
                    </a:lnTo>
                    <a:lnTo>
                      <a:pt x="0" y="0"/>
                    </a:lnTo>
                    <a:lnTo>
                      <a:pt x="0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3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7529128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151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84"/>
                      <a:pt x="112" y="84"/>
                      <a:pt x="112" y="84"/>
                    </a:cubicBezTo>
                    <a:cubicBezTo>
                      <a:pt x="157" y="84"/>
                      <a:pt x="157" y="84"/>
                      <a:pt x="157" y="84"/>
                    </a:cubicBezTo>
                    <a:cubicBezTo>
                      <a:pt x="158" y="84"/>
                      <a:pt x="158" y="85"/>
                      <a:pt x="158" y="86"/>
                    </a:cubicBezTo>
                    <a:cubicBezTo>
                      <a:pt x="158" y="187"/>
                      <a:pt x="158" y="187"/>
                      <a:pt x="158" y="187"/>
                    </a:cubicBezTo>
                    <a:cubicBezTo>
                      <a:pt x="158" y="188"/>
                      <a:pt x="158" y="188"/>
                      <a:pt x="157" y="188"/>
                    </a:cubicBezTo>
                    <a:cubicBezTo>
                      <a:pt x="112" y="188"/>
                      <a:pt x="112" y="188"/>
                      <a:pt x="112" y="188"/>
                    </a:cubicBezTo>
                    <a:cubicBezTo>
                      <a:pt x="112" y="1541"/>
                      <a:pt x="112" y="1541"/>
                      <a:pt x="112" y="1541"/>
                    </a:cubicBezTo>
                    <a:cubicBezTo>
                      <a:pt x="112" y="1542"/>
                      <a:pt x="112" y="1542"/>
                      <a:pt x="112" y="1542"/>
                    </a:cubicBezTo>
                    <a:cubicBezTo>
                      <a:pt x="112" y="1685"/>
                      <a:pt x="112" y="1685"/>
                      <a:pt x="112" y="1685"/>
                    </a:cubicBezTo>
                    <a:cubicBezTo>
                      <a:pt x="95" y="1678"/>
                      <a:pt x="95" y="1678"/>
                      <a:pt x="95" y="1678"/>
                    </a:cubicBezTo>
                    <a:cubicBezTo>
                      <a:pt x="41" y="2107"/>
                      <a:pt x="41" y="2107"/>
                      <a:pt x="41" y="2107"/>
                    </a:cubicBezTo>
                    <a:cubicBezTo>
                      <a:pt x="43" y="2130"/>
                      <a:pt x="40" y="2154"/>
                      <a:pt x="32" y="2175"/>
                    </a:cubicBezTo>
                    <a:cubicBezTo>
                      <a:pt x="32" y="2175"/>
                      <a:pt x="32" y="2175"/>
                      <a:pt x="32" y="2175"/>
                    </a:cubicBezTo>
                    <a:cubicBezTo>
                      <a:pt x="0" y="2373"/>
                      <a:pt x="4" y="2615"/>
                      <a:pt x="21" y="2833"/>
                    </a:cubicBezTo>
                    <a:cubicBezTo>
                      <a:pt x="107" y="2814"/>
                      <a:pt x="171" y="2736"/>
                      <a:pt x="171" y="2644"/>
                    </a:cubicBezTo>
                    <a:cubicBezTo>
                      <a:pt x="171" y="2620"/>
                      <a:pt x="191" y="2600"/>
                      <a:pt x="216" y="2600"/>
                    </a:cubicBezTo>
                    <a:cubicBezTo>
                      <a:pt x="241" y="2600"/>
                      <a:pt x="261" y="2620"/>
                      <a:pt x="261" y="2644"/>
                    </a:cubicBezTo>
                    <a:cubicBezTo>
                      <a:pt x="261" y="2783"/>
                      <a:pt x="160" y="2899"/>
                      <a:pt x="28" y="2923"/>
                    </a:cubicBezTo>
                    <a:cubicBezTo>
                      <a:pt x="31" y="2948"/>
                      <a:pt x="33" y="2973"/>
                      <a:pt x="36" y="2997"/>
                    </a:cubicBezTo>
                    <a:cubicBezTo>
                      <a:pt x="205" y="2969"/>
                      <a:pt x="335" y="2821"/>
                      <a:pt x="335" y="2644"/>
                    </a:cubicBezTo>
                    <a:cubicBezTo>
                      <a:pt x="335" y="184"/>
                      <a:pt x="335" y="184"/>
                      <a:pt x="335" y="184"/>
                    </a:cubicBezTo>
                    <a:cubicBezTo>
                      <a:pt x="335" y="82"/>
                      <a:pt x="252" y="0"/>
                      <a:pt x="151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7538653" y="3619477"/>
                <a:ext cx="47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" h="104" extrusionOk="0">
                    <a:moveTo>
                      <a:pt x="4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6" y="104"/>
                      <a:pt x="46" y="104"/>
                      <a:pt x="46" y="103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6" y="1"/>
                      <a:pt x="46" y="0"/>
                      <a:pt x="45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7532700" y="3795688"/>
                <a:ext cx="0" cy="5953"/>
              </a:xfrm>
              <a:custGeom>
                <a:avLst/>
                <a:gdLst/>
                <a:ahLst/>
                <a:cxnLst/>
                <a:rect l="l" t="t" r="r" b="b"/>
                <a:pathLst>
                  <a:path w="11" h="68" extrusionOk="0">
                    <a:moveTo>
                      <a:pt x="0" y="0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47"/>
                      <a:pt x="0" y="23"/>
                      <a:pt x="0" y="0"/>
                    </a:cubicBezTo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>
                <a:off x="7426735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223" y="0"/>
                    </a:moveTo>
                    <a:cubicBezTo>
                      <a:pt x="184" y="0"/>
                      <a:pt x="184" y="0"/>
                      <a:pt x="184" y="0"/>
                    </a:cubicBezTo>
                    <a:cubicBezTo>
                      <a:pt x="83" y="0"/>
                      <a:pt x="0" y="82"/>
                      <a:pt x="0" y="184"/>
                    </a:cubicBezTo>
                    <a:cubicBezTo>
                      <a:pt x="0" y="2644"/>
                      <a:pt x="0" y="2644"/>
                      <a:pt x="0" y="2644"/>
                    </a:cubicBezTo>
                    <a:cubicBezTo>
                      <a:pt x="0" y="2821"/>
                      <a:pt x="130" y="2969"/>
                      <a:pt x="299" y="2997"/>
                    </a:cubicBezTo>
                    <a:cubicBezTo>
                      <a:pt x="302" y="2973"/>
                      <a:pt x="304" y="2949"/>
                      <a:pt x="307" y="2923"/>
                    </a:cubicBezTo>
                    <a:cubicBezTo>
                      <a:pt x="174" y="2900"/>
                      <a:pt x="72" y="2784"/>
                      <a:pt x="72" y="2644"/>
                    </a:cubicBezTo>
                    <a:cubicBezTo>
                      <a:pt x="72" y="2620"/>
                      <a:pt x="92" y="2600"/>
                      <a:pt x="117" y="2600"/>
                    </a:cubicBezTo>
                    <a:cubicBezTo>
                      <a:pt x="142" y="2600"/>
                      <a:pt x="162" y="2620"/>
                      <a:pt x="162" y="2644"/>
                    </a:cubicBezTo>
                    <a:cubicBezTo>
                      <a:pt x="162" y="2737"/>
                      <a:pt x="227" y="2815"/>
                      <a:pt x="314" y="2834"/>
                    </a:cubicBezTo>
                    <a:cubicBezTo>
                      <a:pt x="331" y="2615"/>
                      <a:pt x="335" y="2373"/>
                      <a:pt x="303" y="2175"/>
                    </a:cubicBezTo>
                    <a:cubicBezTo>
                      <a:pt x="223" y="1541"/>
                      <a:pt x="223" y="1541"/>
                      <a:pt x="223" y="1541"/>
                    </a:cubicBezTo>
                    <a:cubicBezTo>
                      <a:pt x="223" y="188"/>
                      <a:pt x="223" y="188"/>
                      <a:pt x="223" y="188"/>
                    </a:cubicBezTo>
                    <a:cubicBezTo>
                      <a:pt x="208" y="188"/>
                      <a:pt x="208" y="188"/>
                      <a:pt x="208" y="188"/>
                    </a:cubicBezTo>
                    <a:cubicBezTo>
                      <a:pt x="208" y="188"/>
                      <a:pt x="207" y="188"/>
                      <a:pt x="207" y="187"/>
                    </a:cubicBezTo>
                    <a:cubicBezTo>
                      <a:pt x="207" y="86"/>
                      <a:pt x="207" y="86"/>
                      <a:pt x="207" y="86"/>
                    </a:cubicBezTo>
                    <a:cubicBezTo>
                      <a:pt x="207" y="85"/>
                      <a:pt x="208" y="84"/>
                      <a:pt x="208" y="84"/>
                    </a:cubicBezTo>
                    <a:cubicBezTo>
                      <a:pt x="223" y="84"/>
                      <a:pt x="223" y="84"/>
                      <a:pt x="223" y="84"/>
                    </a:cubicBezTo>
                    <a:cubicBezTo>
                      <a:pt x="223" y="0"/>
                      <a:pt x="223" y="0"/>
                      <a:pt x="223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7445785" y="3619477"/>
                <a:ext cx="11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04" extrusionOk="0">
                    <a:moveTo>
                      <a:pt x="16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1" y="104"/>
                      <a:pt x="1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7545797" y="3780211"/>
                <a:ext cx="20100" cy="156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7419591" y="3780211"/>
                <a:ext cx="20100" cy="156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" name="Google Shape;50;p3"/>
          <p:cNvGrpSpPr/>
          <p:nvPr/>
        </p:nvGrpSpPr>
        <p:grpSpPr>
          <a:xfrm>
            <a:off x="-5236087" y="888970"/>
            <a:ext cx="7344299" cy="6561756"/>
            <a:chOff x="-3927065" y="666727"/>
            <a:chExt cx="5508224" cy="4921317"/>
          </a:xfrm>
        </p:grpSpPr>
        <p:grpSp>
          <p:nvGrpSpPr>
            <p:cNvPr id="51" name="Google Shape;51;p3"/>
            <p:cNvGrpSpPr/>
            <p:nvPr/>
          </p:nvGrpSpPr>
          <p:grpSpPr>
            <a:xfrm flipH="1">
              <a:off x="-3927065" y="666727"/>
              <a:ext cx="5508224" cy="4921317"/>
              <a:chOff x="8071772" y="-317844"/>
              <a:chExt cx="5778059" cy="5162401"/>
            </a:xfrm>
          </p:grpSpPr>
          <p:sp>
            <p:nvSpPr>
              <p:cNvPr id="52" name="Google Shape;52;p3"/>
              <p:cNvSpPr/>
              <p:nvPr/>
            </p:nvSpPr>
            <p:spPr>
              <a:xfrm>
                <a:off x="8071772" y="-317844"/>
                <a:ext cx="5778059" cy="5162401"/>
              </a:xfrm>
              <a:custGeom>
                <a:avLst/>
                <a:gdLst/>
                <a:ahLst/>
                <a:cxnLst/>
                <a:rect l="l" t="t" r="r" b="b"/>
                <a:pathLst>
                  <a:path w="51982" h="46437" extrusionOk="0">
                    <a:moveTo>
                      <a:pt x="1275" y="46437"/>
                    </a:moveTo>
                    <a:cubicBezTo>
                      <a:pt x="0" y="46437"/>
                      <a:pt x="0" y="46437"/>
                      <a:pt x="0" y="46437"/>
                    </a:cubicBezTo>
                    <a:cubicBezTo>
                      <a:pt x="0" y="43439"/>
                      <a:pt x="0" y="43439"/>
                      <a:pt x="0" y="43439"/>
                    </a:cubicBezTo>
                    <a:cubicBezTo>
                      <a:pt x="1275" y="43422"/>
                      <a:pt x="1275" y="43422"/>
                      <a:pt x="1275" y="43422"/>
                    </a:cubicBezTo>
                    <a:cubicBezTo>
                      <a:pt x="2011" y="43422"/>
                      <a:pt x="2610" y="42823"/>
                      <a:pt x="2610" y="42087"/>
                    </a:cubicBezTo>
                    <a:cubicBezTo>
                      <a:pt x="2610" y="26691"/>
                      <a:pt x="2610" y="26691"/>
                      <a:pt x="2610" y="26691"/>
                    </a:cubicBezTo>
                    <a:cubicBezTo>
                      <a:pt x="2610" y="23517"/>
                      <a:pt x="5192" y="20935"/>
                      <a:pt x="8366" y="20935"/>
                    </a:cubicBezTo>
                    <a:cubicBezTo>
                      <a:pt x="11540" y="20935"/>
                      <a:pt x="14122" y="23517"/>
                      <a:pt x="14122" y="26691"/>
                    </a:cubicBezTo>
                    <a:cubicBezTo>
                      <a:pt x="14122" y="31798"/>
                      <a:pt x="14122" y="31798"/>
                      <a:pt x="14122" y="31798"/>
                    </a:cubicBezTo>
                    <a:cubicBezTo>
                      <a:pt x="14122" y="33310"/>
                      <a:pt x="15352" y="34539"/>
                      <a:pt x="16863" y="34539"/>
                    </a:cubicBezTo>
                    <a:cubicBezTo>
                      <a:pt x="17089" y="34539"/>
                      <a:pt x="17089" y="34539"/>
                      <a:pt x="17089" y="34539"/>
                    </a:cubicBezTo>
                    <a:cubicBezTo>
                      <a:pt x="18600" y="34539"/>
                      <a:pt x="19830" y="33310"/>
                      <a:pt x="19830" y="31798"/>
                    </a:cubicBezTo>
                    <a:cubicBezTo>
                      <a:pt x="19830" y="16859"/>
                      <a:pt x="19830" y="16859"/>
                      <a:pt x="19830" y="16859"/>
                    </a:cubicBezTo>
                    <a:cubicBezTo>
                      <a:pt x="19830" y="13686"/>
                      <a:pt x="22412" y="11103"/>
                      <a:pt x="25586" y="11103"/>
                    </a:cubicBezTo>
                    <a:cubicBezTo>
                      <a:pt x="25698" y="11103"/>
                      <a:pt x="25698" y="11103"/>
                      <a:pt x="25698" y="11103"/>
                    </a:cubicBezTo>
                    <a:cubicBezTo>
                      <a:pt x="28872" y="11103"/>
                      <a:pt x="31454" y="13686"/>
                      <a:pt x="31454" y="16859"/>
                    </a:cubicBezTo>
                    <a:cubicBezTo>
                      <a:pt x="31454" y="27421"/>
                      <a:pt x="31454" y="27421"/>
                      <a:pt x="31454" y="27421"/>
                    </a:cubicBezTo>
                    <a:cubicBezTo>
                      <a:pt x="31454" y="28933"/>
                      <a:pt x="32684" y="30162"/>
                      <a:pt x="34195" y="30162"/>
                    </a:cubicBezTo>
                    <a:cubicBezTo>
                      <a:pt x="34308" y="30162"/>
                      <a:pt x="34308" y="30162"/>
                      <a:pt x="34308" y="30162"/>
                    </a:cubicBezTo>
                    <a:cubicBezTo>
                      <a:pt x="35819" y="30162"/>
                      <a:pt x="37049" y="28933"/>
                      <a:pt x="37049" y="27421"/>
                    </a:cubicBezTo>
                    <a:cubicBezTo>
                      <a:pt x="37049" y="5756"/>
                      <a:pt x="37049" y="5756"/>
                      <a:pt x="37049" y="5756"/>
                    </a:cubicBezTo>
                    <a:cubicBezTo>
                      <a:pt x="37049" y="2582"/>
                      <a:pt x="39631" y="0"/>
                      <a:pt x="42805" y="0"/>
                    </a:cubicBezTo>
                    <a:cubicBezTo>
                      <a:pt x="42918" y="0"/>
                      <a:pt x="42918" y="0"/>
                      <a:pt x="42918" y="0"/>
                    </a:cubicBezTo>
                    <a:cubicBezTo>
                      <a:pt x="46091" y="0"/>
                      <a:pt x="48674" y="2582"/>
                      <a:pt x="48674" y="5756"/>
                    </a:cubicBezTo>
                    <a:cubicBezTo>
                      <a:pt x="48674" y="15639"/>
                      <a:pt x="48674" y="15639"/>
                      <a:pt x="48674" y="15639"/>
                    </a:cubicBezTo>
                    <a:cubicBezTo>
                      <a:pt x="48674" y="16406"/>
                      <a:pt x="49298" y="17031"/>
                      <a:pt x="50066" y="17031"/>
                    </a:cubicBezTo>
                    <a:cubicBezTo>
                      <a:pt x="51982" y="17058"/>
                      <a:pt x="51982" y="17058"/>
                      <a:pt x="51982" y="17058"/>
                    </a:cubicBezTo>
                    <a:cubicBezTo>
                      <a:pt x="51982" y="20034"/>
                      <a:pt x="51982" y="20034"/>
                      <a:pt x="51982" y="20034"/>
                    </a:cubicBezTo>
                    <a:cubicBezTo>
                      <a:pt x="50066" y="20046"/>
                      <a:pt x="50066" y="20046"/>
                      <a:pt x="50066" y="20046"/>
                    </a:cubicBezTo>
                    <a:cubicBezTo>
                      <a:pt x="47636" y="20046"/>
                      <a:pt x="45659" y="18069"/>
                      <a:pt x="45659" y="15639"/>
                    </a:cubicBezTo>
                    <a:cubicBezTo>
                      <a:pt x="45659" y="5756"/>
                      <a:pt x="45659" y="5756"/>
                      <a:pt x="45659" y="5756"/>
                    </a:cubicBezTo>
                    <a:cubicBezTo>
                      <a:pt x="45659" y="4244"/>
                      <a:pt x="44429" y="3015"/>
                      <a:pt x="42918" y="3015"/>
                    </a:cubicBezTo>
                    <a:cubicBezTo>
                      <a:pt x="42805" y="3015"/>
                      <a:pt x="42805" y="3015"/>
                      <a:pt x="42805" y="3015"/>
                    </a:cubicBezTo>
                    <a:cubicBezTo>
                      <a:pt x="41294" y="3015"/>
                      <a:pt x="40064" y="4244"/>
                      <a:pt x="40064" y="5756"/>
                    </a:cubicBezTo>
                    <a:cubicBezTo>
                      <a:pt x="40064" y="27421"/>
                      <a:pt x="40064" y="27421"/>
                      <a:pt x="40064" y="27421"/>
                    </a:cubicBezTo>
                    <a:cubicBezTo>
                      <a:pt x="40064" y="30595"/>
                      <a:pt x="37482" y="33177"/>
                      <a:pt x="34308" y="33177"/>
                    </a:cubicBezTo>
                    <a:cubicBezTo>
                      <a:pt x="34195" y="33177"/>
                      <a:pt x="34195" y="33177"/>
                      <a:pt x="34195" y="33177"/>
                    </a:cubicBezTo>
                    <a:cubicBezTo>
                      <a:pt x="31021" y="33177"/>
                      <a:pt x="28439" y="30595"/>
                      <a:pt x="28439" y="27421"/>
                    </a:cubicBezTo>
                    <a:cubicBezTo>
                      <a:pt x="28439" y="16859"/>
                      <a:pt x="28439" y="16859"/>
                      <a:pt x="28439" y="16859"/>
                    </a:cubicBezTo>
                    <a:cubicBezTo>
                      <a:pt x="28439" y="15348"/>
                      <a:pt x="27210" y="14118"/>
                      <a:pt x="25698" y="14118"/>
                    </a:cubicBezTo>
                    <a:cubicBezTo>
                      <a:pt x="25586" y="14118"/>
                      <a:pt x="25586" y="14118"/>
                      <a:pt x="25586" y="14118"/>
                    </a:cubicBezTo>
                    <a:cubicBezTo>
                      <a:pt x="24074" y="14118"/>
                      <a:pt x="22845" y="15348"/>
                      <a:pt x="22845" y="16859"/>
                    </a:cubicBezTo>
                    <a:cubicBezTo>
                      <a:pt x="22845" y="31798"/>
                      <a:pt x="22845" y="31798"/>
                      <a:pt x="22845" y="31798"/>
                    </a:cubicBezTo>
                    <a:cubicBezTo>
                      <a:pt x="22845" y="34972"/>
                      <a:pt x="20262" y="37554"/>
                      <a:pt x="17089" y="37554"/>
                    </a:cubicBezTo>
                    <a:cubicBezTo>
                      <a:pt x="16863" y="37554"/>
                      <a:pt x="16863" y="37554"/>
                      <a:pt x="16863" y="37554"/>
                    </a:cubicBezTo>
                    <a:cubicBezTo>
                      <a:pt x="13689" y="37554"/>
                      <a:pt x="11107" y="34972"/>
                      <a:pt x="11107" y="31798"/>
                    </a:cubicBezTo>
                    <a:cubicBezTo>
                      <a:pt x="11107" y="26691"/>
                      <a:pt x="11107" y="26691"/>
                      <a:pt x="11107" y="26691"/>
                    </a:cubicBezTo>
                    <a:cubicBezTo>
                      <a:pt x="11107" y="25179"/>
                      <a:pt x="9878" y="23950"/>
                      <a:pt x="8366" y="23950"/>
                    </a:cubicBezTo>
                    <a:cubicBezTo>
                      <a:pt x="6855" y="23950"/>
                      <a:pt x="5625" y="25179"/>
                      <a:pt x="5625" y="26691"/>
                    </a:cubicBezTo>
                    <a:cubicBezTo>
                      <a:pt x="5625" y="42087"/>
                      <a:pt x="5625" y="42087"/>
                      <a:pt x="5625" y="42087"/>
                    </a:cubicBezTo>
                    <a:cubicBezTo>
                      <a:pt x="5625" y="44485"/>
                      <a:pt x="3674" y="46437"/>
                      <a:pt x="1275" y="4643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>
                <a:off x="8403556" y="-150155"/>
                <a:ext cx="5040210" cy="4768407"/>
              </a:xfrm>
              <a:custGeom>
                <a:avLst/>
                <a:gdLst/>
                <a:ahLst/>
                <a:cxnLst/>
                <a:rect l="l" t="t" r="r" b="b"/>
                <a:pathLst>
                  <a:path w="45345" h="42891" extrusionOk="0">
                    <a:moveTo>
                      <a:pt x="64" y="42891"/>
                    </a:moveTo>
                    <a:cubicBezTo>
                      <a:pt x="0" y="42809"/>
                      <a:pt x="0" y="42809"/>
                      <a:pt x="0" y="42809"/>
                    </a:cubicBezTo>
                    <a:cubicBezTo>
                      <a:pt x="321" y="42561"/>
                      <a:pt x="590" y="42241"/>
                      <a:pt x="776" y="41882"/>
                    </a:cubicBezTo>
                    <a:cubicBezTo>
                      <a:pt x="868" y="41930"/>
                      <a:pt x="868" y="41930"/>
                      <a:pt x="868" y="41930"/>
                    </a:cubicBezTo>
                    <a:cubicBezTo>
                      <a:pt x="675" y="42302"/>
                      <a:pt x="397" y="42634"/>
                      <a:pt x="64" y="42891"/>
                    </a:cubicBezTo>
                    <a:close/>
                    <a:moveTo>
                      <a:pt x="1190" y="40719"/>
                    </a:moveTo>
                    <a:cubicBezTo>
                      <a:pt x="1086" y="40714"/>
                      <a:pt x="1086" y="40714"/>
                      <a:pt x="1086" y="40714"/>
                    </a:cubicBezTo>
                    <a:cubicBezTo>
                      <a:pt x="1087" y="40676"/>
                      <a:pt x="1088" y="40637"/>
                      <a:pt x="1088" y="40598"/>
                    </a:cubicBezTo>
                    <a:cubicBezTo>
                      <a:pt x="1088" y="39476"/>
                      <a:pt x="1088" y="39476"/>
                      <a:pt x="1088" y="39476"/>
                    </a:cubicBezTo>
                    <a:cubicBezTo>
                      <a:pt x="1192" y="39476"/>
                      <a:pt x="1192" y="39476"/>
                      <a:pt x="1192" y="39476"/>
                    </a:cubicBezTo>
                    <a:cubicBezTo>
                      <a:pt x="1192" y="40598"/>
                      <a:pt x="1192" y="40598"/>
                      <a:pt x="1192" y="40598"/>
                    </a:cubicBezTo>
                    <a:cubicBezTo>
                      <a:pt x="1192" y="40639"/>
                      <a:pt x="1191" y="40679"/>
                      <a:pt x="1190" y="40719"/>
                    </a:cubicBezTo>
                    <a:close/>
                    <a:moveTo>
                      <a:pt x="1192" y="38235"/>
                    </a:moveTo>
                    <a:cubicBezTo>
                      <a:pt x="1088" y="38235"/>
                      <a:pt x="1088" y="38235"/>
                      <a:pt x="1088" y="38235"/>
                    </a:cubicBezTo>
                    <a:cubicBezTo>
                      <a:pt x="1088" y="36994"/>
                      <a:pt x="1088" y="36994"/>
                      <a:pt x="1088" y="36994"/>
                    </a:cubicBezTo>
                    <a:cubicBezTo>
                      <a:pt x="1192" y="36994"/>
                      <a:pt x="1192" y="36994"/>
                      <a:pt x="1192" y="36994"/>
                    </a:cubicBezTo>
                    <a:lnTo>
                      <a:pt x="1192" y="38235"/>
                    </a:lnTo>
                    <a:close/>
                    <a:moveTo>
                      <a:pt x="1192" y="35754"/>
                    </a:moveTo>
                    <a:cubicBezTo>
                      <a:pt x="1088" y="35754"/>
                      <a:pt x="1088" y="35754"/>
                      <a:pt x="1088" y="35754"/>
                    </a:cubicBezTo>
                    <a:cubicBezTo>
                      <a:pt x="1088" y="34513"/>
                      <a:pt x="1088" y="34513"/>
                      <a:pt x="1088" y="34513"/>
                    </a:cubicBezTo>
                    <a:cubicBezTo>
                      <a:pt x="1192" y="34513"/>
                      <a:pt x="1192" y="34513"/>
                      <a:pt x="1192" y="34513"/>
                    </a:cubicBezTo>
                    <a:lnTo>
                      <a:pt x="1192" y="35754"/>
                    </a:lnTo>
                    <a:close/>
                    <a:moveTo>
                      <a:pt x="14111" y="34610"/>
                    </a:moveTo>
                    <a:cubicBezTo>
                      <a:pt x="13886" y="34610"/>
                      <a:pt x="13886" y="34610"/>
                      <a:pt x="13886" y="34610"/>
                    </a:cubicBezTo>
                    <a:cubicBezTo>
                      <a:pt x="13564" y="34610"/>
                      <a:pt x="13244" y="34574"/>
                      <a:pt x="12934" y="34504"/>
                    </a:cubicBezTo>
                    <a:cubicBezTo>
                      <a:pt x="12957" y="34403"/>
                      <a:pt x="12957" y="34403"/>
                      <a:pt x="12957" y="34403"/>
                    </a:cubicBezTo>
                    <a:cubicBezTo>
                      <a:pt x="13259" y="34471"/>
                      <a:pt x="13572" y="34506"/>
                      <a:pt x="13886" y="34506"/>
                    </a:cubicBezTo>
                    <a:cubicBezTo>
                      <a:pt x="14177" y="34505"/>
                      <a:pt x="14177" y="34505"/>
                      <a:pt x="14177" y="34505"/>
                    </a:cubicBezTo>
                    <a:cubicBezTo>
                      <a:pt x="14179" y="34609"/>
                      <a:pt x="14179" y="34609"/>
                      <a:pt x="14179" y="34609"/>
                    </a:cubicBezTo>
                    <a:lnTo>
                      <a:pt x="14111" y="34610"/>
                    </a:lnTo>
                    <a:close/>
                    <a:moveTo>
                      <a:pt x="15413" y="34409"/>
                    </a:moveTo>
                    <a:cubicBezTo>
                      <a:pt x="15382" y="34310"/>
                      <a:pt x="15382" y="34310"/>
                      <a:pt x="15382" y="34310"/>
                    </a:cubicBezTo>
                    <a:cubicBezTo>
                      <a:pt x="15771" y="34186"/>
                      <a:pt x="16141" y="34006"/>
                      <a:pt x="16479" y="33774"/>
                    </a:cubicBezTo>
                    <a:cubicBezTo>
                      <a:pt x="16538" y="33860"/>
                      <a:pt x="16538" y="33860"/>
                      <a:pt x="16538" y="33860"/>
                    </a:cubicBezTo>
                    <a:cubicBezTo>
                      <a:pt x="16191" y="34098"/>
                      <a:pt x="15813" y="34282"/>
                      <a:pt x="15413" y="34409"/>
                    </a:cubicBezTo>
                    <a:close/>
                    <a:moveTo>
                      <a:pt x="11767" y="34053"/>
                    </a:moveTo>
                    <a:cubicBezTo>
                      <a:pt x="11403" y="33846"/>
                      <a:pt x="11070" y="33587"/>
                      <a:pt x="10780" y="33284"/>
                    </a:cubicBezTo>
                    <a:cubicBezTo>
                      <a:pt x="10855" y="33212"/>
                      <a:pt x="10855" y="33212"/>
                      <a:pt x="10855" y="33212"/>
                    </a:cubicBezTo>
                    <a:cubicBezTo>
                      <a:pt x="11138" y="33508"/>
                      <a:pt x="11463" y="33761"/>
                      <a:pt x="11818" y="33962"/>
                    </a:cubicBezTo>
                    <a:lnTo>
                      <a:pt x="11767" y="34053"/>
                    </a:lnTo>
                    <a:close/>
                    <a:moveTo>
                      <a:pt x="1192" y="33272"/>
                    </a:moveTo>
                    <a:cubicBezTo>
                      <a:pt x="1088" y="33272"/>
                      <a:pt x="1088" y="33272"/>
                      <a:pt x="1088" y="33272"/>
                    </a:cubicBezTo>
                    <a:cubicBezTo>
                      <a:pt x="1088" y="32032"/>
                      <a:pt x="1088" y="32032"/>
                      <a:pt x="1088" y="32032"/>
                    </a:cubicBezTo>
                    <a:cubicBezTo>
                      <a:pt x="1192" y="32032"/>
                      <a:pt x="1192" y="32032"/>
                      <a:pt x="1192" y="32032"/>
                    </a:cubicBezTo>
                    <a:lnTo>
                      <a:pt x="1192" y="33272"/>
                    </a:lnTo>
                    <a:close/>
                    <a:moveTo>
                      <a:pt x="17457" y="33011"/>
                    </a:moveTo>
                    <a:cubicBezTo>
                      <a:pt x="17376" y="32946"/>
                      <a:pt x="17376" y="32946"/>
                      <a:pt x="17376" y="32946"/>
                    </a:cubicBezTo>
                    <a:cubicBezTo>
                      <a:pt x="17634" y="32627"/>
                      <a:pt x="17843" y="32274"/>
                      <a:pt x="17998" y="31895"/>
                    </a:cubicBezTo>
                    <a:cubicBezTo>
                      <a:pt x="18094" y="31935"/>
                      <a:pt x="18094" y="31935"/>
                      <a:pt x="18094" y="31935"/>
                    </a:cubicBezTo>
                    <a:cubicBezTo>
                      <a:pt x="17935" y="32322"/>
                      <a:pt x="17721" y="32685"/>
                      <a:pt x="17457" y="33011"/>
                    </a:cubicBezTo>
                    <a:close/>
                    <a:moveTo>
                      <a:pt x="10054" y="32265"/>
                    </a:moveTo>
                    <a:cubicBezTo>
                      <a:pt x="9863" y="31891"/>
                      <a:pt x="9728" y="31492"/>
                      <a:pt x="9654" y="31079"/>
                    </a:cubicBezTo>
                    <a:cubicBezTo>
                      <a:pt x="9756" y="31061"/>
                      <a:pt x="9756" y="31061"/>
                      <a:pt x="9756" y="31061"/>
                    </a:cubicBezTo>
                    <a:cubicBezTo>
                      <a:pt x="9829" y="31464"/>
                      <a:pt x="9960" y="31853"/>
                      <a:pt x="10147" y="32217"/>
                    </a:cubicBezTo>
                    <a:lnTo>
                      <a:pt x="10054" y="32265"/>
                    </a:lnTo>
                    <a:close/>
                    <a:moveTo>
                      <a:pt x="1192" y="30791"/>
                    </a:moveTo>
                    <a:cubicBezTo>
                      <a:pt x="1088" y="30791"/>
                      <a:pt x="1088" y="30791"/>
                      <a:pt x="1088" y="30791"/>
                    </a:cubicBezTo>
                    <a:cubicBezTo>
                      <a:pt x="1088" y="29550"/>
                      <a:pt x="1088" y="29550"/>
                      <a:pt x="1088" y="29550"/>
                    </a:cubicBezTo>
                    <a:cubicBezTo>
                      <a:pt x="1192" y="29550"/>
                      <a:pt x="1192" y="29550"/>
                      <a:pt x="1192" y="29550"/>
                    </a:cubicBezTo>
                    <a:lnTo>
                      <a:pt x="1192" y="30791"/>
                    </a:lnTo>
                    <a:close/>
                    <a:moveTo>
                      <a:pt x="18392" y="30719"/>
                    </a:moveTo>
                    <a:cubicBezTo>
                      <a:pt x="18289" y="30710"/>
                      <a:pt x="18289" y="30710"/>
                      <a:pt x="18289" y="30710"/>
                    </a:cubicBezTo>
                    <a:cubicBezTo>
                      <a:pt x="18301" y="30578"/>
                      <a:pt x="18307" y="30443"/>
                      <a:pt x="18307" y="30309"/>
                    </a:cubicBezTo>
                    <a:cubicBezTo>
                      <a:pt x="18307" y="29475"/>
                      <a:pt x="18307" y="29475"/>
                      <a:pt x="18307" y="29475"/>
                    </a:cubicBezTo>
                    <a:cubicBezTo>
                      <a:pt x="18411" y="29475"/>
                      <a:pt x="18411" y="29475"/>
                      <a:pt x="18411" y="29475"/>
                    </a:cubicBezTo>
                    <a:cubicBezTo>
                      <a:pt x="18411" y="30309"/>
                      <a:pt x="18411" y="30309"/>
                      <a:pt x="18411" y="30309"/>
                    </a:cubicBezTo>
                    <a:cubicBezTo>
                      <a:pt x="18411" y="30446"/>
                      <a:pt x="18405" y="30584"/>
                      <a:pt x="18392" y="30719"/>
                    </a:cubicBezTo>
                    <a:close/>
                    <a:moveTo>
                      <a:pt x="31073" y="30231"/>
                    </a:moveTo>
                    <a:cubicBezTo>
                      <a:pt x="30653" y="30217"/>
                      <a:pt x="30239" y="30142"/>
                      <a:pt x="29842" y="30008"/>
                    </a:cubicBezTo>
                    <a:cubicBezTo>
                      <a:pt x="29876" y="29910"/>
                      <a:pt x="29876" y="29910"/>
                      <a:pt x="29876" y="29910"/>
                    </a:cubicBezTo>
                    <a:cubicBezTo>
                      <a:pt x="30262" y="30040"/>
                      <a:pt x="30666" y="30113"/>
                      <a:pt x="31077" y="30127"/>
                    </a:cubicBezTo>
                    <a:lnTo>
                      <a:pt x="31073" y="30231"/>
                    </a:lnTo>
                    <a:close/>
                    <a:moveTo>
                      <a:pt x="32319" y="30119"/>
                    </a:moveTo>
                    <a:cubicBezTo>
                      <a:pt x="32295" y="30018"/>
                      <a:pt x="32295" y="30018"/>
                      <a:pt x="32295" y="30018"/>
                    </a:cubicBezTo>
                    <a:cubicBezTo>
                      <a:pt x="32693" y="29924"/>
                      <a:pt x="33075" y="29772"/>
                      <a:pt x="33429" y="29567"/>
                    </a:cubicBezTo>
                    <a:cubicBezTo>
                      <a:pt x="33481" y="29657"/>
                      <a:pt x="33481" y="29657"/>
                      <a:pt x="33481" y="29657"/>
                    </a:cubicBezTo>
                    <a:cubicBezTo>
                      <a:pt x="33118" y="29868"/>
                      <a:pt x="32727" y="30023"/>
                      <a:pt x="32319" y="30119"/>
                    </a:cubicBezTo>
                    <a:close/>
                    <a:moveTo>
                      <a:pt x="9689" y="29834"/>
                    </a:moveTo>
                    <a:cubicBezTo>
                      <a:pt x="9585" y="29834"/>
                      <a:pt x="9585" y="29834"/>
                      <a:pt x="9585" y="29834"/>
                    </a:cubicBezTo>
                    <a:cubicBezTo>
                      <a:pt x="9585" y="28593"/>
                      <a:pt x="9585" y="28593"/>
                      <a:pt x="9585" y="28593"/>
                    </a:cubicBezTo>
                    <a:cubicBezTo>
                      <a:pt x="9689" y="28593"/>
                      <a:pt x="9689" y="28593"/>
                      <a:pt x="9689" y="28593"/>
                    </a:cubicBezTo>
                    <a:lnTo>
                      <a:pt x="9689" y="29834"/>
                    </a:lnTo>
                    <a:close/>
                    <a:moveTo>
                      <a:pt x="28728" y="29439"/>
                    </a:moveTo>
                    <a:cubicBezTo>
                      <a:pt x="28386" y="29196"/>
                      <a:pt x="28082" y="28905"/>
                      <a:pt x="27824" y="28574"/>
                    </a:cubicBezTo>
                    <a:cubicBezTo>
                      <a:pt x="27906" y="28510"/>
                      <a:pt x="27906" y="28510"/>
                      <a:pt x="27906" y="28510"/>
                    </a:cubicBezTo>
                    <a:cubicBezTo>
                      <a:pt x="28158" y="28833"/>
                      <a:pt x="28455" y="29117"/>
                      <a:pt x="28788" y="29355"/>
                    </a:cubicBezTo>
                    <a:lnTo>
                      <a:pt x="28728" y="29439"/>
                    </a:lnTo>
                    <a:close/>
                    <a:moveTo>
                      <a:pt x="34462" y="28880"/>
                    </a:moveTo>
                    <a:cubicBezTo>
                      <a:pt x="34386" y="28809"/>
                      <a:pt x="34386" y="28809"/>
                      <a:pt x="34386" y="28809"/>
                    </a:cubicBezTo>
                    <a:cubicBezTo>
                      <a:pt x="34668" y="28510"/>
                      <a:pt x="34903" y="28173"/>
                      <a:pt x="35086" y="27808"/>
                    </a:cubicBezTo>
                    <a:cubicBezTo>
                      <a:pt x="35179" y="27854"/>
                      <a:pt x="35179" y="27854"/>
                      <a:pt x="35179" y="27854"/>
                    </a:cubicBezTo>
                    <a:cubicBezTo>
                      <a:pt x="34991" y="28229"/>
                      <a:pt x="34750" y="28574"/>
                      <a:pt x="34462" y="28880"/>
                    </a:cubicBezTo>
                    <a:close/>
                    <a:moveTo>
                      <a:pt x="1192" y="28310"/>
                    </a:moveTo>
                    <a:cubicBezTo>
                      <a:pt x="1088" y="28310"/>
                      <a:pt x="1088" y="28310"/>
                      <a:pt x="1088" y="28310"/>
                    </a:cubicBezTo>
                    <a:cubicBezTo>
                      <a:pt x="1088" y="27069"/>
                      <a:pt x="1088" y="27069"/>
                      <a:pt x="1088" y="27069"/>
                    </a:cubicBezTo>
                    <a:cubicBezTo>
                      <a:pt x="1192" y="27069"/>
                      <a:pt x="1192" y="27069"/>
                      <a:pt x="1192" y="27069"/>
                    </a:cubicBezTo>
                    <a:lnTo>
                      <a:pt x="1192" y="28310"/>
                    </a:lnTo>
                    <a:close/>
                    <a:moveTo>
                      <a:pt x="18411" y="28234"/>
                    </a:moveTo>
                    <a:cubicBezTo>
                      <a:pt x="18307" y="28234"/>
                      <a:pt x="18307" y="28234"/>
                      <a:pt x="18307" y="28234"/>
                    </a:cubicBezTo>
                    <a:cubicBezTo>
                      <a:pt x="18307" y="26993"/>
                      <a:pt x="18307" y="26993"/>
                      <a:pt x="18307" y="26993"/>
                    </a:cubicBezTo>
                    <a:cubicBezTo>
                      <a:pt x="18411" y="26993"/>
                      <a:pt x="18411" y="26993"/>
                      <a:pt x="18411" y="26993"/>
                    </a:cubicBezTo>
                    <a:lnTo>
                      <a:pt x="18411" y="28234"/>
                    </a:lnTo>
                    <a:close/>
                    <a:moveTo>
                      <a:pt x="27206" y="27486"/>
                    </a:moveTo>
                    <a:cubicBezTo>
                      <a:pt x="27055" y="27096"/>
                      <a:pt x="26962" y="26686"/>
                      <a:pt x="26930" y="26266"/>
                    </a:cubicBezTo>
                    <a:cubicBezTo>
                      <a:pt x="27034" y="26258"/>
                      <a:pt x="27034" y="26258"/>
                      <a:pt x="27034" y="26258"/>
                    </a:cubicBezTo>
                    <a:cubicBezTo>
                      <a:pt x="27065" y="26668"/>
                      <a:pt x="27156" y="27068"/>
                      <a:pt x="27303" y="27449"/>
                    </a:cubicBezTo>
                    <a:lnTo>
                      <a:pt x="27206" y="27486"/>
                    </a:lnTo>
                    <a:close/>
                    <a:moveTo>
                      <a:pt x="9689" y="27352"/>
                    </a:moveTo>
                    <a:cubicBezTo>
                      <a:pt x="9585" y="27352"/>
                      <a:pt x="9585" y="27352"/>
                      <a:pt x="9585" y="27352"/>
                    </a:cubicBezTo>
                    <a:cubicBezTo>
                      <a:pt x="9585" y="26112"/>
                      <a:pt x="9585" y="26112"/>
                      <a:pt x="9585" y="26112"/>
                    </a:cubicBezTo>
                    <a:cubicBezTo>
                      <a:pt x="9689" y="26112"/>
                      <a:pt x="9689" y="26112"/>
                      <a:pt x="9689" y="26112"/>
                    </a:cubicBezTo>
                    <a:lnTo>
                      <a:pt x="9689" y="27352"/>
                    </a:lnTo>
                    <a:close/>
                    <a:moveTo>
                      <a:pt x="35569" y="26666"/>
                    </a:moveTo>
                    <a:cubicBezTo>
                      <a:pt x="35466" y="26648"/>
                      <a:pt x="35466" y="26648"/>
                      <a:pt x="35466" y="26648"/>
                    </a:cubicBezTo>
                    <a:cubicBezTo>
                      <a:pt x="35506" y="26413"/>
                      <a:pt x="35527" y="26173"/>
                      <a:pt x="35527" y="25932"/>
                    </a:cubicBezTo>
                    <a:cubicBezTo>
                      <a:pt x="35527" y="25420"/>
                      <a:pt x="35527" y="25420"/>
                      <a:pt x="35527" y="25420"/>
                    </a:cubicBezTo>
                    <a:cubicBezTo>
                      <a:pt x="35631" y="25420"/>
                      <a:pt x="35631" y="25420"/>
                      <a:pt x="35631" y="25420"/>
                    </a:cubicBezTo>
                    <a:cubicBezTo>
                      <a:pt x="35631" y="25932"/>
                      <a:pt x="35631" y="25932"/>
                      <a:pt x="35631" y="25932"/>
                    </a:cubicBezTo>
                    <a:cubicBezTo>
                      <a:pt x="35631" y="26179"/>
                      <a:pt x="35610" y="26425"/>
                      <a:pt x="35569" y="26666"/>
                    </a:cubicBezTo>
                    <a:close/>
                    <a:moveTo>
                      <a:pt x="1192" y="25828"/>
                    </a:moveTo>
                    <a:cubicBezTo>
                      <a:pt x="1088" y="25828"/>
                      <a:pt x="1088" y="25828"/>
                      <a:pt x="1088" y="25828"/>
                    </a:cubicBezTo>
                    <a:cubicBezTo>
                      <a:pt x="1088" y="25202"/>
                      <a:pt x="1088" y="25202"/>
                      <a:pt x="1088" y="25202"/>
                    </a:cubicBezTo>
                    <a:cubicBezTo>
                      <a:pt x="1088" y="24995"/>
                      <a:pt x="1103" y="24786"/>
                      <a:pt x="1132" y="24583"/>
                    </a:cubicBezTo>
                    <a:cubicBezTo>
                      <a:pt x="1235" y="24597"/>
                      <a:pt x="1235" y="24597"/>
                      <a:pt x="1235" y="24597"/>
                    </a:cubicBezTo>
                    <a:cubicBezTo>
                      <a:pt x="1207" y="24796"/>
                      <a:pt x="1192" y="25000"/>
                      <a:pt x="1192" y="25202"/>
                    </a:cubicBezTo>
                    <a:lnTo>
                      <a:pt x="1192" y="25828"/>
                    </a:lnTo>
                    <a:close/>
                    <a:moveTo>
                      <a:pt x="18411" y="25753"/>
                    </a:moveTo>
                    <a:cubicBezTo>
                      <a:pt x="18307" y="25753"/>
                      <a:pt x="18307" y="25753"/>
                      <a:pt x="18307" y="25753"/>
                    </a:cubicBezTo>
                    <a:cubicBezTo>
                      <a:pt x="18307" y="24512"/>
                      <a:pt x="18307" y="24512"/>
                      <a:pt x="18307" y="24512"/>
                    </a:cubicBezTo>
                    <a:cubicBezTo>
                      <a:pt x="18411" y="24512"/>
                      <a:pt x="18411" y="24512"/>
                      <a:pt x="18411" y="24512"/>
                    </a:cubicBezTo>
                    <a:lnTo>
                      <a:pt x="18411" y="25753"/>
                    </a:lnTo>
                    <a:close/>
                    <a:moveTo>
                      <a:pt x="27021" y="25022"/>
                    </a:moveTo>
                    <a:cubicBezTo>
                      <a:pt x="26917" y="25022"/>
                      <a:pt x="26917" y="25022"/>
                      <a:pt x="26917" y="25022"/>
                    </a:cubicBezTo>
                    <a:cubicBezTo>
                      <a:pt x="26917" y="23781"/>
                      <a:pt x="26917" y="23781"/>
                      <a:pt x="26917" y="23781"/>
                    </a:cubicBezTo>
                    <a:cubicBezTo>
                      <a:pt x="27021" y="23781"/>
                      <a:pt x="27021" y="23781"/>
                      <a:pt x="27021" y="23781"/>
                    </a:cubicBezTo>
                    <a:lnTo>
                      <a:pt x="27021" y="25022"/>
                    </a:lnTo>
                    <a:close/>
                    <a:moveTo>
                      <a:pt x="9573" y="24875"/>
                    </a:moveTo>
                    <a:cubicBezTo>
                      <a:pt x="9541" y="24466"/>
                      <a:pt x="9450" y="24066"/>
                      <a:pt x="9303" y="23685"/>
                    </a:cubicBezTo>
                    <a:cubicBezTo>
                      <a:pt x="9399" y="23647"/>
                      <a:pt x="9399" y="23647"/>
                      <a:pt x="9399" y="23647"/>
                    </a:cubicBezTo>
                    <a:cubicBezTo>
                      <a:pt x="9551" y="24038"/>
                      <a:pt x="9644" y="24448"/>
                      <a:pt x="9676" y="24867"/>
                    </a:cubicBezTo>
                    <a:lnTo>
                      <a:pt x="9573" y="24875"/>
                    </a:lnTo>
                    <a:close/>
                    <a:moveTo>
                      <a:pt x="35631" y="24179"/>
                    </a:moveTo>
                    <a:cubicBezTo>
                      <a:pt x="35527" y="24179"/>
                      <a:pt x="35527" y="24179"/>
                      <a:pt x="35527" y="24179"/>
                    </a:cubicBezTo>
                    <a:cubicBezTo>
                      <a:pt x="35527" y="22938"/>
                      <a:pt x="35527" y="22938"/>
                      <a:pt x="35527" y="22938"/>
                    </a:cubicBezTo>
                    <a:cubicBezTo>
                      <a:pt x="35631" y="22938"/>
                      <a:pt x="35631" y="22938"/>
                      <a:pt x="35631" y="22938"/>
                    </a:cubicBezTo>
                    <a:lnTo>
                      <a:pt x="35631" y="24179"/>
                    </a:lnTo>
                    <a:close/>
                    <a:moveTo>
                      <a:pt x="1584" y="23428"/>
                    </a:moveTo>
                    <a:cubicBezTo>
                      <a:pt x="1490" y="23384"/>
                      <a:pt x="1490" y="23384"/>
                      <a:pt x="1490" y="23384"/>
                    </a:cubicBezTo>
                    <a:cubicBezTo>
                      <a:pt x="1668" y="23004"/>
                      <a:pt x="1899" y="22653"/>
                      <a:pt x="2179" y="22339"/>
                    </a:cubicBezTo>
                    <a:cubicBezTo>
                      <a:pt x="2257" y="22409"/>
                      <a:pt x="2257" y="22409"/>
                      <a:pt x="2257" y="22409"/>
                    </a:cubicBezTo>
                    <a:cubicBezTo>
                      <a:pt x="1984" y="22715"/>
                      <a:pt x="1757" y="23058"/>
                      <a:pt x="1584" y="23428"/>
                    </a:cubicBezTo>
                    <a:close/>
                    <a:moveTo>
                      <a:pt x="18411" y="23271"/>
                    </a:moveTo>
                    <a:cubicBezTo>
                      <a:pt x="18307" y="23271"/>
                      <a:pt x="18307" y="23271"/>
                      <a:pt x="18307" y="23271"/>
                    </a:cubicBezTo>
                    <a:cubicBezTo>
                      <a:pt x="18307" y="22031"/>
                      <a:pt x="18307" y="22031"/>
                      <a:pt x="18307" y="22031"/>
                    </a:cubicBezTo>
                    <a:cubicBezTo>
                      <a:pt x="18411" y="22031"/>
                      <a:pt x="18411" y="22031"/>
                      <a:pt x="18411" y="22031"/>
                    </a:cubicBezTo>
                    <a:lnTo>
                      <a:pt x="18411" y="23271"/>
                    </a:lnTo>
                    <a:close/>
                    <a:moveTo>
                      <a:pt x="8700" y="22623"/>
                    </a:moveTo>
                    <a:cubicBezTo>
                      <a:pt x="8448" y="22300"/>
                      <a:pt x="8151" y="22016"/>
                      <a:pt x="7817" y="21779"/>
                    </a:cubicBezTo>
                    <a:cubicBezTo>
                      <a:pt x="7877" y="21695"/>
                      <a:pt x="7877" y="21695"/>
                      <a:pt x="7877" y="21695"/>
                    </a:cubicBezTo>
                    <a:cubicBezTo>
                      <a:pt x="8219" y="21938"/>
                      <a:pt x="8524" y="22229"/>
                      <a:pt x="8782" y="22559"/>
                    </a:cubicBezTo>
                    <a:lnTo>
                      <a:pt x="8700" y="22623"/>
                    </a:lnTo>
                    <a:close/>
                    <a:moveTo>
                      <a:pt x="27021" y="22541"/>
                    </a:moveTo>
                    <a:cubicBezTo>
                      <a:pt x="26917" y="22541"/>
                      <a:pt x="26917" y="22541"/>
                      <a:pt x="26917" y="22541"/>
                    </a:cubicBezTo>
                    <a:cubicBezTo>
                      <a:pt x="26917" y="21300"/>
                      <a:pt x="26917" y="21300"/>
                      <a:pt x="26917" y="21300"/>
                    </a:cubicBezTo>
                    <a:cubicBezTo>
                      <a:pt x="27021" y="21300"/>
                      <a:pt x="27021" y="21300"/>
                      <a:pt x="27021" y="21300"/>
                    </a:cubicBezTo>
                    <a:lnTo>
                      <a:pt x="27021" y="22541"/>
                    </a:lnTo>
                    <a:close/>
                    <a:moveTo>
                      <a:pt x="35631" y="21698"/>
                    </a:moveTo>
                    <a:cubicBezTo>
                      <a:pt x="35527" y="21698"/>
                      <a:pt x="35527" y="21698"/>
                      <a:pt x="35527" y="21698"/>
                    </a:cubicBezTo>
                    <a:cubicBezTo>
                      <a:pt x="35527" y="20457"/>
                      <a:pt x="35527" y="20457"/>
                      <a:pt x="35527" y="20457"/>
                    </a:cubicBezTo>
                    <a:cubicBezTo>
                      <a:pt x="35631" y="20457"/>
                      <a:pt x="35631" y="20457"/>
                      <a:pt x="35631" y="20457"/>
                    </a:cubicBezTo>
                    <a:lnTo>
                      <a:pt x="35631" y="21698"/>
                    </a:lnTo>
                    <a:close/>
                    <a:moveTo>
                      <a:pt x="3193" y="21625"/>
                    </a:moveTo>
                    <a:cubicBezTo>
                      <a:pt x="3139" y="21536"/>
                      <a:pt x="3139" y="21536"/>
                      <a:pt x="3139" y="21536"/>
                    </a:cubicBezTo>
                    <a:cubicBezTo>
                      <a:pt x="3497" y="21316"/>
                      <a:pt x="3883" y="21150"/>
                      <a:pt x="4289" y="21044"/>
                    </a:cubicBezTo>
                    <a:cubicBezTo>
                      <a:pt x="4315" y="21144"/>
                      <a:pt x="4315" y="21144"/>
                      <a:pt x="4315" y="21144"/>
                    </a:cubicBezTo>
                    <a:cubicBezTo>
                      <a:pt x="3920" y="21248"/>
                      <a:pt x="3542" y="21410"/>
                      <a:pt x="3193" y="21625"/>
                    </a:cubicBezTo>
                    <a:close/>
                    <a:moveTo>
                      <a:pt x="6730" y="21224"/>
                    </a:moveTo>
                    <a:cubicBezTo>
                      <a:pt x="6343" y="21094"/>
                      <a:pt x="5939" y="21021"/>
                      <a:pt x="5528" y="21008"/>
                    </a:cubicBezTo>
                    <a:cubicBezTo>
                      <a:pt x="5532" y="20904"/>
                      <a:pt x="5532" y="20904"/>
                      <a:pt x="5532" y="20904"/>
                    </a:cubicBezTo>
                    <a:cubicBezTo>
                      <a:pt x="5953" y="20918"/>
                      <a:pt x="6367" y="20992"/>
                      <a:pt x="6763" y="21126"/>
                    </a:cubicBezTo>
                    <a:lnTo>
                      <a:pt x="6730" y="21224"/>
                    </a:lnTo>
                    <a:close/>
                    <a:moveTo>
                      <a:pt x="18411" y="20790"/>
                    </a:moveTo>
                    <a:cubicBezTo>
                      <a:pt x="18307" y="20790"/>
                      <a:pt x="18307" y="20790"/>
                      <a:pt x="18307" y="20790"/>
                    </a:cubicBezTo>
                    <a:cubicBezTo>
                      <a:pt x="18307" y="19549"/>
                      <a:pt x="18307" y="19549"/>
                      <a:pt x="18307" y="19549"/>
                    </a:cubicBezTo>
                    <a:cubicBezTo>
                      <a:pt x="18411" y="19549"/>
                      <a:pt x="18411" y="19549"/>
                      <a:pt x="18411" y="19549"/>
                    </a:cubicBezTo>
                    <a:lnTo>
                      <a:pt x="18411" y="20790"/>
                    </a:lnTo>
                    <a:close/>
                    <a:moveTo>
                      <a:pt x="27021" y="20059"/>
                    </a:moveTo>
                    <a:cubicBezTo>
                      <a:pt x="26917" y="20059"/>
                      <a:pt x="26917" y="20059"/>
                      <a:pt x="26917" y="20059"/>
                    </a:cubicBezTo>
                    <a:cubicBezTo>
                      <a:pt x="26917" y="18819"/>
                      <a:pt x="26917" y="18819"/>
                      <a:pt x="26917" y="18819"/>
                    </a:cubicBezTo>
                    <a:cubicBezTo>
                      <a:pt x="27021" y="18819"/>
                      <a:pt x="27021" y="18819"/>
                      <a:pt x="27021" y="18819"/>
                    </a:cubicBezTo>
                    <a:lnTo>
                      <a:pt x="27021" y="20059"/>
                    </a:lnTo>
                    <a:close/>
                    <a:moveTo>
                      <a:pt x="35631" y="19216"/>
                    </a:moveTo>
                    <a:cubicBezTo>
                      <a:pt x="35527" y="19216"/>
                      <a:pt x="35527" y="19216"/>
                      <a:pt x="35527" y="19216"/>
                    </a:cubicBezTo>
                    <a:cubicBezTo>
                      <a:pt x="35527" y="17976"/>
                      <a:pt x="35527" y="17976"/>
                      <a:pt x="35527" y="17976"/>
                    </a:cubicBezTo>
                    <a:cubicBezTo>
                      <a:pt x="35631" y="17976"/>
                      <a:pt x="35631" y="17976"/>
                      <a:pt x="35631" y="17976"/>
                    </a:cubicBezTo>
                    <a:lnTo>
                      <a:pt x="35631" y="19216"/>
                    </a:lnTo>
                    <a:close/>
                    <a:moveTo>
                      <a:pt x="18411" y="18309"/>
                    </a:moveTo>
                    <a:cubicBezTo>
                      <a:pt x="18307" y="18309"/>
                      <a:pt x="18307" y="18309"/>
                      <a:pt x="18307" y="18309"/>
                    </a:cubicBezTo>
                    <a:cubicBezTo>
                      <a:pt x="18307" y="17068"/>
                      <a:pt x="18307" y="17068"/>
                      <a:pt x="18307" y="17068"/>
                    </a:cubicBezTo>
                    <a:cubicBezTo>
                      <a:pt x="18411" y="17068"/>
                      <a:pt x="18411" y="17068"/>
                      <a:pt x="18411" y="17068"/>
                    </a:cubicBezTo>
                    <a:lnTo>
                      <a:pt x="18411" y="18309"/>
                    </a:lnTo>
                    <a:close/>
                    <a:moveTo>
                      <a:pt x="27021" y="17578"/>
                    </a:moveTo>
                    <a:cubicBezTo>
                      <a:pt x="26917" y="17578"/>
                      <a:pt x="26917" y="17578"/>
                      <a:pt x="26917" y="17578"/>
                    </a:cubicBezTo>
                    <a:cubicBezTo>
                      <a:pt x="26917" y="16337"/>
                      <a:pt x="26917" y="16337"/>
                      <a:pt x="26917" y="16337"/>
                    </a:cubicBezTo>
                    <a:cubicBezTo>
                      <a:pt x="27021" y="16337"/>
                      <a:pt x="27021" y="16337"/>
                      <a:pt x="27021" y="16337"/>
                    </a:cubicBezTo>
                    <a:lnTo>
                      <a:pt x="27021" y="17578"/>
                    </a:lnTo>
                    <a:close/>
                    <a:moveTo>
                      <a:pt x="35631" y="16735"/>
                    </a:moveTo>
                    <a:cubicBezTo>
                      <a:pt x="35527" y="16735"/>
                      <a:pt x="35527" y="16735"/>
                      <a:pt x="35527" y="16735"/>
                    </a:cubicBezTo>
                    <a:cubicBezTo>
                      <a:pt x="35527" y="15494"/>
                      <a:pt x="35527" y="15494"/>
                      <a:pt x="35527" y="15494"/>
                    </a:cubicBezTo>
                    <a:cubicBezTo>
                      <a:pt x="35631" y="15494"/>
                      <a:pt x="35631" y="15494"/>
                      <a:pt x="35631" y="15494"/>
                    </a:cubicBezTo>
                    <a:lnTo>
                      <a:pt x="35631" y="16735"/>
                    </a:lnTo>
                    <a:close/>
                    <a:moveTo>
                      <a:pt x="45281" y="16484"/>
                    </a:moveTo>
                    <a:cubicBezTo>
                      <a:pt x="44949" y="16227"/>
                      <a:pt x="44671" y="15895"/>
                      <a:pt x="44475" y="15524"/>
                    </a:cubicBezTo>
                    <a:cubicBezTo>
                      <a:pt x="44567" y="15476"/>
                      <a:pt x="44567" y="15476"/>
                      <a:pt x="44567" y="15476"/>
                    </a:cubicBezTo>
                    <a:cubicBezTo>
                      <a:pt x="44756" y="15833"/>
                      <a:pt x="45025" y="16154"/>
                      <a:pt x="45345" y="16402"/>
                    </a:cubicBezTo>
                    <a:lnTo>
                      <a:pt x="45281" y="16484"/>
                    </a:lnTo>
                    <a:close/>
                    <a:moveTo>
                      <a:pt x="18411" y="15827"/>
                    </a:moveTo>
                    <a:cubicBezTo>
                      <a:pt x="18307" y="15827"/>
                      <a:pt x="18307" y="15827"/>
                      <a:pt x="18307" y="15827"/>
                    </a:cubicBezTo>
                    <a:cubicBezTo>
                      <a:pt x="18307" y="15371"/>
                      <a:pt x="18307" y="15371"/>
                      <a:pt x="18307" y="15371"/>
                    </a:cubicBezTo>
                    <a:cubicBezTo>
                      <a:pt x="18307" y="15106"/>
                      <a:pt x="18332" y="14840"/>
                      <a:pt x="18380" y="14582"/>
                    </a:cubicBezTo>
                    <a:cubicBezTo>
                      <a:pt x="18482" y="14601"/>
                      <a:pt x="18482" y="14601"/>
                      <a:pt x="18482" y="14601"/>
                    </a:cubicBezTo>
                    <a:cubicBezTo>
                      <a:pt x="18435" y="14853"/>
                      <a:pt x="18411" y="15112"/>
                      <a:pt x="18411" y="15371"/>
                    </a:cubicBezTo>
                    <a:lnTo>
                      <a:pt x="18411" y="15827"/>
                    </a:lnTo>
                    <a:close/>
                    <a:moveTo>
                      <a:pt x="26909" y="15100"/>
                    </a:moveTo>
                    <a:cubicBezTo>
                      <a:pt x="26883" y="14690"/>
                      <a:pt x="26797" y="14289"/>
                      <a:pt x="26655" y="13906"/>
                    </a:cubicBezTo>
                    <a:cubicBezTo>
                      <a:pt x="26752" y="13870"/>
                      <a:pt x="26752" y="13870"/>
                      <a:pt x="26752" y="13870"/>
                    </a:cubicBezTo>
                    <a:cubicBezTo>
                      <a:pt x="26898" y="14262"/>
                      <a:pt x="26986" y="14674"/>
                      <a:pt x="27013" y="15093"/>
                    </a:cubicBezTo>
                    <a:lnTo>
                      <a:pt x="26909" y="15100"/>
                    </a:lnTo>
                    <a:close/>
                    <a:moveTo>
                      <a:pt x="44141" y="14316"/>
                    </a:moveTo>
                    <a:cubicBezTo>
                      <a:pt x="44138" y="14261"/>
                      <a:pt x="44137" y="14206"/>
                      <a:pt x="44137" y="14150"/>
                    </a:cubicBezTo>
                    <a:cubicBezTo>
                      <a:pt x="44137" y="13073"/>
                      <a:pt x="44137" y="13073"/>
                      <a:pt x="44137" y="13073"/>
                    </a:cubicBezTo>
                    <a:cubicBezTo>
                      <a:pt x="44241" y="13073"/>
                      <a:pt x="44241" y="13073"/>
                      <a:pt x="44241" y="13073"/>
                    </a:cubicBezTo>
                    <a:cubicBezTo>
                      <a:pt x="44241" y="14150"/>
                      <a:pt x="44241" y="14150"/>
                      <a:pt x="44241" y="14150"/>
                    </a:cubicBezTo>
                    <a:cubicBezTo>
                      <a:pt x="44241" y="14204"/>
                      <a:pt x="44242" y="14257"/>
                      <a:pt x="44245" y="14311"/>
                    </a:cubicBezTo>
                    <a:lnTo>
                      <a:pt x="44141" y="14316"/>
                    </a:lnTo>
                    <a:close/>
                    <a:moveTo>
                      <a:pt x="35631" y="14254"/>
                    </a:moveTo>
                    <a:cubicBezTo>
                      <a:pt x="35527" y="14254"/>
                      <a:pt x="35527" y="14254"/>
                      <a:pt x="35527" y="14254"/>
                    </a:cubicBezTo>
                    <a:cubicBezTo>
                      <a:pt x="35527" y="13013"/>
                      <a:pt x="35527" y="13013"/>
                      <a:pt x="35527" y="13013"/>
                    </a:cubicBezTo>
                    <a:cubicBezTo>
                      <a:pt x="35631" y="13013"/>
                      <a:pt x="35631" y="13013"/>
                      <a:pt x="35631" y="13013"/>
                    </a:cubicBezTo>
                    <a:lnTo>
                      <a:pt x="35631" y="14254"/>
                    </a:lnTo>
                    <a:close/>
                    <a:moveTo>
                      <a:pt x="18878" y="13446"/>
                    </a:moveTo>
                    <a:cubicBezTo>
                      <a:pt x="18785" y="13398"/>
                      <a:pt x="18785" y="13398"/>
                      <a:pt x="18785" y="13398"/>
                    </a:cubicBezTo>
                    <a:cubicBezTo>
                      <a:pt x="18978" y="13026"/>
                      <a:pt x="19224" y="12684"/>
                      <a:pt x="19516" y="12382"/>
                    </a:cubicBezTo>
                    <a:cubicBezTo>
                      <a:pt x="19590" y="12454"/>
                      <a:pt x="19590" y="12454"/>
                      <a:pt x="19590" y="12454"/>
                    </a:cubicBezTo>
                    <a:cubicBezTo>
                      <a:pt x="19305" y="12749"/>
                      <a:pt x="19066" y="13083"/>
                      <a:pt x="18878" y="13446"/>
                    </a:cubicBezTo>
                    <a:close/>
                    <a:moveTo>
                      <a:pt x="26066" y="12837"/>
                    </a:moveTo>
                    <a:cubicBezTo>
                      <a:pt x="25819" y="12510"/>
                      <a:pt x="25526" y="12223"/>
                      <a:pt x="25195" y="11981"/>
                    </a:cubicBezTo>
                    <a:cubicBezTo>
                      <a:pt x="25256" y="11897"/>
                      <a:pt x="25256" y="11897"/>
                      <a:pt x="25256" y="11897"/>
                    </a:cubicBezTo>
                    <a:cubicBezTo>
                      <a:pt x="25595" y="12145"/>
                      <a:pt x="25895" y="12440"/>
                      <a:pt x="26149" y="12774"/>
                    </a:cubicBezTo>
                    <a:lnTo>
                      <a:pt x="26066" y="12837"/>
                    </a:lnTo>
                    <a:close/>
                    <a:moveTo>
                      <a:pt x="44241" y="11832"/>
                    </a:moveTo>
                    <a:cubicBezTo>
                      <a:pt x="44137" y="11832"/>
                      <a:pt x="44137" y="11832"/>
                      <a:pt x="44137" y="11832"/>
                    </a:cubicBezTo>
                    <a:cubicBezTo>
                      <a:pt x="44137" y="10592"/>
                      <a:pt x="44137" y="10592"/>
                      <a:pt x="44137" y="10592"/>
                    </a:cubicBezTo>
                    <a:cubicBezTo>
                      <a:pt x="44241" y="10592"/>
                      <a:pt x="44241" y="10592"/>
                      <a:pt x="44241" y="10592"/>
                    </a:cubicBezTo>
                    <a:lnTo>
                      <a:pt x="44241" y="11832"/>
                    </a:lnTo>
                    <a:close/>
                    <a:moveTo>
                      <a:pt x="35631" y="11772"/>
                    </a:moveTo>
                    <a:cubicBezTo>
                      <a:pt x="35527" y="11772"/>
                      <a:pt x="35527" y="11772"/>
                      <a:pt x="35527" y="11772"/>
                    </a:cubicBezTo>
                    <a:cubicBezTo>
                      <a:pt x="35527" y="10532"/>
                      <a:pt x="35527" y="10532"/>
                      <a:pt x="35527" y="10532"/>
                    </a:cubicBezTo>
                    <a:cubicBezTo>
                      <a:pt x="35631" y="10532"/>
                      <a:pt x="35631" y="10532"/>
                      <a:pt x="35631" y="10532"/>
                    </a:cubicBezTo>
                    <a:lnTo>
                      <a:pt x="35631" y="11772"/>
                    </a:lnTo>
                    <a:close/>
                    <a:moveTo>
                      <a:pt x="20557" y="11709"/>
                    </a:moveTo>
                    <a:cubicBezTo>
                      <a:pt x="20506" y="11618"/>
                      <a:pt x="20506" y="11618"/>
                      <a:pt x="20506" y="11618"/>
                    </a:cubicBezTo>
                    <a:cubicBezTo>
                      <a:pt x="20872" y="11412"/>
                      <a:pt x="21266" y="11262"/>
                      <a:pt x="21675" y="11172"/>
                    </a:cubicBezTo>
                    <a:cubicBezTo>
                      <a:pt x="21697" y="11273"/>
                      <a:pt x="21697" y="11273"/>
                      <a:pt x="21697" y="11273"/>
                    </a:cubicBezTo>
                    <a:cubicBezTo>
                      <a:pt x="21298" y="11361"/>
                      <a:pt x="20914" y="11508"/>
                      <a:pt x="20557" y="11709"/>
                    </a:cubicBezTo>
                    <a:close/>
                    <a:moveTo>
                      <a:pt x="24115" y="11411"/>
                    </a:moveTo>
                    <a:cubicBezTo>
                      <a:pt x="23730" y="11276"/>
                      <a:pt x="23327" y="11198"/>
                      <a:pt x="22917" y="11179"/>
                    </a:cubicBezTo>
                    <a:cubicBezTo>
                      <a:pt x="22922" y="11075"/>
                      <a:pt x="22922" y="11075"/>
                      <a:pt x="22922" y="11075"/>
                    </a:cubicBezTo>
                    <a:cubicBezTo>
                      <a:pt x="23342" y="11094"/>
                      <a:pt x="23755" y="11174"/>
                      <a:pt x="24150" y="11313"/>
                    </a:cubicBezTo>
                    <a:lnTo>
                      <a:pt x="24115" y="11411"/>
                    </a:lnTo>
                    <a:close/>
                    <a:moveTo>
                      <a:pt x="44241" y="9351"/>
                    </a:moveTo>
                    <a:cubicBezTo>
                      <a:pt x="44137" y="9351"/>
                      <a:pt x="44137" y="9351"/>
                      <a:pt x="44137" y="9351"/>
                    </a:cubicBezTo>
                    <a:cubicBezTo>
                      <a:pt x="44137" y="8110"/>
                      <a:pt x="44137" y="8110"/>
                      <a:pt x="44137" y="8110"/>
                    </a:cubicBezTo>
                    <a:cubicBezTo>
                      <a:pt x="44241" y="8110"/>
                      <a:pt x="44241" y="8110"/>
                      <a:pt x="44241" y="8110"/>
                    </a:cubicBezTo>
                    <a:lnTo>
                      <a:pt x="44241" y="9351"/>
                    </a:lnTo>
                    <a:close/>
                    <a:moveTo>
                      <a:pt x="35631" y="9291"/>
                    </a:moveTo>
                    <a:cubicBezTo>
                      <a:pt x="35527" y="9291"/>
                      <a:pt x="35527" y="9291"/>
                      <a:pt x="35527" y="9291"/>
                    </a:cubicBezTo>
                    <a:cubicBezTo>
                      <a:pt x="35527" y="8050"/>
                      <a:pt x="35527" y="8050"/>
                      <a:pt x="35527" y="8050"/>
                    </a:cubicBezTo>
                    <a:cubicBezTo>
                      <a:pt x="35631" y="8050"/>
                      <a:pt x="35631" y="8050"/>
                      <a:pt x="35631" y="8050"/>
                    </a:cubicBezTo>
                    <a:lnTo>
                      <a:pt x="35631" y="9291"/>
                    </a:lnTo>
                    <a:close/>
                    <a:moveTo>
                      <a:pt x="44241" y="6870"/>
                    </a:moveTo>
                    <a:cubicBezTo>
                      <a:pt x="44137" y="6870"/>
                      <a:pt x="44137" y="6870"/>
                      <a:pt x="44137" y="6870"/>
                    </a:cubicBezTo>
                    <a:cubicBezTo>
                      <a:pt x="44137" y="5629"/>
                      <a:pt x="44137" y="5629"/>
                      <a:pt x="44137" y="5629"/>
                    </a:cubicBezTo>
                    <a:cubicBezTo>
                      <a:pt x="44241" y="5629"/>
                      <a:pt x="44241" y="5629"/>
                      <a:pt x="44241" y="5629"/>
                    </a:cubicBezTo>
                    <a:lnTo>
                      <a:pt x="44241" y="6870"/>
                    </a:lnTo>
                    <a:close/>
                    <a:moveTo>
                      <a:pt x="35631" y="6810"/>
                    </a:moveTo>
                    <a:cubicBezTo>
                      <a:pt x="35527" y="6810"/>
                      <a:pt x="35527" y="6810"/>
                      <a:pt x="35527" y="6810"/>
                    </a:cubicBezTo>
                    <a:cubicBezTo>
                      <a:pt x="35527" y="5569"/>
                      <a:pt x="35527" y="5569"/>
                      <a:pt x="35527" y="5569"/>
                    </a:cubicBezTo>
                    <a:cubicBezTo>
                      <a:pt x="35631" y="5569"/>
                      <a:pt x="35631" y="5569"/>
                      <a:pt x="35631" y="5569"/>
                    </a:cubicBezTo>
                    <a:lnTo>
                      <a:pt x="35631" y="6810"/>
                    </a:lnTo>
                    <a:close/>
                    <a:moveTo>
                      <a:pt x="44241" y="4388"/>
                    </a:moveTo>
                    <a:cubicBezTo>
                      <a:pt x="44137" y="4388"/>
                      <a:pt x="44137" y="4388"/>
                      <a:pt x="44137" y="4388"/>
                    </a:cubicBezTo>
                    <a:cubicBezTo>
                      <a:pt x="44137" y="4267"/>
                      <a:pt x="44137" y="4267"/>
                      <a:pt x="44137" y="4267"/>
                    </a:cubicBezTo>
                    <a:cubicBezTo>
                      <a:pt x="44136" y="3896"/>
                      <a:pt x="44088" y="3528"/>
                      <a:pt x="43993" y="3174"/>
                    </a:cubicBezTo>
                    <a:cubicBezTo>
                      <a:pt x="44093" y="3147"/>
                      <a:pt x="44093" y="3147"/>
                      <a:pt x="44093" y="3147"/>
                    </a:cubicBezTo>
                    <a:cubicBezTo>
                      <a:pt x="44191" y="3510"/>
                      <a:pt x="44240" y="3887"/>
                      <a:pt x="44241" y="4267"/>
                    </a:cubicBezTo>
                    <a:lnTo>
                      <a:pt x="44241" y="4388"/>
                    </a:lnTo>
                    <a:close/>
                    <a:moveTo>
                      <a:pt x="35631" y="4328"/>
                    </a:moveTo>
                    <a:cubicBezTo>
                      <a:pt x="35527" y="4328"/>
                      <a:pt x="35527" y="4328"/>
                      <a:pt x="35527" y="4328"/>
                    </a:cubicBezTo>
                    <a:cubicBezTo>
                      <a:pt x="35527" y="4267"/>
                      <a:pt x="35527" y="4267"/>
                      <a:pt x="35527" y="4267"/>
                    </a:cubicBezTo>
                    <a:cubicBezTo>
                      <a:pt x="35527" y="3866"/>
                      <a:pt x="35582" y="3470"/>
                      <a:pt x="35690" y="3089"/>
                    </a:cubicBezTo>
                    <a:cubicBezTo>
                      <a:pt x="35790" y="3117"/>
                      <a:pt x="35790" y="3117"/>
                      <a:pt x="35790" y="3117"/>
                    </a:cubicBezTo>
                    <a:cubicBezTo>
                      <a:pt x="35684" y="3489"/>
                      <a:pt x="35631" y="3876"/>
                      <a:pt x="35631" y="4267"/>
                    </a:cubicBezTo>
                    <a:lnTo>
                      <a:pt x="35631" y="4328"/>
                    </a:lnTo>
                    <a:close/>
                    <a:moveTo>
                      <a:pt x="43507" y="2054"/>
                    </a:moveTo>
                    <a:cubicBezTo>
                      <a:pt x="43291" y="1707"/>
                      <a:pt x="43025" y="1393"/>
                      <a:pt x="42719" y="1122"/>
                    </a:cubicBezTo>
                    <a:cubicBezTo>
                      <a:pt x="42787" y="1044"/>
                      <a:pt x="42787" y="1044"/>
                      <a:pt x="42787" y="1044"/>
                    </a:cubicBezTo>
                    <a:cubicBezTo>
                      <a:pt x="43102" y="1322"/>
                      <a:pt x="43374" y="1643"/>
                      <a:pt x="43595" y="2000"/>
                    </a:cubicBezTo>
                    <a:lnTo>
                      <a:pt x="43507" y="2054"/>
                    </a:lnTo>
                    <a:close/>
                    <a:moveTo>
                      <a:pt x="36293" y="2004"/>
                    </a:moveTo>
                    <a:cubicBezTo>
                      <a:pt x="36205" y="1948"/>
                      <a:pt x="36205" y="1948"/>
                      <a:pt x="36205" y="1948"/>
                    </a:cubicBezTo>
                    <a:cubicBezTo>
                      <a:pt x="36431" y="1595"/>
                      <a:pt x="36708" y="1278"/>
                      <a:pt x="37026" y="1004"/>
                    </a:cubicBezTo>
                    <a:cubicBezTo>
                      <a:pt x="37094" y="1083"/>
                      <a:pt x="37094" y="1083"/>
                      <a:pt x="37094" y="1083"/>
                    </a:cubicBezTo>
                    <a:cubicBezTo>
                      <a:pt x="36783" y="1350"/>
                      <a:pt x="36513" y="1660"/>
                      <a:pt x="36293" y="2004"/>
                    </a:cubicBezTo>
                    <a:close/>
                    <a:moveTo>
                      <a:pt x="41696" y="454"/>
                    </a:moveTo>
                    <a:cubicBezTo>
                      <a:pt x="41325" y="283"/>
                      <a:pt x="40930" y="167"/>
                      <a:pt x="40525" y="111"/>
                    </a:cubicBezTo>
                    <a:cubicBezTo>
                      <a:pt x="40539" y="8"/>
                      <a:pt x="40539" y="8"/>
                      <a:pt x="40539" y="8"/>
                    </a:cubicBezTo>
                    <a:cubicBezTo>
                      <a:pt x="40955" y="66"/>
                      <a:pt x="41359" y="184"/>
                      <a:pt x="41740" y="360"/>
                    </a:cubicBezTo>
                    <a:lnTo>
                      <a:pt x="41696" y="454"/>
                    </a:lnTo>
                    <a:close/>
                    <a:moveTo>
                      <a:pt x="38125" y="430"/>
                    </a:moveTo>
                    <a:cubicBezTo>
                      <a:pt x="38083" y="335"/>
                      <a:pt x="38083" y="335"/>
                      <a:pt x="38083" y="335"/>
                    </a:cubicBezTo>
                    <a:cubicBezTo>
                      <a:pt x="38466" y="165"/>
                      <a:pt x="38872" y="52"/>
                      <a:pt x="39289" y="0"/>
                    </a:cubicBezTo>
                    <a:cubicBezTo>
                      <a:pt x="39301" y="103"/>
                      <a:pt x="39301" y="103"/>
                      <a:pt x="39301" y="103"/>
                    </a:cubicBezTo>
                    <a:cubicBezTo>
                      <a:pt x="38895" y="154"/>
                      <a:pt x="38499" y="264"/>
                      <a:pt x="38125" y="43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 rot="-5400000">
              <a:off x="605109" y="2939694"/>
              <a:ext cx="146306" cy="261940"/>
              <a:chOff x="7419591" y="3612333"/>
              <a:chExt cx="146306" cy="261940"/>
            </a:xfrm>
          </p:grpSpPr>
          <p:sp>
            <p:nvSpPr>
              <p:cNvPr id="55" name="Google Shape;55;p3"/>
              <p:cNvSpPr/>
              <p:nvPr/>
            </p:nvSpPr>
            <p:spPr>
              <a:xfrm>
                <a:off x="7426735" y="3612333"/>
                <a:ext cx="132160" cy="26194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002" extrusionOk="0">
                    <a:moveTo>
                      <a:pt x="0" y="2644"/>
                    </a:moveTo>
                    <a:cubicBezTo>
                      <a:pt x="0" y="184"/>
                      <a:pt x="0" y="184"/>
                      <a:pt x="0" y="184"/>
                    </a:cubicBezTo>
                    <a:cubicBezTo>
                      <a:pt x="0" y="82"/>
                      <a:pt x="83" y="0"/>
                      <a:pt x="184" y="0"/>
                    </a:cubicBezTo>
                    <a:cubicBezTo>
                      <a:pt x="1323" y="0"/>
                      <a:pt x="1323" y="0"/>
                      <a:pt x="1323" y="0"/>
                    </a:cubicBezTo>
                    <a:cubicBezTo>
                      <a:pt x="1424" y="0"/>
                      <a:pt x="1507" y="82"/>
                      <a:pt x="1507" y="184"/>
                    </a:cubicBezTo>
                    <a:cubicBezTo>
                      <a:pt x="1507" y="2644"/>
                      <a:pt x="1507" y="2644"/>
                      <a:pt x="1507" y="2644"/>
                    </a:cubicBezTo>
                    <a:cubicBezTo>
                      <a:pt x="1507" y="2821"/>
                      <a:pt x="1377" y="2969"/>
                      <a:pt x="1208" y="2997"/>
                    </a:cubicBezTo>
                    <a:cubicBezTo>
                      <a:pt x="1189" y="3001"/>
                      <a:pt x="1169" y="3002"/>
                      <a:pt x="1149" y="3002"/>
                    </a:cubicBezTo>
                    <a:cubicBezTo>
                      <a:pt x="358" y="3002"/>
                      <a:pt x="358" y="3002"/>
                      <a:pt x="358" y="3002"/>
                    </a:cubicBezTo>
                    <a:cubicBezTo>
                      <a:pt x="161" y="3002"/>
                      <a:pt x="0" y="2841"/>
                      <a:pt x="0" y="264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7523175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283" y="0"/>
                    </a:moveTo>
                    <a:cubicBezTo>
                      <a:pt x="308" y="0"/>
                      <a:pt x="328" y="20"/>
                      <a:pt x="328" y="44"/>
                    </a:cubicBezTo>
                    <a:cubicBezTo>
                      <a:pt x="328" y="201"/>
                      <a:pt x="201" y="328"/>
                      <a:pt x="44" y="328"/>
                    </a:cubicBezTo>
                    <a:cubicBezTo>
                      <a:pt x="20" y="328"/>
                      <a:pt x="0" y="308"/>
                      <a:pt x="0" y="283"/>
                    </a:cubicBezTo>
                    <a:cubicBezTo>
                      <a:pt x="0" y="258"/>
                      <a:pt x="20" y="238"/>
                      <a:pt x="44" y="238"/>
                    </a:cubicBezTo>
                    <a:cubicBezTo>
                      <a:pt x="151" y="238"/>
                      <a:pt x="238" y="151"/>
                      <a:pt x="238" y="44"/>
                    </a:cubicBezTo>
                    <a:cubicBezTo>
                      <a:pt x="238" y="20"/>
                      <a:pt x="258" y="0"/>
                      <a:pt x="283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7433879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45" y="0"/>
                    </a:moveTo>
                    <a:cubicBezTo>
                      <a:pt x="70" y="0"/>
                      <a:pt x="90" y="20"/>
                      <a:pt x="90" y="44"/>
                    </a:cubicBezTo>
                    <a:cubicBezTo>
                      <a:pt x="90" y="151"/>
                      <a:pt x="177" y="238"/>
                      <a:pt x="284" y="238"/>
                    </a:cubicBezTo>
                    <a:cubicBezTo>
                      <a:pt x="308" y="238"/>
                      <a:pt x="328" y="258"/>
                      <a:pt x="328" y="283"/>
                    </a:cubicBezTo>
                    <a:cubicBezTo>
                      <a:pt x="328" y="308"/>
                      <a:pt x="308" y="328"/>
                      <a:pt x="284" y="328"/>
                    </a:cubicBezTo>
                    <a:cubicBezTo>
                      <a:pt x="128" y="328"/>
                      <a:pt x="0" y="201"/>
                      <a:pt x="0" y="44"/>
                    </a:cubicBezTo>
                    <a:cubicBezTo>
                      <a:pt x="0" y="20"/>
                      <a:pt x="20" y="0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7519603" y="3619477"/>
                <a:ext cx="238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2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63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3" y="104"/>
                      <a:pt x="262" y="104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3"/>
              <p:cNvSpPr/>
              <p:nvPr/>
            </p:nvSpPr>
            <p:spPr>
              <a:xfrm>
                <a:off x="7445785" y="3619477"/>
                <a:ext cx="226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1" y="0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62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2" y="104"/>
                      <a:pt x="261" y="104"/>
                    </a:cubicBezTo>
                    <a:cubicBezTo>
                      <a:pt x="1" y="104"/>
                      <a:pt x="1" y="104"/>
                      <a:pt x="1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>
                <a:off x="7455310" y="3649243"/>
                <a:ext cx="7858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31" extrusionOk="0">
                    <a:moveTo>
                      <a:pt x="94" y="131"/>
                    </a:moveTo>
                    <a:cubicBezTo>
                      <a:pt x="33" y="80"/>
                      <a:pt x="33" y="80"/>
                      <a:pt x="33" y="80"/>
                    </a:cubicBezTo>
                    <a:cubicBezTo>
                      <a:pt x="0" y="53"/>
                      <a:pt x="19" y="0"/>
                      <a:pt x="61" y="0"/>
                    </a:cubicBezTo>
                    <a:cubicBezTo>
                      <a:pt x="840" y="0"/>
                      <a:pt x="840" y="0"/>
                      <a:pt x="840" y="0"/>
                    </a:cubicBezTo>
                    <a:cubicBezTo>
                      <a:pt x="882" y="0"/>
                      <a:pt x="901" y="53"/>
                      <a:pt x="868" y="80"/>
                    </a:cubicBezTo>
                    <a:cubicBezTo>
                      <a:pt x="807" y="131"/>
                      <a:pt x="807" y="131"/>
                      <a:pt x="807" y="131"/>
                    </a:cubicBezTo>
                    <a:lnTo>
                      <a:pt x="94" y="131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452928" y="3770686"/>
                <a:ext cx="82152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941" h="450" extrusionOk="0">
                    <a:moveTo>
                      <a:pt x="36" y="257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807" y="0"/>
                      <a:pt x="807" y="0"/>
                      <a:pt x="807" y="0"/>
                    </a:cubicBezTo>
                    <a:cubicBezTo>
                      <a:pt x="905" y="257"/>
                      <a:pt x="905" y="257"/>
                      <a:pt x="905" y="257"/>
                    </a:cubicBezTo>
                    <a:cubicBezTo>
                      <a:pt x="941" y="350"/>
                      <a:pt x="872" y="450"/>
                      <a:pt x="772" y="450"/>
                    </a:cubicBezTo>
                    <a:cubicBezTo>
                      <a:pt x="169" y="450"/>
                      <a:pt x="169" y="450"/>
                      <a:pt x="169" y="450"/>
                    </a:cubicBezTo>
                    <a:cubicBezTo>
                      <a:pt x="69" y="450"/>
                      <a:pt x="0" y="350"/>
                      <a:pt x="36" y="257"/>
                    </a:cubicBezTo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49356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0"/>
                    </a:moveTo>
                    <a:lnTo>
                      <a:pt x="7" y="30"/>
                    </a:lnTo>
                    <a:lnTo>
                      <a:pt x="0" y="33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49356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33"/>
                    </a:moveTo>
                    <a:lnTo>
                      <a:pt x="7" y="3"/>
                    </a:lnTo>
                    <a:lnTo>
                      <a:pt x="0" y="0"/>
                    </a:lnTo>
                    <a:lnTo>
                      <a:pt x="0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3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3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7529128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151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84"/>
                      <a:pt x="112" y="84"/>
                      <a:pt x="112" y="84"/>
                    </a:cubicBezTo>
                    <a:cubicBezTo>
                      <a:pt x="157" y="84"/>
                      <a:pt x="157" y="84"/>
                      <a:pt x="157" y="84"/>
                    </a:cubicBezTo>
                    <a:cubicBezTo>
                      <a:pt x="158" y="84"/>
                      <a:pt x="158" y="85"/>
                      <a:pt x="158" y="86"/>
                    </a:cubicBezTo>
                    <a:cubicBezTo>
                      <a:pt x="158" y="187"/>
                      <a:pt x="158" y="187"/>
                      <a:pt x="158" y="187"/>
                    </a:cubicBezTo>
                    <a:cubicBezTo>
                      <a:pt x="158" y="188"/>
                      <a:pt x="158" y="188"/>
                      <a:pt x="157" y="188"/>
                    </a:cubicBezTo>
                    <a:cubicBezTo>
                      <a:pt x="112" y="188"/>
                      <a:pt x="112" y="188"/>
                      <a:pt x="112" y="188"/>
                    </a:cubicBezTo>
                    <a:cubicBezTo>
                      <a:pt x="112" y="1541"/>
                      <a:pt x="112" y="1541"/>
                      <a:pt x="112" y="1541"/>
                    </a:cubicBezTo>
                    <a:cubicBezTo>
                      <a:pt x="112" y="1542"/>
                      <a:pt x="112" y="1542"/>
                      <a:pt x="112" y="1542"/>
                    </a:cubicBezTo>
                    <a:cubicBezTo>
                      <a:pt x="112" y="1685"/>
                      <a:pt x="112" y="1685"/>
                      <a:pt x="112" y="1685"/>
                    </a:cubicBezTo>
                    <a:cubicBezTo>
                      <a:pt x="95" y="1678"/>
                      <a:pt x="95" y="1678"/>
                      <a:pt x="95" y="1678"/>
                    </a:cubicBezTo>
                    <a:cubicBezTo>
                      <a:pt x="41" y="2107"/>
                      <a:pt x="41" y="2107"/>
                      <a:pt x="41" y="2107"/>
                    </a:cubicBezTo>
                    <a:cubicBezTo>
                      <a:pt x="43" y="2130"/>
                      <a:pt x="40" y="2154"/>
                      <a:pt x="32" y="2175"/>
                    </a:cubicBezTo>
                    <a:cubicBezTo>
                      <a:pt x="32" y="2175"/>
                      <a:pt x="32" y="2175"/>
                      <a:pt x="32" y="2175"/>
                    </a:cubicBezTo>
                    <a:cubicBezTo>
                      <a:pt x="0" y="2373"/>
                      <a:pt x="4" y="2615"/>
                      <a:pt x="21" y="2833"/>
                    </a:cubicBezTo>
                    <a:cubicBezTo>
                      <a:pt x="107" y="2814"/>
                      <a:pt x="171" y="2736"/>
                      <a:pt x="171" y="2644"/>
                    </a:cubicBezTo>
                    <a:cubicBezTo>
                      <a:pt x="171" y="2620"/>
                      <a:pt x="191" y="2600"/>
                      <a:pt x="216" y="2600"/>
                    </a:cubicBezTo>
                    <a:cubicBezTo>
                      <a:pt x="241" y="2600"/>
                      <a:pt x="261" y="2620"/>
                      <a:pt x="261" y="2644"/>
                    </a:cubicBezTo>
                    <a:cubicBezTo>
                      <a:pt x="261" y="2783"/>
                      <a:pt x="160" y="2899"/>
                      <a:pt x="28" y="2923"/>
                    </a:cubicBezTo>
                    <a:cubicBezTo>
                      <a:pt x="31" y="2948"/>
                      <a:pt x="33" y="2973"/>
                      <a:pt x="36" y="2997"/>
                    </a:cubicBezTo>
                    <a:cubicBezTo>
                      <a:pt x="205" y="2969"/>
                      <a:pt x="335" y="2821"/>
                      <a:pt x="335" y="2644"/>
                    </a:cubicBezTo>
                    <a:cubicBezTo>
                      <a:pt x="335" y="184"/>
                      <a:pt x="335" y="184"/>
                      <a:pt x="335" y="184"/>
                    </a:cubicBezTo>
                    <a:cubicBezTo>
                      <a:pt x="335" y="82"/>
                      <a:pt x="252" y="0"/>
                      <a:pt x="151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538653" y="3619477"/>
                <a:ext cx="47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" h="104" extrusionOk="0">
                    <a:moveTo>
                      <a:pt x="4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6" y="104"/>
                      <a:pt x="46" y="104"/>
                      <a:pt x="46" y="103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6" y="1"/>
                      <a:pt x="46" y="0"/>
                      <a:pt x="45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532700" y="3795688"/>
                <a:ext cx="0" cy="5953"/>
              </a:xfrm>
              <a:custGeom>
                <a:avLst/>
                <a:gdLst/>
                <a:ahLst/>
                <a:cxnLst/>
                <a:rect l="l" t="t" r="r" b="b"/>
                <a:pathLst>
                  <a:path w="11" h="68" extrusionOk="0">
                    <a:moveTo>
                      <a:pt x="0" y="0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47"/>
                      <a:pt x="0" y="23"/>
                      <a:pt x="0" y="0"/>
                    </a:cubicBezTo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426735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223" y="0"/>
                    </a:moveTo>
                    <a:cubicBezTo>
                      <a:pt x="184" y="0"/>
                      <a:pt x="184" y="0"/>
                      <a:pt x="184" y="0"/>
                    </a:cubicBezTo>
                    <a:cubicBezTo>
                      <a:pt x="83" y="0"/>
                      <a:pt x="0" y="82"/>
                      <a:pt x="0" y="184"/>
                    </a:cubicBezTo>
                    <a:cubicBezTo>
                      <a:pt x="0" y="2644"/>
                      <a:pt x="0" y="2644"/>
                      <a:pt x="0" y="2644"/>
                    </a:cubicBezTo>
                    <a:cubicBezTo>
                      <a:pt x="0" y="2821"/>
                      <a:pt x="130" y="2969"/>
                      <a:pt x="299" y="2997"/>
                    </a:cubicBezTo>
                    <a:cubicBezTo>
                      <a:pt x="302" y="2973"/>
                      <a:pt x="304" y="2949"/>
                      <a:pt x="307" y="2923"/>
                    </a:cubicBezTo>
                    <a:cubicBezTo>
                      <a:pt x="174" y="2900"/>
                      <a:pt x="72" y="2784"/>
                      <a:pt x="72" y="2644"/>
                    </a:cubicBezTo>
                    <a:cubicBezTo>
                      <a:pt x="72" y="2620"/>
                      <a:pt x="92" y="2600"/>
                      <a:pt x="117" y="2600"/>
                    </a:cubicBezTo>
                    <a:cubicBezTo>
                      <a:pt x="142" y="2600"/>
                      <a:pt x="162" y="2620"/>
                      <a:pt x="162" y="2644"/>
                    </a:cubicBezTo>
                    <a:cubicBezTo>
                      <a:pt x="162" y="2737"/>
                      <a:pt x="227" y="2815"/>
                      <a:pt x="314" y="2834"/>
                    </a:cubicBezTo>
                    <a:cubicBezTo>
                      <a:pt x="331" y="2615"/>
                      <a:pt x="335" y="2373"/>
                      <a:pt x="303" y="2175"/>
                    </a:cubicBezTo>
                    <a:cubicBezTo>
                      <a:pt x="223" y="1541"/>
                      <a:pt x="223" y="1541"/>
                      <a:pt x="223" y="1541"/>
                    </a:cubicBezTo>
                    <a:cubicBezTo>
                      <a:pt x="223" y="188"/>
                      <a:pt x="223" y="188"/>
                      <a:pt x="223" y="188"/>
                    </a:cubicBezTo>
                    <a:cubicBezTo>
                      <a:pt x="208" y="188"/>
                      <a:pt x="208" y="188"/>
                      <a:pt x="208" y="188"/>
                    </a:cubicBezTo>
                    <a:cubicBezTo>
                      <a:pt x="208" y="188"/>
                      <a:pt x="207" y="188"/>
                      <a:pt x="207" y="187"/>
                    </a:cubicBezTo>
                    <a:cubicBezTo>
                      <a:pt x="207" y="86"/>
                      <a:pt x="207" y="86"/>
                      <a:pt x="207" y="86"/>
                    </a:cubicBezTo>
                    <a:cubicBezTo>
                      <a:pt x="207" y="85"/>
                      <a:pt x="208" y="84"/>
                      <a:pt x="208" y="84"/>
                    </a:cubicBezTo>
                    <a:cubicBezTo>
                      <a:pt x="223" y="84"/>
                      <a:pt x="223" y="84"/>
                      <a:pt x="223" y="84"/>
                    </a:cubicBezTo>
                    <a:cubicBezTo>
                      <a:pt x="223" y="0"/>
                      <a:pt x="223" y="0"/>
                      <a:pt x="223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445785" y="3619477"/>
                <a:ext cx="11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04" extrusionOk="0">
                    <a:moveTo>
                      <a:pt x="16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1" y="104"/>
                      <a:pt x="1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545797" y="3780211"/>
                <a:ext cx="20100" cy="15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7419591" y="3780211"/>
                <a:ext cx="20100" cy="15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41335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>
            <a:spLocks noGrp="1"/>
          </p:cNvSpPr>
          <p:nvPr>
            <p:ph type="title"/>
          </p:nvPr>
        </p:nvSpPr>
        <p:spPr>
          <a:xfrm>
            <a:off x="960000" y="5379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79" name="Google Shape;79;p4"/>
          <p:cNvSpPr txBox="1">
            <a:spLocks noGrp="1"/>
          </p:cNvSpPr>
          <p:nvPr>
            <p:ph type="body" idx="1"/>
          </p:nvPr>
        </p:nvSpPr>
        <p:spPr>
          <a:xfrm>
            <a:off x="960000" y="1333433"/>
            <a:ext cx="6979600" cy="18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65543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 txBox="1">
            <a:spLocks noGrp="1"/>
          </p:cNvSpPr>
          <p:nvPr>
            <p:ph type="title"/>
          </p:nvPr>
        </p:nvSpPr>
        <p:spPr>
          <a:xfrm>
            <a:off x="960000" y="5379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body" idx="1"/>
          </p:nvPr>
        </p:nvSpPr>
        <p:spPr>
          <a:xfrm>
            <a:off x="960000" y="1333433"/>
            <a:ext cx="5136000" cy="48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3" name="Google Shape;83;p5"/>
          <p:cNvSpPr txBox="1">
            <a:spLocks noGrp="1"/>
          </p:cNvSpPr>
          <p:nvPr>
            <p:ph type="body" idx="2"/>
          </p:nvPr>
        </p:nvSpPr>
        <p:spPr>
          <a:xfrm>
            <a:off x="6096000" y="1333633"/>
            <a:ext cx="5136000" cy="48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4" name="Google Shape;84;p5"/>
          <p:cNvSpPr/>
          <p:nvPr/>
        </p:nvSpPr>
        <p:spPr>
          <a:xfrm rot="5400000" flipH="1">
            <a:off x="-3147967" y="4035668"/>
            <a:ext cx="3747600" cy="3747600"/>
          </a:xfrm>
          <a:prstGeom prst="chord">
            <a:avLst>
              <a:gd name="adj1" fmla="val 10787429"/>
              <a:gd name="adj2" fmla="val 2158447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942217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/>
          <p:nvPr/>
        </p:nvSpPr>
        <p:spPr>
          <a:xfrm rot="10800000">
            <a:off x="7726100" y="-1008939"/>
            <a:ext cx="2030000" cy="2030000"/>
          </a:xfrm>
          <a:prstGeom prst="chord">
            <a:avLst>
              <a:gd name="adj1" fmla="val 10280829"/>
              <a:gd name="adj2" fmla="val 401068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7" name="Google Shape;87;p6"/>
          <p:cNvGrpSpPr/>
          <p:nvPr/>
        </p:nvGrpSpPr>
        <p:grpSpPr>
          <a:xfrm>
            <a:off x="8479647" y="-661057"/>
            <a:ext cx="10158511" cy="2424932"/>
            <a:chOff x="6359735" y="-495793"/>
            <a:chExt cx="7618883" cy="1818699"/>
          </a:xfrm>
        </p:grpSpPr>
        <p:grpSp>
          <p:nvGrpSpPr>
            <p:cNvPr id="88" name="Google Shape;88;p6"/>
            <p:cNvGrpSpPr/>
            <p:nvPr/>
          </p:nvGrpSpPr>
          <p:grpSpPr>
            <a:xfrm rot="10800000" flipH="1">
              <a:off x="6359735" y="-495793"/>
              <a:ext cx="7618883" cy="1818699"/>
              <a:chOff x="763035" y="1325969"/>
              <a:chExt cx="7618883" cy="1818699"/>
            </a:xfrm>
          </p:grpSpPr>
          <p:sp>
            <p:nvSpPr>
              <p:cNvPr id="89" name="Google Shape;89;p6"/>
              <p:cNvSpPr/>
              <p:nvPr/>
            </p:nvSpPr>
            <p:spPr>
              <a:xfrm>
                <a:off x="763035" y="1325969"/>
                <a:ext cx="7618883" cy="1818699"/>
              </a:xfrm>
              <a:custGeom>
                <a:avLst/>
                <a:gdLst/>
                <a:ahLst/>
                <a:cxnLst/>
                <a:rect l="l" t="t" r="r" b="b"/>
                <a:pathLst>
                  <a:path w="48886" h="11663" extrusionOk="0">
                    <a:moveTo>
                      <a:pt x="46528" y="5832"/>
                    </a:moveTo>
                    <a:cubicBezTo>
                      <a:pt x="46528" y="5832"/>
                      <a:pt x="46528" y="5832"/>
                      <a:pt x="46528" y="5832"/>
                    </a:cubicBezTo>
                    <a:cubicBezTo>
                      <a:pt x="46528" y="6315"/>
                      <a:pt x="46431" y="6769"/>
                      <a:pt x="46255" y="7184"/>
                    </a:cubicBezTo>
                    <a:cubicBezTo>
                      <a:pt x="45993" y="7805"/>
                      <a:pt x="45551" y="8338"/>
                      <a:pt x="44995" y="8713"/>
                    </a:cubicBezTo>
                    <a:cubicBezTo>
                      <a:pt x="44440" y="9088"/>
                      <a:pt x="43777" y="9305"/>
                      <a:pt x="43054" y="9306"/>
                    </a:cubicBezTo>
                    <a:cubicBezTo>
                      <a:pt x="43054" y="9306"/>
                      <a:pt x="43054" y="9306"/>
                      <a:pt x="43054" y="9306"/>
                    </a:cubicBezTo>
                    <a:cubicBezTo>
                      <a:pt x="42571" y="9306"/>
                      <a:pt x="42117" y="9209"/>
                      <a:pt x="41702" y="9033"/>
                    </a:cubicBezTo>
                    <a:cubicBezTo>
                      <a:pt x="41080" y="8770"/>
                      <a:pt x="40547" y="8328"/>
                      <a:pt x="40172" y="7773"/>
                    </a:cubicBezTo>
                    <a:cubicBezTo>
                      <a:pt x="39798" y="7217"/>
                      <a:pt x="39580" y="6555"/>
                      <a:pt x="39580" y="5832"/>
                    </a:cubicBezTo>
                    <a:cubicBezTo>
                      <a:pt x="39580" y="5030"/>
                      <a:pt x="39416" y="4260"/>
                      <a:pt x="39121" y="3561"/>
                    </a:cubicBezTo>
                    <a:cubicBezTo>
                      <a:pt x="38677" y="2513"/>
                      <a:pt x="37940" y="1625"/>
                      <a:pt x="37009" y="997"/>
                    </a:cubicBezTo>
                    <a:cubicBezTo>
                      <a:pt x="36080" y="368"/>
                      <a:pt x="34952" y="0"/>
                      <a:pt x="33748" y="0"/>
                    </a:cubicBezTo>
                    <a:cubicBezTo>
                      <a:pt x="33748" y="0"/>
                      <a:pt x="33748" y="0"/>
                      <a:pt x="33748" y="0"/>
                    </a:cubicBezTo>
                    <a:cubicBezTo>
                      <a:pt x="32946" y="0"/>
                      <a:pt x="32176" y="163"/>
                      <a:pt x="31478" y="459"/>
                    </a:cubicBezTo>
                    <a:cubicBezTo>
                      <a:pt x="30430" y="902"/>
                      <a:pt x="29542" y="1640"/>
                      <a:pt x="28914" y="2570"/>
                    </a:cubicBezTo>
                    <a:cubicBezTo>
                      <a:pt x="28285" y="3500"/>
                      <a:pt x="27916" y="4628"/>
                      <a:pt x="27917" y="5832"/>
                    </a:cubicBezTo>
                    <a:cubicBezTo>
                      <a:pt x="27917" y="6315"/>
                      <a:pt x="27820" y="6769"/>
                      <a:pt x="27644" y="7184"/>
                    </a:cubicBezTo>
                    <a:cubicBezTo>
                      <a:pt x="27382" y="7805"/>
                      <a:pt x="26939" y="8338"/>
                      <a:pt x="26384" y="8713"/>
                    </a:cubicBezTo>
                    <a:cubicBezTo>
                      <a:pt x="25828" y="9088"/>
                      <a:pt x="25166" y="9305"/>
                      <a:pt x="24443" y="9306"/>
                    </a:cubicBezTo>
                    <a:cubicBezTo>
                      <a:pt x="24443" y="9306"/>
                      <a:pt x="24443" y="9306"/>
                      <a:pt x="24443" y="9306"/>
                    </a:cubicBezTo>
                    <a:cubicBezTo>
                      <a:pt x="23960" y="9306"/>
                      <a:pt x="23506" y="9209"/>
                      <a:pt x="23091" y="9033"/>
                    </a:cubicBezTo>
                    <a:cubicBezTo>
                      <a:pt x="22469" y="8770"/>
                      <a:pt x="21936" y="8328"/>
                      <a:pt x="21561" y="7773"/>
                    </a:cubicBezTo>
                    <a:cubicBezTo>
                      <a:pt x="21186" y="7217"/>
                      <a:pt x="20969" y="6555"/>
                      <a:pt x="20969" y="5832"/>
                    </a:cubicBezTo>
                    <a:cubicBezTo>
                      <a:pt x="20969" y="5030"/>
                      <a:pt x="20805" y="4260"/>
                      <a:pt x="20510" y="3561"/>
                    </a:cubicBezTo>
                    <a:cubicBezTo>
                      <a:pt x="20066" y="2513"/>
                      <a:pt x="19328" y="1625"/>
                      <a:pt x="18398" y="997"/>
                    </a:cubicBezTo>
                    <a:cubicBezTo>
                      <a:pt x="17469" y="368"/>
                      <a:pt x="16341" y="0"/>
                      <a:pt x="15137" y="0"/>
                    </a:cubicBezTo>
                    <a:cubicBezTo>
                      <a:pt x="15137" y="0"/>
                      <a:pt x="15137" y="0"/>
                      <a:pt x="15137" y="0"/>
                    </a:cubicBezTo>
                    <a:cubicBezTo>
                      <a:pt x="14335" y="0"/>
                      <a:pt x="13565" y="163"/>
                      <a:pt x="12867" y="459"/>
                    </a:cubicBezTo>
                    <a:cubicBezTo>
                      <a:pt x="11819" y="902"/>
                      <a:pt x="10931" y="1640"/>
                      <a:pt x="10302" y="2570"/>
                    </a:cubicBezTo>
                    <a:cubicBezTo>
                      <a:pt x="9674" y="3500"/>
                      <a:pt x="9305" y="4628"/>
                      <a:pt x="9306" y="5832"/>
                    </a:cubicBezTo>
                    <a:cubicBezTo>
                      <a:pt x="9306" y="6315"/>
                      <a:pt x="9209" y="6769"/>
                      <a:pt x="9033" y="7184"/>
                    </a:cubicBezTo>
                    <a:cubicBezTo>
                      <a:pt x="8771" y="7805"/>
                      <a:pt x="8328" y="8338"/>
                      <a:pt x="7773" y="8713"/>
                    </a:cubicBezTo>
                    <a:cubicBezTo>
                      <a:pt x="7217" y="9088"/>
                      <a:pt x="6555" y="9305"/>
                      <a:pt x="5832" y="9306"/>
                    </a:cubicBezTo>
                    <a:cubicBezTo>
                      <a:pt x="5832" y="9306"/>
                      <a:pt x="5832" y="9306"/>
                      <a:pt x="5832" y="9306"/>
                    </a:cubicBezTo>
                    <a:cubicBezTo>
                      <a:pt x="5349" y="9306"/>
                      <a:pt x="4895" y="9209"/>
                      <a:pt x="4480" y="9033"/>
                    </a:cubicBezTo>
                    <a:cubicBezTo>
                      <a:pt x="3858" y="8770"/>
                      <a:pt x="3325" y="8328"/>
                      <a:pt x="2950" y="7773"/>
                    </a:cubicBezTo>
                    <a:cubicBezTo>
                      <a:pt x="2575" y="7217"/>
                      <a:pt x="2358" y="6555"/>
                      <a:pt x="2358" y="5832"/>
                    </a:cubicBezTo>
                    <a:cubicBezTo>
                      <a:pt x="0" y="5832"/>
                      <a:pt x="0" y="5832"/>
                      <a:pt x="0" y="5832"/>
                    </a:cubicBezTo>
                    <a:cubicBezTo>
                      <a:pt x="0" y="6633"/>
                      <a:pt x="163" y="7403"/>
                      <a:pt x="459" y="8102"/>
                    </a:cubicBezTo>
                    <a:cubicBezTo>
                      <a:pt x="903" y="9150"/>
                      <a:pt x="1640" y="10038"/>
                      <a:pt x="2570" y="10666"/>
                    </a:cubicBezTo>
                    <a:cubicBezTo>
                      <a:pt x="3500" y="11295"/>
                      <a:pt x="4628" y="11663"/>
                      <a:pt x="5832" y="11663"/>
                    </a:cubicBezTo>
                    <a:cubicBezTo>
                      <a:pt x="5832" y="11663"/>
                      <a:pt x="5832" y="11663"/>
                      <a:pt x="5832" y="11663"/>
                    </a:cubicBezTo>
                    <a:cubicBezTo>
                      <a:pt x="6634" y="11663"/>
                      <a:pt x="7404" y="11500"/>
                      <a:pt x="8102" y="11204"/>
                    </a:cubicBezTo>
                    <a:cubicBezTo>
                      <a:pt x="9150" y="10761"/>
                      <a:pt x="10038" y="10023"/>
                      <a:pt x="10666" y="9093"/>
                    </a:cubicBezTo>
                    <a:cubicBezTo>
                      <a:pt x="11295" y="8164"/>
                      <a:pt x="11664" y="7035"/>
                      <a:pt x="11663" y="5832"/>
                    </a:cubicBezTo>
                    <a:cubicBezTo>
                      <a:pt x="11663" y="5832"/>
                      <a:pt x="11663" y="5832"/>
                      <a:pt x="11663" y="5832"/>
                    </a:cubicBezTo>
                    <a:cubicBezTo>
                      <a:pt x="11663" y="5349"/>
                      <a:pt x="11760" y="4895"/>
                      <a:pt x="11936" y="4480"/>
                    </a:cubicBezTo>
                    <a:cubicBezTo>
                      <a:pt x="12198" y="3858"/>
                      <a:pt x="12641" y="3325"/>
                      <a:pt x="13196" y="2950"/>
                    </a:cubicBezTo>
                    <a:cubicBezTo>
                      <a:pt x="13752" y="2575"/>
                      <a:pt x="14414" y="2358"/>
                      <a:pt x="15137" y="2357"/>
                    </a:cubicBezTo>
                    <a:cubicBezTo>
                      <a:pt x="15137" y="2357"/>
                      <a:pt x="15137" y="2357"/>
                      <a:pt x="15137" y="2357"/>
                    </a:cubicBezTo>
                    <a:cubicBezTo>
                      <a:pt x="15620" y="2358"/>
                      <a:pt x="16074" y="2455"/>
                      <a:pt x="16489" y="2630"/>
                    </a:cubicBezTo>
                    <a:cubicBezTo>
                      <a:pt x="17111" y="2893"/>
                      <a:pt x="17644" y="3335"/>
                      <a:pt x="18019" y="3890"/>
                    </a:cubicBezTo>
                    <a:cubicBezTo>
                      <a:pt x="18393" y="4446"/>
                      <a:pt x="18611" y="5108"/>
                      <a:pt x="18611" y="5832"/>
                    </a:cubicBezTo>
                    <a:cubicBezTo>
                      <a:pt x="18611" y="5832"/>
                      <a:pt x="18611" y="5832"/>
                      <a:pt x="18611" y="5832"/>
                    </a:cubicBezTo>
                    <a:cubicBezTo>
                      <a:pt x="18611" y="6633"/>
                      <a:pt x="18775" y="7403"/>
                      <a:pt x="19070" y="8102"/>
                    </a:cubicBezTo>
                    <a:cubicBezTo>
                      <a:pt x="19514" y="9150"/>
                      <a:pt x="20251" y="10038"/>
                      <a:pt x="21182" y="10666"/>
                    </a:cubicBezTo>
                    <a:cubicBezTo>
                      <a:pt x="22111" y="11295"/>
                      <a:pt x="23239" y="11663"/>
                      <a:pt x="24443" y="11663"/>
                    </a:cubicBezTo>
                    <a:cubicBezTo>
                      <a:pt x="24443" y="11663"/>
                      <a:pt x="24443" y="11663"/>
                      <a:pt x="24443" y="11663"/>
                    </a:cubicBezTo>
                    <a:cubicBezTo>
                      <a:pt x="25245" y="11663"/>
                      <a:pt x="26015" y="11500"/>
                      <a:pt x="26713" y="11204"/>
                    </a:cubicBezTo>
                    <a:cubicBezTo>
                      <a:pt x="27761" y="10761"/>
                      <a:pt x="28649" y="10023"/>
                      <a:pt x="29278" y="9093"/>
                    </a:cubicBezTo>
                    <a:cubicBezTo>
                      <a:pt x="29906" y="8164"/>
                      <a:pt x="30275" y="7035"/>
                      <a:pt x="30274" y="5832"/>
                    </a:cubicBezTo>
                    <a:cubicBezTo>
                      <a:pt x="30274" y="5832"/>
                      <a:pt x="30274" y="5832"/>
                      <a:pt x="30274" y="5832"/>
                    </a:cubicBezTo>
                    <a:cubicBezTo>
                      <a:pt x="30274" y="5349"/>
                      <a:pt x="30371" y="4895"/>
                      <a:pt x="30547" y="4480"/>
                    </a:cubicBezTo>
                    <a:cubicBezTo>
                      <a:pt x="30809" y="3858"/>
                      <a:pt x="31252" y="3325"/>
                      <a:pt x="31807" y="2950"/>
                    </a:cubicBezTo>
                    <a:cubicBezTo>
                      <a:pt x="32363" y="2575"/>
                      <a:pt x="33025" y="2358"/>
                      <a:pt x="33748" y="2357"/>
                    </a:cubicBezTo>
                    <a:cubicBezTo>
                      <a:pt x="33748" y="2357"/>
                      <a:pt x="33748" y="2357"/>
                      <a:pt x="33748" y="2357"/>
                    </a:cubicBezTo>
                    <a:cubicBezTo>
                      <a:pt x="34231" y="2358"/>
                      <a:pt x="34685" y="2455"/>
                      <a:pt x="35100" y="2630"/>
                    </a:cubicBezTo>
                    <a:cubicBezTo>
                      <a:pt x="35722" y="2893"/>
                      <a:pt x="36255" y="3335"/>
                      <a:pt x="36630" y="3890"/>
                    </a:cubicBezTo>
                    <a:cubicBezTo>
                      <a:pt x="37005" y="4446"/>
                      <a:pt x="37222" y="5108"/>
                      <a:pt x="37222" y="5832"/>
                    </a:cubicBezTo>
                    <a:cubicBezTo>
                      <a:pt x="37222" y="5832"/>
                      <a:pt x="37222" y="5832"/>
                      <a:pt x="37222" y="5832"/>
                    </a:cubicBezTo>
                    <a:cubicBezTo>
                      <a:pt x="37222" y="6633"/>
                      <a:pt x="37386" y="7403"/>
                      <a:pt x="37681" y="8102"/>
                    </a:cubicBezTo>
                    <a:cubicBezTo>
                      <a:pt x="38125" y="9150"/>
                      <a:pt x="38863" y="10038"/>
                      <a:pt x="39793" y="10666"/>
                    </a:cubicBezTo>
                    <a:cubicBezTo>
                      <a:pt x="40722" y="11295"/>
                      <a:pt x="41850" y="11663"/>
                      <a:pt x="43054" y="11663"/>
                    </a:cubicBezTo>
                    <a:cubicBezTo>
                      <a:pt x="43054" y="11663"/>
                      <a:pt x="43054" y="11663"/>
                      <a:pt x="43054" y="11663"/>
                    </a:cubicBezTo>
                    <a:cubicBezTo>
                      <a:pt x="43856" y="11663"/>
                      <a:pt x="44626" y="11500"/>
                      <a:pt x="45324" y="11204"/>
                    </a:cubicBezTo>
                    <a:cubicBezTo>
                      <a:pt x="46372" y="10761"/>
                      <a:pt x="47260" y="10023"/>
                      <a:pt x="47889" y="9093"/>
                    </a:cubicBezTo>
                    <a:cubicBezTo>
                      <a:pt x="48517" y="8164"/>
                      <a:pt x="48886" y="7035"/>
                      <a:pt x="48885" y="5832"/>
                    </a:cubicBezTo>
                    <a:lnTo>
                      <a:pt x="46528" y="58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6"/>
              <p:cNvSpPr/>
              <p:nvPr/>
            </p:nvSpPr>
            <p:spPr>
              <a:xfrm>
                <a:off x="929557" y="1490484"/>
                <a:ext cx="7285832" cy="1487658"/>
              </a:xfrm>
              <a:custGeom>
                <a:avLst/>
                <a:gdLst/>
                <a:ahLst/>
                <a:cxnLst/>
                <a:rect l="l" t="t" r="r" b="b"/>
                <a:pathLst>
                  <a:path w="46752" h="9543" extrusionOk="0">
                    <a:moveTo>
                      <a:pt x="23376" y="9543"/>
                    </a:moveTo>
                    <a:cubicBezTo>
                      <a:pt x="23095" y="9543"/>
                      <a:pt x="22814" y="9518"/>
                      <a:pt x="22539" y="9469"/>
                    </a:cubicBezTo>
                    <a:cubicBezTo>
                      <a:pt x="22578" y="9248"/>
                      <a:pt x="22578" y="9248"/>
                      <a:pt x="22578" y="9248"/>
                    </a:cubicBezTo>
                    <a:cubicBezTo>
                      <a:pt x="22900" y="9305"/>
                      <a:pt x="23233" y="9327"/>
                      <a:pt x="23560" y="9314"/>
                    </a:cubicBezTo>
                    <a:cubicBezTo>
                      <a:pt x="23569" y="9539"/>
                      <a:pt x="23569" y="9539"/>
                      <a:pt x="23569" y="9539"/>
                    </a:cubicBezTo>
                    <a:cubicBezTo>
                      <a:pt x="23505" y="9541"/>
                      <a:pt x="23441" y="9542"/>
                      <a:pt x="23376" y="9543"/>
                    </a:cubicBezTo>
                    <a:close/>
                    <a:moveTo>
                      <a:pt x="4905" y="9541"/>
                    </a:moveTo>
                    <a:cubicBezTo>
                      <a:pt x="4899" y="9316"/>
                      <a:pt x="4899" y="9316"/>
                      <a:pt x="4899" y="9316"/>
                    </a:cubicBezTo>
                    <a:cubicBezTo>
                      <a:pt x="5228" y="9307"/>
                      <a:pt x="5556" y="9261"/>
                      <a:pt x="5873" y="9182"/>
                    </a:cubicBezTo>
                    <a:cubicBezTo>
                      <a:pt x="5927" y="9400"/>
                      <a:pt x="5927" y="9400"/>
                      <a:pt x="5927" y="9400"/>
                    </a:cubicBezTo>
                    <a:cubicBezTo>
                      <a:pt x="5595" y="9483"/>
                      <a:pt x="5251" y="9531"/>
                      <a:pt x="4905" y="9541"/>
                    </a:cubicBezTo>
                    <a:close/>
                    <a:moveTo>
                      <a:pt x="42232" y="9536"/>
                    </a:moveTo>
                    <a:cubicBezTo>
                      <a:pt x="42221" y="9312"/>
                      <a:pt x="42221" y="9312"/>
                      <a:pt x="42221" y="9312"/>
                    </a:cubicBezTo>
                    <a:cubicBezTo>
                      <a:pt x="42550" y="9296"/>
                      <a:pt x="42876" y="9243"/>
                      <a:pt x="43192" y="9157"/>
                    </a:cubicBezTo>
                    <a:cubicBezTo>
                      <a:pt x="43251" y="9373"/>
                      <a:pt x="43251" y="9373"/>
                      <a:pt x="43251" y="9373"/>
                    </a:cubicBezTo>
                    <a:cubicBezTo>
                      <a:pt x="42920" y="9464"/>
                      <a:pt x="42577" y="9519"/>
                      <a:pt x="42232" y="9536"/>
                    </a:cubicBezTo>
                    <a:close/>
                    <a:moveTo>
                      <a:pt x="41202" y="9478"/>
                    </a:moveTo>
                    <a:cubicBezTo>
                      <a:pt x="40862" y="9422"/>
                      <a:pt x="40527" y="9328"/>
                      <a:pt x="40207" y="9199"/>
                    </a:cubicBezTo>
                    <a:cubicBezTo>
                      <a:pt x="40291" y="8991"/>
                      <a:pt x="40291" y="8991"/>
                      <a:pt x="40291" y="8991"/>
                    </a:cubicBezTo>
                    <a:cubicBezTo>
                      <a:pt x="40596" y="9114"/>
                      <a:pt x="40915" y="9203"/>
                      <a:pt x="41238" y="9257"/>
                    </a:cubicBezTo>
                    <a:lnTo>
                      <a:pt x="41202" y="9478"/>
                    </a:lnTo>
                    <a:close/>
                    <a:moveTo>
                      <a:pt x="3876" y="9460"/>
                    </a:moveTo>
                    <a:cubicBezTo>
                      <a:pt x="3537" y="9396"/>
                      <a:pt x="3205" y="9295"/>
                      <a:pt x="2888" y="9159"/>
                    </a:cubicBezTo>
                    <a:cubicBezTo>
                      <a:pt x="2977" y="8953"/>
                      <a:pt x="2977" y="8953"/>
                      <a:pt x="2977" y="8953"/>
                    </a:cubicBezTo>
                    <a:cubicBezTo>
                      <a:pt x="3279" y="9082"/>
                      <a:pt x="3595" y="9178"/>
                      <a:pt x="3918" y="9239"/>
                    </a:cubicBezTo>
                    <a:lnTo>
                      <a:pt x="3876" y="9460"/>
                    </a:lnTo>
                    <a:close/>
                    <a:moveTo>
                      <a:pt x="24590" y="9386"/>
                    </a:moveTo>
                    <a:cubicBezTo>
                      <a:pt x="24533" y="9169"/>
                      <a:pt x="24533" y="9169"/>
                      <a:pt x="24533" y="9169"/>
                    </a:cubicBezTo>
                    <a:cubicBezTo>
                      <a:pt x="24850" y="9086"/>
                      <a:pt x="25159" y="8968"/>
                      <a:pt x="25451" y="8817"/>
                    </a:cubicBezTo>
                    <a:cubicBezTo>
                      <a:pt x="25554" y="9017"/>
                      <a:pt x="25554" y="9017"/>
                      <a:pt x="25554" y="9017"/>
                    </a:cubicBezTo>
                    <a:cubicBezTo>
                      <a:pt x="25247" y="9175"/>
                      <a:pt x="24922" y="9299"/>
                      <a:pt x="24590" y="9386"/>
                    </a:cubicBezTo>
                    <a:close/>
                    <a:moveTo>
                      <a:pt x="21548" y="9179"/>
                    </a:moveTo>
                    <a:cubicBezTo>
                      <a:pt x="21230" y="9047"/>
                      <a:pt x="20926" y="8880"/>
                      <a:pt x="20643" y="8682"/>
                    </a:cubicBezTo>
                    <a:cubicBezTo>
                      <a:pt x="20772" y="8498"/>
                      <a:pt x="20772" y="8498"/>
                      <a:pt x="20772" y="8498"/>
                    </a:cubicBezTo>
                    <a:cubicBezTo>
                      <a:pt x="21041" y="8687"/>
                      <a:pt x="21331" y="8846"/>
                      <a:pt x="21634" y="8972"/>
                    </a:cubicBezTo>
                    <a:lnTo>
                      <a:pt x="21548" y="9179"/>
                    </a:lnTo>
                    <a:close/>
                    <a:moveTo>
                      <a:pt x="6896" y="9041"/>
                    </a:moveTo>
                    <a:cubicBezTo>
                      <a:pt x="6795" y="8840"/>
                      <a:pt x="6795" y="8840"/>
                      <a:pt x="6795" y="8840"/>
                    </a:cubicBezTo>
                    <a:cubicBezTo>
                      <a:pt x="7088" y="8693"/>
                      <a:pt x="7366" y="8514"/>
                      <a:pt x="7622" y="8307"/>
                    </a:cubicBezTo>
                    <a:cubicBezTo>
                      <a:pt x="7763" y="8481"/>
                      <a:pt x="7763" y="8481"/>
                      <a:pt x="7763" y="8481"/>
                    </a:cubicBezTo>
                    <a:cubicBezTo>
                      <a:pt x="7495" y="8699"/>
                      <a:pt x="7203" y="8887"/>
                      <a:pt x="6896" y="9041"/>
                    </a:cubicBezTo>
                    <a:close/>
                    <a:moveTo>
                      <a:pt x="44211" y="8993"/>
                    </a:moveTo>
                    <a:cubicBezTo>
                      <a:pt x="44106" y="8794"/>
                      <a:pt x="44106" y="8794"/>
                      <a:pt x="44106" y="8794"/>
                    </a:cubicBezTo>
                    <a:cubicBezTo>
                      <a:pt x="44396" y="8641"/>
                      <a:pt x="44670" y="8456"/>
                      <a:pt x="44921" y="8243"/>
                    </a:cubicBezTo>
                    <a:cubicBezTo>
                      <a:pt x="45066" y="8414"/>
                      <a:pt x="45066" y="8414"/>
                      <a:pt x="45066" y="8414"/>
                    </a:cubicBezTo>
                    <a:cubicBezTo>
                      <a:pt x="44803" y="8637"/>
                      <a:pt x="44515" y="8832"/>
                      <a:pt x="44211" y="8993"/>
                    </a:cubicBezTo>
                    <a:close/>
                    <a:moveTo>
                      <a:pt x="39297" y="8711"/>
                    </a:moveTo>
                    <a:cubicBezTo>
                      <a:pt x="39013" y="8517"/>
                      <a:pt x="38750" y="8291"/>
                      <a:pt x="38513" y="8040"/>
                    </a:cubicBezTo>
                    <a:cubicBezTo>
                      <a:pt x="38677" y="7886"/>
                      <a:pt x="38677" y="7886"/>
                      <a:pt x="38677" y="7886"/>
                    </a:cubicBezTo>
                    <a:cubicBezTo>
                      <a:pt x="38902" y="8125"/>
                      <a:pt x="39154" y="8341"/>
                      <a:pt x="39424" y="8526"/>
                    </a:cubicBezTo>
                    <a:lnTo>
                      <a:pt x="39297" y="8711"/>
                    </a:lnTo>
                    <a:close/>
                    <a:moveTo>
                      <a:pt x="1989" y="8651"/>
                    </a:moveTo>
                    <a:cubicBezTo>
                      <a:pt x="1709" y="8450"/>
                      <a:pt x="1451" y="8219"/>
                      <a:pt x="1220" y="7962"/>
                    </a:cubicBezTo>
                    <a:cubicBezTo>
                      <a:pt x="1387" y="7812"/>
                      <a:pt x="1387" y="7812"/>
                      <a:pt x="1387" y="7812"/>
                    </a:cubicBezTo>
                    <a:cubicBezTo>
                      <a:pt x="1607" y="8057"/>
                      <a:pt x="1853" y="8277"/>
                      <a:pt x="2120" y="8469"/>
                    </a:cubicBezTo>
                    <a:lnTo>
                      <a:pt x="1989" y="8651"/>
                    </a:lnTo>
                    <a:close/>
                    <a:moveTo>
                      <a:pt x="26415" y="8448"/>
                    </a:moveTo>
                    <a:cubicBezTo>
                      <a:pt x="26271" y="8275"/>
                      <a:pt x="26271" y="8275"/>
                      <a:pt x="26271" y="8275"/>
                    </a:cubicBezTo>
                    <a:cubicBezTo>
                      <a:pt x="26524" y="8066"/>
                      <a:pt x="26755" y="7828"/>
                      <a:pt x="26957" y="7569"/>
                    </a:cubicBezTo>
                    <a:cubicBezTo>
                      <a:pt x="27134" y="7707"/>
                      <a:pt x="27134" y="7707"/>
                      <a:pt x="27134" y="7707"/>
                    </a:cubicBezTo>
                    <a:cubicBezTo>
                      <a:pt x="26922" y="7979"/>
                      <a:pt x="26680" y="8228"/>
                      <a:pt x="26415" y="8448"/>
                    </a:cubicBezTo>
                    <a:close/>
                    <a:moveTo>
                      <a:pt x="19867" y="8001"/>
                    </a:moveTo>
                    <a:cubicBezTo>
                      <a:pt x="19634" y="7748"/>
                      <a:pt x="19428" y="7468"/>
                      <a:pt x="19254" y="7171"/>
                    </a:cubicBezTo>
                    <a:cubicBezTo>
                      <a:pt x="19448" y="7058"/>
                      <a:pt x="19448" y="7058"/>
                      <a:pt x="19448" y="7058"/>
                    </a:cubicBezTo>
                    <a:cubicBezTo>
                      <a:pt x="19614" y="7341"/>
                      <a:pt x="19810" y="7608"/>
                      <a:pt x="20032" y="7849"/>
                    </a:cubicBezTo>
                    <a:lnTo>
                      <a:pt x="19867" y="8001"/>
                    </a:lnTo>
                    <a:close/>
                    <a:moveTo>
                      <a:pt x="8490" y="7749"/>
                    </a:moveTo>
                    <a:cubicBezTo>
                      <a:pt x="8315" y="7609"/>
                      <a:pt x="8315" y="7609"/>
                      <a:pt x="8315" y="7609"/>
                    </a:cubicBezTo>
                    <a:cubicBezTo>
                      <a:pt x="8520" y="7352"/>
                      <a:pt x="8697" y="7072"/>
                      <a:pt x="8842" y="6778"/>
                    </a:cubicBezTo>
                    <a:cubicBezTo>
                      <a:pt x="9043" y="6877"/>
                      <a:pt x="9043" y="6877"/>
                      <a:pt x="9043" y="6877"/>
                    </a:cubicBezTo>
                    <a:cubicBezTo>
                      <a:pt x="8892" y="7186"/>
                      <a:pt x="8705" y="7479"/>
                      <a:pt x="8490" y="7749"/>
                    </a:cubicBezTo>
                    <a:close/>
                    <a:moveTo>
                      <a:pt x="45777" y="7666"/>
                    </a:moveTo>
                    <a:cubicBezTo>
                      <a:pt x="45598" y="7530"/>
                      <a:pt x="45598" y="7530"/>
                      <a:pt x="45598" y="7530"/>
                    </a:cubicBezTo>
                    <a:cubicBezTo>
                      <a:pt x="45798" y="7268"/>
                      <a:pt x="45969" y="6985"/>
                      <a:pt x="46107" y="6688"/>
                    </a:cubicBezTo>
                    <a:cubicBezTo>
                      <a:pt x="46311" y="6782"/>
                      <a:pt x="46311" y="6782"/>
                      <a:pt x="46311" y="6782"/>
                    </a:cubicBezTo>
                    <a:cubicBezTo>
                      <a:pt x="46166" y="7094"/>
                      <a:pt x="45986" y="7391"/>
                      <a:pt x="45777" y="7666"/>
                    </a:cubicBezTo>
                    <a:close/>
                    <a:moveTo>
                      <a:pt x="37892" y="7216"/>
                    </a:moveTo>
                    <a:cubicBezTo>
                      <a:pt x="37715" y="6920"/>
                      <a:pt x="37571" y="6604"/>
                      <a:pt x="37462" y="6277"/>
                    </a:cubicBezTo>
                    <a:cubicBezTo>
                      <a:pt x="37675" y="6206"/>
                      <a:pt x="37675" y="6206"/>
                      <a:pt x="37675" y="6206"/>
                    </a:cubicBezTo>
                    <a:cubicBezTo>
                      <a:pt x="37779" y="6518"/>
                      <a:pt x="37916" y="6819"/>
                      <a:pt x="38085" y="7101"/>
                    </a:cubicBezTo>
                    <a:lnTo>
                      <a:pt x="37892" y="7216"/>
                    </a:lnTo>
                    <a:close/>
                    <a:moveTo>
                      <a:pt x="617" y="7125"/>
                    </a:moveTo>
                    <a:cubicBezTo>
                      <a:pt x="447" y="6825"/>
                      <a:pt x="309" y="6506"/>
                      <a:pt x="209" y="6177"/>
                    </a:cubicBezTo>
                    <a:cubicBezTo>
                      <a:pt x="423" y="6111"/>
                      <a:pt x="423" y="6111"/>
                      <a:pt x="423" y="6111"/>
                    </a:cubicBezTo>
                    <a:cubicBezTo>
                      <a:pt x="519" y="6424"/>
                      <a:pt x="650" y="6728"/>
                      <a:pt x="812" y="7014"/>
                    </a:cubicBezTo>
                    <a:lnTo>
                      <a:pt x="617" y="7125"/>
                    </a:lnTo>
                    <a:close/>
                    <a:moveTo>
                      <a:pt x="27677" y="6830"/>
                    </a:moveTo>
                    <a:cubicBezTo>
                      <a:pt x="27475" y="6733"/>
                      <a:pt x="27475" y="6733"/>
                      <a:pt x="27475" y="6733"/>
                    </a:cubicBezTo>
                    <a:cubicBezTo>
                      <a:pt x="27616" y="6437"/>
                      <a:pt x="27726" y="6124"/>
                      <a:pt x="27800" y="5804"/>
                    </a:cubicBezTo>
                    <a:cubicBezTo>
                      <a:pt x="28018" y="5855"/>
                      <a:pt x="28018" y="5855"/>
                      <a:pt x="28018" y="5855"/>
                    </a:cubicBezTo>
                    <a:cubicBezTo>
                      <a:pt x="27941" y="6191"/>
                      <a:pt x="27826" y="6519"/>
                      <a:pt x="27677" y="6830"/>
                    </a:cubicBezTo>
                    <a:close/>
                    <a:moveTo>
                      <a:pt x="18835" y="6227"/>
                    </a:moveTo>
                    <a:cubicBezTo>
                      <a:pt x="18731" y="5899"/>
                      <a:pt x="18662" y="5559"/>
                      <a:pt x="18631" y="5215"/>
                    </a:cubicBezTo>
                    <a:cubicBezTo>
                      <a:pt x="18854" y="5195"/>
                      <a:pt x="18854" y="5195"/>
                      <a:pt x="18854" y="5195"/>
                    </a:cubicBezTo>
                    <a:cubicBezTo>
                      <a:pt x="18884" y="5522"/>
                      <a:pt x="18950" y="5846"/>
                      <a:pt x="19049" y="6159"/>
                    </a:cubicBezTo>
                    <a:lnTo>
                      <a:pt x="18835" y="6227"/>
                    </a:lnTo>
                    <a:close/>
                    <a:moveTo>
                      <a:pt x="9395" y="5906"/>
                    </a:moveTo>
                    <a:cubicBezTo>
                      <a:pt x="9177" y="5853"/>
                      <a:pt x="9177" y="5853"/>
                      <a:pt x="9177" y="5853"/>
                    </a:cubicBezTo>
                    <a:cubicBezTo>
                      <a:pt x="9254" y="5536"/>
                      <a:pt x="9297" y="5207"/>
                      <a:pt x="9304" y="4878"/>
                    </a:cubicBezTo>
                    <a:cubicBezTo>
                      <a:pt x="9529" y="4883"/>
                      <a:pt x="9529" y="4883"/>
                      <a:pt x="9529" y="4883"/>
                    </a:cubicBezTo>
                    <a:cubicBezTo>
                      <a:pt x="9521" y="5228"/>
                      <a:pt x="9476" y="5573"/>
                      <a:pt x="9395" y="5906"/>
                    </a:cubicBezTo>
                    <a:close/>
                    <a:moveTo>
                      <a:pt x="46641" y="5804"/>
                    </a:moveTo>
                    <a:cubicBezTo>
                      <a:pt x="46422" y="5756"/>
                      <a:pt x="46422" y="5756"/>
                      <a:pt x="46422" y="5756"/>
                    </a:cubicBezTo>
                    <a:cubicBezTo>
                      <a:pt x="46492" y="5436"/>
                      <a:pt x="46527" y="5107"/>
                      <a:pt x="46527" y="4778"/>
                    </a:cubicBezTo>
                    <a:cubicBezTo>
                      <a:pt x="46752" y="4778"/>
                      <a:pt x="46752" y="4778"/>
                      <a:pt x="46752" y="4778"/>
                    </a:cubicBezTo>
                    <a:cubicBezTo>
                      <a:pt x="46752" y="5123"/>
                      <a:pt x="46715" y="5469"/>
                      <a:pt x="46641" y="5804"/>
                    </a:cubicBezTo>
                    <a:close/>
                    <a:moveTo>
                      <a:pt x="37247" y="5267"/>
                    </a:moveTo>
                    <a:cubicBezTo>
                      <a:pt x="37230" y="5106"/>
                      <a:pt x="37222" y="4941"/>
                      <a:pt x="37222" y="4778"/>
                    </a:cubicBezTo>
                    <a:cubicBezTo>
                      <a:pt x="37222" y="4605"/>
                      <a:pt x="37212" y="4431"/>
                      <a:pt x="37193" y="4261"/>
                    </a:cubicBezTo>
                    <a:cubicBezTo>
                      <a:pt x="37416" y="4235"/>
                      <a:pt x="37416" y="4235"/>
                      <a:pt x="37416" y="4235"/>
                    </a:cubicBezTo>
                    <a:cubicBezTo>
                      <a:pt x="37436" y="4414"/>
                      <a:pt x="37446" y="4596"/>
                      <a:pt x="37446" y="4778"/>
                    </a:cubicBezTo>
                    <a:cubicBezTo>
                      <a:pt x="37446" y="4933"/>
                      <a:pt x="37454" y="5090"/>
                      <a:pt x="37470" y="5244"/>
                    </a:cubicBezTo>
                    <a:lnTo>
                      <a:pt x="37247" y="5267"/>
                    </a:lnTo>
                    <a:close/>
                    <a:moveTo>
                      <a:pt x="15" y="5163"/>
                    </a:moveTo>
                    <a:cubicBezTo>
                      <a:pt x="5" y="5036"/>
                      <a:pt x="0" y="4906"/>
                      <a:pt x="0" y="4778"/>
                    </a:cubicBezTo>
                    <a:cubicBezTo>
                      <a:pt x="224" y="4778"/>
                      <a:pt x="224" y="4778"/>
                      <a:pt x="224" y="4778"/>
                    </a:cubicBezTo>
                    <a:cubicBezTo>
                      <a:pt x="224" y="4900"/>
                      <a:pt x="229" y="5024"/>
                      <a:pt x="239" y="5145"/>
                    </a:cubicBezTo>
                    <a:lnTo>
                      <a:pt x="15" y="5163"/>
                    </a:lnTo>
                    <a:close/>
                    <a:moveTo>
                      <a:pt x="28140" y="4830"/>
                    </a:moveTo>
                    <a:cubicBezTo>
                      <a:pt x="27916" y="4827"/>
                      <a:pt x="27916" y="4827"/>
                      <a:pt x="27916" y="4827"/>
                    </a:cubicBezTo>
                    <a:cubicBezTo>
                      <a:pt x="27916" y="4778"/>
                      <a:pt x="27916" y="4778"/>
                      <a:pt x="27916" y="4778"/>
                    </a:cubicBezTo>
                    <a:cubicBezTo>
                      <a:pt x="27916" y="4449"/>
                      <a:pt x="27950" y="4121"/>
                      <a:pt x="28016" y="3803"/>
                    </a:cubicBezTo>
                    <a:cubicBezTo>
                      <a:pt x="28236" y="3848"/>
                      <a:pt x="28236" y="3848"/>
                      <a:pt x="28236" y="3848"/>
                    </a:cubicBezTo>
                    <a:cubicBezTo>
                      <a:pt x="28173" y="4152"/>
                      <a:pt x="28141" y="4464"/>
                      <a:pt x="28141" y="4778"/>
                    </a:cubicBezTo>
                    <a:lnTo>
                      <a:pt x="28140" y="4830"/>
                    </a:lnTo>
                    <a:close/>
                    <a:moveTo>
                      <a:pt x="18576" y="4211"/>
                    </a:moveTo>
                    <a:cubicBezTo>
                      <a:pt x="18535" y="3885"/>
                      <a:pt x="18459" y="3563"/>
                      <a:pt x="18349" y="3254"/>
                    </a:cubicBezTo>
                    <a:cubicBezTo>
                      <a:pt x="18560" y="3178"/>
                      <a:pt x="18560" y="3178"/>
                      <a:pt x="18560" y="3178"/>
                    </a:cubicBezTo>
                    <a:cubicBezTo>
                      <a:pt x="18676" y="3503"/>
                      <a:pt x="18756" y="3841"/>
                      <a:pt x="18799" y="4183"/>
                    </a:cubicBezTo>
                    <a:lnTo>
                      <a:pt x="18576" y="4211"/>
                    </a:lnTo>
                    <a:close/>
                    <a:moveTo>
                      <a:pt x="9615" y="3898"/>
                    </a:moveTo>
                    <a:cubicBezTo>
                      <a:pt x="9395" y="3854"/>
                      <a:pt x="9395" y="3854"/>
                      <a:pt x="9395" y="3854"/>
                    </a:cubicBezTo>
                    <a:cubicBezTo>
                      <a:pt x="9461" y="3516"/>
                      <a:pt x="9565" y="3185"/>
                      <a:pt x="9703" y="2869"/>
                    </a:cubicBezTo>
                    <a:cubicBezTo>
                      <a:pt x="9909" y="2959"/>
                      <a:pt x="9909" y="2959"/>
                      <a:pt x="9909" y="2959"/>
                    </a:cubicBezTo>
                    <a:cubicBezTo>
                      <a:pt x="9777" y="3260"/>
                      <a:pt x="9678" y="3576"/>
                      <a:pt x="9615" y="3898"/>
                    </a:cubicBezTo>
                    <a:close/>
                    <a:moveTo>
                      <a:pt x="36976" y="3301"/>
                    </a:moveTo>
                    <a:cubicBezTo>
                      <a:pt x="36870" y="2991"/>
                      <a:pt x="36729" y="2692"/>
                      <a:pt x="36557" y="2411"/>
                    </a:cubicBezTo>
                    <a:cubicBezTo>
                      <a:pt x="36749" y="2294"/>
                      <a:pt x="36749" y="2294"/>
                      <a:pt x="36749" y="2294"/>
                    </a:cubicBezTo>
                    <a:cubicBezTo>
                      <a:pt x="36929" y="2588"/>
                      <a:pt x="37077" y="2903"/>
                      <a:pt x="37189" y="3228"/>
                    </a:cubicBezTo>
                    <a:lnTo>
                      <a:pt x="36976" y="3301"/>
                    </a:lnTo>
                    <a:close/>
                    <a:moveTo>
                      <a:pt x="28540" y="2913"/>
                    </a:moveTo>
                    <a:cubicBezTo>
                      <a:pt x="28335" y="2821"/>
                      <a:pt x="28335" y="2821"/>
                      <a:pt x="28335" y="2821"/>
                    </a:cubicBezTo>
                    <a:cubicBezTo>
                      <a:pt x="28476" y="2507"/>
                      <a:pt x="28653" y="2208"/>
                      <a:pt x="28859" y="1932"/>
                    </a:cubicBezTo>
                    <a:cubicBezTo>
                      <a:pt x="29039" y="2066"/>
                      <a:pt x="29039" y="2066"/>
                      <a:pt x="29039" y="2066"/>
                    </a:cubicBezTo>
                    <a:cubicBezTo>
                      <a:pt x="28842" y="2329"/>
                      <a:pt x="28674" y="2615"/>
                      <a:pt x="28540" y="2913"/>
                    </a:cubicBezTo>
                    <a:close/>
                    <a:moveTo>
                      <a:pt x="17920" y="2369"/>
                    </a:moveTo>
                    <a:cubicBezTo>
                      <a:pt x="17745" y="2091"/>
                      <a:pt x="17540" y="1831"/>
                      <a:pt x="17310" y="1596"/>
                    </a:cubicBezTo>
                    <a:cubicBezTo>
                      <a:pt x="17470" y="1439"/>
                      <a:pt x="17470" y="1439"/>
                      <a:pt x="17470" y="1439"/>
                    </a:cubicBezTo>
                    <a:cubicBezTo>
                      <a:pt x="17712" y="1685"/>
                      <a:pt x="17927" y="1958"/>
                      <a:pt x="18110" y="2249"/>
                    </a:cubicBezTo>
                    <a:lnTo>
                      <a:pt x="17920" y="2369"/>
                    </a:lnTo>
                    <a:close/>
                    <a:moveTo>
                      <a:pt x="10398" y="2106"/>
                    </a:moveTo>
                    <a:cubicBezTo>
                      <a:pt x="10217" y="1974"/>
                      <a:pt x="10217" y="1974"/>
                      <a:pt x="10217" y="1974"/>
                    </a:cubicBezTo>
                    <a:cubicBezTo>
                      <a:pt x="10420" y="1696"/>
                      <a:pt x="10653" y="1439"/>
                      <a:pt x="10911" y="1210"/>
                    </a:cubicBezTo>
                    <a:cubicBezTo>
                      <a:pt x="11060" y="1378"/>
                      <a:pt x="11060" y="1378"/>
                      <a:pt x="11060" y="1378"/>
                    </a:cubicBezTo>
                    <a:cubicBezTo>
                      <a:pt x="10814" y="1596"/>
                      <a:pt x="10591" y="1841"/>
                      <a:pt x="10398" y="2106"/>
                    </a:cubicBezTo>
                    <a:close/>
                    <a:moveTo>
                      <a:pt x="35956" y="1632"/>
                    </a:moveTo>
                    <a:cubicBezTo>
                      <a:pt x="35728" y="1395"/>
                      <a:pt x="35475" y="1183"/>
                      <a:pt x="35202" y="1000"/>
                    </a:cubicBezTo>
                    <a:cubicBezTo>
                      <a:pt x="35327" y="814"/>
                      <a:pt x="35327" y="814"/>
                      <a:pt x="35327" y="814"/>
                    </a:cubicBezTo>
                    <a:cubicBezTo>
                      <a:pt x="35613" y="1005"/>
                      <a:pt x="35879" y="1228"/>
                      <a:pt x="36118" y="1477"/>
                    </a:cubicBezTo>
                    <a:lnTo>
                      <a:pt x="35956" y="1632"/>
                    </a:lnTo>
                    <a:close/>
                    <a:moveTo>
                      <a:pt x="29709" y="1345"/>
                    </a:moveTo>
                    <a:cubicBezTo>
                      <a:pt x="29562" y="1176"/>
                      <a:pt x="29562" y="1176"/>
                      <a:pt x="29562" y="1176"/>
                    </a:cubicBezTo>
                    <a:cubicBezTo>
                      <a:pt x="29823" y="950"/>
                      <a:pt x="30108" y="752"/>
                      <a:pt x="30410" y="588"/>
                    </a:cubicBezTo>
                    <a:cubicBezTo>
                      <a:pt x="30518" y="785"/>
                      <a:pt x="30518" y="785"/>
                      <a:pt x="30518" y="785"/>
                    </a:cubicBezTo>
                    <a:cubicBezTo>
                      <a:pt x="30229" y="941"/>
                      <a:pt x="29957" y="1130"/>
                      <a:pt x="29709" y="1345"/>
                    </a:cubicBezTo>
                    <a:close/>
                    <a:moveTo>
                      <a:pt x="16549" y="973"/>
                    </a:moveTo>
                    <a:cubicBezTo>
                      <a:pt x="16274" y="793"/>
                      <a:pt x="15979" y="643"/>
                      <a:pt x="15672" y="528"/>
                    </a:cubicBezTo>
                    <a:cubicBezTo>
                      <a:pt x="15751" y="318"/>
                      <a:pt x="15751" y="318"/>
                      <a:pt x="15751" y="318"/>
                    </a:cubicBezTo>
                    <a:cubicBezTo>
                      <a:pt x="16073" y="439"/>
                      <a:pt x="16383" y="596"/>
                      <a:pt x="16672" y="785"/>
                    </a:cubicBezTo>
                    <a:lnTo>
                      <a:pt x="16549" y="973"/>
                    </a:lnTo>
                    <a:close/>
                    <a:moveTo>
                      <a:pt x="11862" y="809"/>
                    </a:moveTo>
                    <a:cubicBezTo>
                      <a:pt x="11753" y="613"/>
                      <a:pt x="11753" y="613"/>
                      <a:pt x="11753" y="613"/>
                    </a:cubicBezTo>
                    <a:cubicBezTo>
                      <a:pt x="12055" y="445"/>
                      <a:pt x="12375" y="310"/>
                      <a:pt x="12704" y="211"/>
                    </a:cubicBezTo>
                    <a:cubicBezTo>
                      <a:pt x="12769" y="426"/>
                      <a:pt x="12769" y="426"/>
                      <a:pt x="12769" y="426"/>
                    </a:cubicBezTo>
                    <a:cubicBezTo>
                      <a:pt x="12454" y="520"/>
                      <a:pt x="12150" y="649"/>
                      <a:pt x="11862" y="809"/>
                    </a:cubicBezTo>
                    <a:close/>
                    <a:moveTo>
                      <a:pt x="34330" y="546"/>
                    </a:moveTo>
                    <a:cubicBezTo>
                      <a:pt x="34024" y="427"/>
                      <a:pt x="33705" y="341"/>
                      <a:pt x="33380" y="291"/>
                    </a:cubicBezTo>
                    <a:cubicBezTo>
                      <a:pt x="33414" y="69"/>
                      <a:pt x="33414" y="69"/>
                      <a:pt x="33414" y="69"/>
                    </a:cubicBezTo>
                    <a:cubicBezTo>
                      <a:pt x="33755" y="121"/>
                      <a:pt x="34091" y="211"/>
                      <a:pt x="34412" y="337"/>
                    </a:cubicBezTo>
                    <a:lnTo>
                      <a:pt x="34330" y="546"/>
                    </a:lnTo>
                    <a:close/>
                    <a:moveTo>
                      <a:pt x="31428" y="412"/>
                    </a:moveTo>
                    <a:cubicBezTo>
                      <a:pt x="31366" y="196"/>
                      <a:pt x="31366" y="196"/>
                      <a:pt x="31366" y="196"/>
                    </a:cubicBezTo>
                    <a:cubicBezTo>
                      <a:pt x="31696" y="102"/>
                      <a:pt x="32039" y="43"/>
                      <a:pt x="32383" y="22"/>
                    </a:cubicBezTo>
                    <a:cubicBezTo>
                      <a:pt x="32397" y="246"/>
                      <a:pt x="32397" y="246"/>
                      <a:pt x="32397" y="246"/>
                    </a:cubicBezTo>
                    <a:cubicBezTo>
                      <a:pt x="32069" y="266"/>
                      <a:pt x="31742" y="322"/>
                      <a:pt x="31428" y="412"/>
                    </a:cubicBezTo>
                    <a:close/>
                    <a:moveTo>
                      <a:pt x="14719" y="283"/>
                    </a:moveTo>
                    <a:cubicBezTo>
                      <a:pt x="14396" y="237"/>
                      <a:pt x="14061" y="225"/>
                      <a:pt x="13736" y="249"/>
                    </a:cubicBezTo>
                    <a:cubicBezTo>
                      <a:pt x="13720" y="25"/>
                      <a:pt x="13720" y="25"/>
                      <a:pt x="13720" y="25"/>
                    </a:cubicBezTo>
                    <a:cubicBezTo>
                      <a:pt x="14061" y="0"/>
                      <a:pt x="14412" y="12"/>
                      <a:pt x="14751" y="61"/>
                    </a:cubicBezTo>
                    <a:lnTo>
                      <a:pt x="14719" y="28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" name="Google Shape;91;p6"/>
            <p:cNvGrpSpPr/>
            <p:nvPr/>
          </p:nvGrpSpPr>
          <p:grpSpPr>
            <a:xfrm rot="-1800044">
              <a:off x="7995987" y="563122"/>
              <a:ext cx="146303" cy="261934"/>
              <a:chOff x="7419591" y="3612333"/>
              <a:chExt cx="146306" cy="261940"/>
            </a:xfrm>
          </p:grpSpPr>
          <p:sp>
            <p:nvSpPr>
              <p:cNvPr id="92" name="Google Shape;92;p6"/>
              <p:cNvSpPr/>
              <p:nvPr/>
            </p:nvSpPr>
            <p:spPr>
              <a:xfrm>
                <a:off x="7426735" y="3612333"/>
                <a:ext cx="132160" cy="26194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002" extrusionOk="0">
                    <a:moveTo>
                      <a:pt x="0" y="2644"/>
                    </a:moveTo>
                    <a:cubicBezTo>
                      <a:pt x="0" y="184"/>
                      <a:pt x="0" y="184"/>
                      <a:pt x="0" y="184"/>
                    </a:cubicBezTo>
                    <a:cubicBezTo>
                      <a:pt x="0" y="82"/>
                      <a:pt x="83" y="0"/>
                      <a:pt x="184" y="0"/>
                    </a:cubicBezTo>
                    <a:cubicBezTo>
                      <a:pt x="1323" y="0"/>
                      <a:pt x="1323" y="0"/>
                      <a:pt x="1323" y="0"/>
                    </a:cubicBezTo>
                    <a:cubicBezTo>
                      <a:pt x="1424" y="0"/>
                      <a:pt x="1507" y="82"/>
                      <a:pt x="1507" y="184"/>
                    </a:cubicBezTo>
                    <a:cubicBezTo>
                      <a:pt x="1507" y="2644"/>
                      <a:pt x="1507" y="2644"/>
                      <a:pt x="1507" y="2644"/>
                    </a:cubicBezTo>
                    <a:cubicBezTo>
                      <a:pt x="1507" y="2821"/>
                      <a:pt x="1377" y="2969"/>
                      <a:pt x="1208" y="2997"/>
                    </a:cubicBezTo>
                    <a:cubicBezTo>
                      <a:pt x="1189" y="3001"/>
                      <a:pt x="1169" y="3002"/>
                      <a:pt x="1149" y="3002"/>
                    </a:cubicBezTo>
                    <a:cubicBezTo>
                      <a:pt x="358" y="3002"/>
                      <a:pt x="358" y="3002"/>
                      <a:pt x="358" y="3002"/>
                    </a:cubicBezTo>
                    <a:cubicBezTo>
                      <a:pt x="161" y="3002"/>
                      <a:pt x="0" y="2841"/>
                      <a:pt x="0" y="2644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6"/>
              <p:cNvSpPr/>
              <p:nvPr/>
            </p:nvSpPr>
            <p:spPr>
              <a:xfrm>
                <a:off x="7523175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283" y="0"/>
                    </a:moveTo>
                    <a:cubicBezTo>
                      <a:pt x="308" y="0"/>
                      <a:pt x="328" y="20"/>
                      <a:pt x="328" y="44"/>
                    </a:cubicBezTo>
                    <a:cubicBezTo>
                      <a:pt x="328" y="201"/>
                      <a:pt x="201" y="328"/>
                      <a:pt x="44" y="328"/>
                    </a:cubicBezTo>
                    <a:cubicBezTo>
                      <a:pt x="20" y="328"/>
                      <a:pt x="0" y="308"/>
                      <a:pt x="0" y="283"/>
                    </a:cubicBezTo>
                    <a:cubicBezTo>
                      <a:pt x="0" y="258"/>
                      <a:pt x="20" y="238"/>
                      <a:pt x="44" y="238"/>
                    </a:cubicBezTo>
                    <a:cubicBezTo>
                      <a:pt x="151" y="238"/>
                      <a:pt x="238" y="151"/>
                      <a:pt x="238" y="44"/>
                    </a:cubicBezTo>
                    <a:cubicBezTo>
                      <a:pt x="238" y="20"/>
                      <a:pt x="258" y="0"/>
                      <a:pt x="283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7433879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45" y="0"/>
                    </a:moveTo>
                    <a:cubicBezTo>
                      <a:pt x="70" y="0"/>
                      <a:pt x="90" y="20"/>
                      <a:pt x="90" y="44"/>
                    </a:cubicBezTo>
                    <a:cubicBezTo>
                      <a:pt x="90" y="151"/>
                      <a:pt x="177" y="238"/>
                      <a:pt x="284" y="238"/>
                    </a:cubicBezTo>
                    <a:cubicBezTo>
                      <a:pt x="308" y="238"/>
                      <a:pt x="328" y="258"/>
                      <a:pt x="328" y="283"/>
                    </a:cubicBezTo>
                    <a:cubicBezTo>
                      <a:pt x="328" y="308"/>
                      <a:pt x="308" y="328"/>
                      <a:pt x="284" y="328"/>
                    </a:cubicBezTo>
                    <a:cubicBezTo>
                      <a:pt x="128" y="328"/>
                      <a:pt x="0" y="201"/>
                      <a:pt x="0" y="44"/>
                    </a:cubicBezTo>
                    <a:cubicBezTo>
                      <a:pt x="0" y="20"/>
                      <a:pt x="20" y="0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6"/>
              <p:cNvSpPr/>
              <p:nvPr/>
            </p:nvSpPr>
            <p:spPr>
              <a:xfrm>
                <a:off x="7519603" y="3619477"/>
                <a:ext cx="238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2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63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3" y="104"/>
                      <a:pt x="262" y="104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6"/>
              <p:cNvSpPr/>
              <p:nvPr/>
            </p:nvSpPr>
            <p:spPr>
              <a:xfrm>
                <a:off x="7445785" y="3619477"/>
                <a:ext cx="226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1" y="0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62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2" y="104"/>
                      <a:pt x="261" y="104"/>
                    </a:cubicBezTo>
                    <a:cubicBezTo>
                      <a:pt x="1" y="104"/>
                      <a:pt x="1" y="104"/>
                      <a:pt x="1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7455310" y="3649243"/>
                <a:ext cx="7858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31" extrusionOk="0">
                    <a:moveTo>
                      <a:pt x="94" y="131"/>
                    </a:moveTo>
                    <a:cubicBezTo>
                      <a:pt x="33" y="80"/>
                      <a:pt x="33" y="80"/>
                      <a:pt x="33" y="80"/>
                    </a:cubicBezTo>
                    <a:cubicBezTo>
                      <a:pt x="0" y="53"/>
                      <a:pt x="19" y="0"/>
                      <a:pt x="61" y="0"/>
                    </a:cubicBezTo>
                    <a:cubicBezTo>
                      <a:pt x="840" y="0"/>
                      <a:pt x="840" y="0"/>
                      <a:pt x="840" y="0"/>
                    </a:cubicBezTo>
                    <a:cubicBezTo>
                      <a:pt x="882" y="0"/>
                      <a:pt x="901" y="53"/>
                      <a:pt x="868" y="80"/>
                    </a:cubicBezTo>
                    <a:cubicBezTo>
                      <a:pt x="807" y="131"/>
                      <a:pt x="807" y="131"/>
                      <a:pt x="807" y="131"/>
                    </a:cubicBezTo>
                    <a:lnTo>
                      <a:pt x="94" y="131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6"/>
              <p:cNvSpPr/>
              <p:nvPr/>
            </p:nvSpPr>
            <p:spPr>
              <a:xfrm>
                <a:off x="7452928" y="3770686"/>
                <a:ext cx="82152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941" h="450" extrusionOk="0">
                    <a:moveTo>
                      <a:pt x="36" y="257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807" y="0"/>
                      <a:pt x="807" y="0"/>
                      <a:pt x="807" y="0"/>
                    </a:cubicBezTo>
                    <a:cubicBezTo>
                      <a:pt x="905" y="257"/>
                      <a:pt x="905" y="257"/>
                      <a:pt x="905" y="257"/>
                    </a:cubicBezTo>
                    <a:cubicBezTo>
                      <a:pt x="941" y="350"/>
                      <a:pt x="872" y="450"/>
                      <a:pt x="772" y="450"/>
                    </a:cubicBezTo>
                    <a:cubicBezTo>
                      <a:pt x="169" y="450"/>
                      <a:pt x="169" y="450"/>
                      <a:pt x="169" y="450"/>
                    </a:cubicBezTo>
                    <a:cubicBezTo>
                      <a:pt x="69" y="450"/>
                      <a:pt x="0" y="350"/>
                      <a:pt x="36" y="257"/>
                    </a:cubicBezTo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6"/>
              <p:cNvSpPr/>
              <p:nvPr/>
            </p:nvSpPr>
            <p:spPr>
              <a:xfrm>
                <a:off x="7449356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0"/>
                    </a:moveTo>
                    <a:lnTo>
                      <a:pt x="7" y="30"/>
                    </a:lnTo>
                    <a:lnTo>
                      <a:pt x="0" y="33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6"/>
              <p:cNvSpPr/>
              <p:nvPr/>
            </p:nvSpPr>
            <p:spPr>
              <a:xfrm>
                <a:off x="7449356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33"/>
                    </a:moveTo>
                    <a:lnTo>
                      <a:pt x="7" y="3"/>
                    </a:lnTo>
                    <a:lnTo>
                      <a:pt x="0" y="0"/>
                    </a:lnTo>
                    <a:lnTo>
                      <a:pt x="0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6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6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6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6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6"/>
              <p:cNvSpPr/>
              <p:nvPr/>
            </p:nvSpPr>
            <p:spPr>
              <a:xfrm>
                <a:off x="7529128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151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84"/>
                      <a:pt x="112" y="84"/>
                      <a:pt x="112" y="84"/>
                    </a:cubicBezTo>
                    <a:cubicBezTo>
                      <a:pt x="157" y="84"/>
                      <a:pt x="157" y="84"/>
                      <a:pt x="157" y="84"/>
                    </a:cubicBezTo>
                    <a:cubicBezTo>
                      <a:pt x="158" y="84"/>
                      <a:pt x="158" y="85"/>
                      <a:pt x="158" y="86"/>
                    </a:cubicBezTo>
                    <a:cubicBezTo>
                      <a:pt x="158" y="187"/>
                      <a:pt x="158" y="187"/>
                      <a:pt x="158" y="187"/>
                    </a:cubicBezTo>
                    <a:cubicBezTo>
                      <a:pt x="158" y="188"/>
                      <a:pt x="158" y="188"/>
                      <a:pt x="157" y="188"/>
                    </a:cubicBezTo>
                    <a:cubicBezTo>
                      <a:pt x="112" y="188"/>
                      <a:pt x="112" y="188"/>
                      <a:pt x="112" y="188"/>
                    </a:cubicBezTo>
                    <a:cubicBezTo>
                      <a:pt x="112" y="1541"/>
                      <a:pt x="112" y="1541"/>
                      <a:pt x="112" y="1541"/>
                    </a:cubicBezTo>
                    <a:cubicBezTo>
                      <a:pt x="112" y="1542"/>
                      <a:pt x="112" y="1542"/>
                      <a:pt x="112" y="1542"/>
                    </a:cubicBezTo>
                    <a:cubicBezTo>
                      <a:pt x="112" y="1685"/>
                      <a:pt x="112" y="1685"/>
                      <a:pt x="112" y="1685"/>
                    </a:cubicBezTo>
                    <a:cubicBezTo>
                      <a:pt x="95" y="1678"/>
                      <a:pt x="95" y="1678"/>
                      <a:pt x="95" y="1678"/>
                    </a:cubicBezTo>
                    <a:cubicBezTo>
                      <a:pt x="41" y="2107"/>
                      <a:pt x="41" y="2107"/>
                      <a:pt x="41" y="2107"/>
                    </a:cubicBezTo>
                    <a:cubicBezTo>
                      <a:pt x="43" y="2130"/>
                      <a:pt x="40" y="2154"/>
                      <a:pt x="32" y="2175"/>
                    </a:cubicBezTo>
                    <a:cubicBezTo>
                      <a:pt x="32" y="2175"/>
                      <a:pt x="32" y="2175"/>
                      <a:pt x="32" y="2175"/>
                    </a:cubicBezTo>
                    <a:cubicBezTo>
                      <a:pt x="0" y="2373"/>
                      <a:pt x="4" y="2615"/>
                      <a:pt x="21" y="2833"/>
                    </a:cubicBezTo>
                    <a:cubicBezTo>
                      <a:pt x="107" y="2814"/>
                      <a:pt x="171" y="2736"/>
                      <a:pt x="171" y="2644"/>
                    </a:cubicBezTo>
                    <a:cubicBezTo>
                      <a:pt x="171" y="2620"/>
                      <a:pt x="191" y="2600"/>
                      <a:pt x="216" y="2600"/>
                    </a:cubicBezTo>
                    <a:cubicBezTo>
                      <a:pt x="241" y="2600"/>
                      <a:pt x="261" y="2620"/>
                      <a:pt x="261" y="2644"/>
                    </a:cubicBezTo>
                    <a:cubicBezTo>
                      <a:pt x="261" y="2783"/>
                      <a:pt x="160" y="2899"/>
                      <a:pt x="28" y="2923"/>
                    </a:cubicBezTo>
                    <a:cubicBezTo>
                      <a:pt x="31" y="2948"/>
                      <a:pt x="33" y="2973"/>
                      <a:pt x="36" y="2997"/>
                    </a:cubicBezTo>
                    <a:cubicBezTo>
                      <a:pt x="205" y="2969"/>
                      <a:pt x="335" y="2821"/>
                      <a:pt x="335" y="2644"/>
                    </a:cubicBezTo>
                    <a:cubicBezTo>
                      <a:pt x="335" y="184"/>
                      <a:pt x="335" y="184"/>
                      <a:pt x="335" y="184"/>
                    </a:cubicBezTo>
                    <a:cubicBezTo>
                      <a:pt x="335" y="82"/>
                      <a:pt x="252" y="0"/>
                      <a:pt x="151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6"/>
              <p:cNvSpPr/>
              <p:nvPr/>
            </p:nvSpPr>
            <p:spPr>
              <a:xfrm>
                <a:off x="7538653" y="3619477"/>
                <a:ext cx="47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" h="104" extrusionOk="0">
                    <a:moveTo>
                      <a:pt x="4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6" y="104"/>
                      <a:pt x="46" y="104"/>
                      <a:pt x="46" y="103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6" y="1"/>
                      <a:pt x="46" y="0"/>
                      <a:pt x="45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6"/>
              <p:cNvSpPr/>
              <p:nvPr/>
            </p:nvSpPr>
            <p:spPr>
              <a:xfrm>
                <a:off x="7532700" y="3795688"/>
                <a:ext cx="0" cy="5953"/>
              </a:xfrm>
              <a:custGeom>
                <a:avLst/>
                <a:gdLst/>
                <a:ahLst/>
                <a:cxnLst/>
                <a:rect l="l" t="t" r="r" b="b"/>
                <a:pathLst>
                  <a:path w="11" h="68" extrusionOk="0">
                    <a:moveTo>
                      <a:pt x="0" y="0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47"/>
                      <a:pt x="0" y="23"/>
                      <a:pt x="0" y="0"/>
                    </a:cubicBezTo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6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6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6"/>
              <p:cNvSpPr/>
              <p:nvPr/>
            </p:nvSpPr>
            <p:spPr>
              <a:xfrm>
                <a:off x="7426735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223" y="0"/>
                    </a:moveTo>
                    <a:cubicBezTo>
                      <a:pt x="184" y="0"/>
                      <a:pt x="184" y="0"/>
                      <a:pt x="184" y="0"/>
                    </a:cubicBezTo>
                    <a:cubicBezTo>
                      <a:pt x="83" y="0"/>
                      <a:pt x="0" y="82"/>
                      <a:pt x="0" y="184"/>
                    </a:cubicBezTo>
                    <a:cubicBezTo>
                      <a:pt x="0" y="2644"/>
                      <a:pt x="0" y="2644"/>
                      <a:pt x="0" y="2644"/>
                    </a:cubicBezTo>
                    <a:cubicBezTo>
                      <a:pt x="0" y="2821"/>
                      <a:pt x="130" y="2969"/>
                      <a:pt x="299" y="2997"/>
                    </a:cubicBezTo>
                    <a:cubicBezTo>
                      <a:pt x="302" y="2973"/>
                      <a:pt x="304" y="2949"/>
                      <a:pt x="307" y="2923"/>
                    </a:cubicBezTo>
                    <a:cubicBezTo>
                      <a:pt x="174" y="2900"/>
                      <a:pt x="72" y="2784"/>
                      <a:pt x="72" y="2644"/>
                    </a:cubicBezTo>
                    <a:cubicBezTo>
                      <a:pt x="72" y="2620"/>
                      <a:pt x="92" y="2600"/>
                      <a:pt x="117" y="2600"/>
                    </a:cubicBezTo>
                    <a:cubicBezTo>
                      <a:pt x="142" y="2600"/>
                      <a:pt x="162" y="2620"/>
                      <a:pt x="162" y="2644"/>
                    </a:cubicBezTo>
                    <a:cubicBezTo>
                      <a:pt x="162" y="2737"/>
                      <a:pt x="227" y="2815"/>
                      <a:pt x="314" y="2834"/>
                    </a:cubicBezTo>
                    <a:cubicBezTo>
                      <a:pt x="331" y="2615"/>
                      <a:pt x="335" y="2373"/>
                      <a:pt x="303" y="2175"/>
                    </a:cubicBezTo>
                    <a:cubicBezTo>
                      <a:pt x="223" y="1541"/>
                      <a:pt x="223" y="1541"/>
                      <a:pt x="223" y="1541"/>
                    </a:cubicBezTo>
                    <a:cubicBezTo>
                      <a:pt x="223" y="188"/>
                      <a:pt x="223" y="188"/>
                      <a:pt x="223" y="188"/>
                    </a:cubicBezTo>
                    <a:cubicBezTo>
                      <a:pt x="208" y="188"/>
                      <a:pt x="208" y="188"/>
                      <a:pt x="208" y="188"/>
                    </a:cubicBezTo>
                    <a:cubicBezTo>
                      <a:pt x="208" y="188"/>
                      <a:pt x="207" y="188"/>
                      <a:pt x="207" y="187"/>
                    </a:cubicBezTo>
                    <a:cubicBezTo>
                      <a:pt x="207" y="86"/>
                      <a:pt x="207" y="86"/>
                      <a:pt x="207" y="86"/>
                    </a:cubicBezTo>
                    <a:cubicBezTo>
                      <a:pt x="207" y="85"/>
                      <a:pt x="208" y="84"/>
                      <a:pt x="208" y="84"/>
                    </a:cubicBezTo>
                    <a:cubicBezTo>
                      <a:pt x="223" y="84"/>
                      <a:pt x="223" y="84"/>
                      <a:pt x="223" y="84"/>
                    </a:cubicBezTo>
                    <a:cubicBezTo>
                      <a:pt x="223" y="0"/>
                      <a:pt x="223" y="0"/>
                      <a:pt x="223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6"/>
              <p:cNvSpPr/>
              <p:nvPr/>
            </p:nvSpPr>
            <p:spPr>
              <a:xfrm>
                <a:off x="7445785" y="3619477"/>
                <a:ext cx="11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04" extrusionOk="0">
                    <a:moveTo>
                      <a:pt x="16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1" y="104"/>
                      <a:pt x="1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6"/>
              <p:cNvSpPr/>
              <p:nvPr/>
            </p:nvSpPr>
            <p:spPr>
              <a:xfrm>
                <a:off x="7545797" y="3780211"/>
                <a:ext cx="20100" cy="156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6"/>
              <p:cNvSpPr/>
              <p:nvPr/>
            </p:nvSpPr>
            <p:spPr>
              <a:xfrm>
                <a:off x="7419591" y="3780211"/>
                <a:ext cx="20100" cy="156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4" name="Google Shape;114;p6"/>
          <p:cNvSpPr txBox="1">
            <a:spLocks noGrp="1"/>
          </p:cNvSpPr>
          <p:nvPr>
            <p:ph type="title"/>
          </p:nvPr>
        </p:nvSpPr>
        <p:spPr>
          <a:xfrm>
            <a:off x="960000" y="5438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 flipH="1">
            <a:off x="-548100" y="5829595"/>
            <a:ext cx="2030000" cy="2030000"/>
          </a:xfrm>
          <a:prstGeom prst="chord">
            <a:avLst>
              <a:gd name="adj1" fmla="val 10280829"/>
              <a:gd name="adj2" fmla="val 401068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255123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 txBox="1">
            <a:spLocks noGrp="1"/>
          </p:cNvSpPr>
          <p:nvPr>
            <p:ph type="title"/>
          </p:nvPr>
        </p:nvSpPr>
        <p:spPr>
          <a:xfrm>
            <a:off x="960000" y="1141551"/>
            <a:ext cx="6660000" cy="141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118" name="Google Shape;118;p7"/>
          <p:cNvSpPr txBox="1">
            <a:spLocks noGrp="1"/>
          </p:cNvSpPr>
          <p:nvPr>
            <p:ph type="body" idx="1"/>
          </p:nvPr>
        </p:nvSpPr>
        <p:spPr>
          <a:xfrm>
            <a:off x="960000" y="2574451"/>
            <a:ext cx="6660000" cy="31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9" name="Google Shape;119;p7"/>
          <p:cNvSpPr/>
          <p:nvPr/>
        </p:nvSpPr>
        <p:spPr>
          <a:xfrm rot="-5400000" flipH="1">
            <a:off x="7511967" y="1509567"/>
            <a:ext cx="3954400" cy="3954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199573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/>
          <p:nvPr/>
        </p:nvSpPr>
        <p:spPr>
          <a:xfrm rot="-5400000" flipH="1">
            <a:off x="11232000" y="2628205"/>
            <a:ext cx="4251200" cy="4251200"/>
          </a:xfrm>
          <a:prstGeom prst="chord">
            <a:avLst>
              <a:gd name="adj1" fmla="val 12130194"/>
              <a:gd name="adj2" fmla="val 2028213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2" name="Google Shape;122;p8"/>
          <p:cNvSpPr/>
          <p:nvPr/>
        </p:nvSpPr>
        <p:spPr>
          <a:xfrm flipH="1">
            <a:off x="0" y="-3266344"/>
            <a:ext cx="4251200" cy="4251200"/>
          </a:xfrm>
          <a:prstGeom prst="chord">
            <a:avLst>
              <a:gd name="adj1" fmla="val 1854034"/>
              <a:gd name="adj2" fmla="val 8952286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3" name="Google Shape;123;p8"/>
          <p:cNvSpPr/>
          <p:nvPr/>
        </p:nvSpPr>
        <p:spPr>
          <a:xfrm flipH="1">
            <a:off x="2230233" y="6252597"/>
            <a:ext cx="3299200" cy="3299200"/>
          </a:xfrm>
          <a:prstGeom prst="chord">
            <a:avLst>
              <a:gd name="adj1" fmla="val 12130194"/>
              <a:gd name="adj2" fmla="val 2028213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8"/>
          <p:cNvGrpSpPr/>
          <p:nvPr/>
        </p:nvGrpSpPr>
        <p:grpSpPr>
          <a:xfrm>
            <a:off x="10774798" y="720000"/>
            <a:ext cx="7330961" cy="5756136"/>
            <a:chOff x="8081098" y="540000"/>
            <a:chExt cx="5498221" cy="4317102"/>
          </a:xfrm>
        </p:grpSpPr>
        <p:grpSp>
          <p:nvGrpSpPr>
            <p:cNvPr id="125" name="Google Shape;125;p8"/>
            <p:cNvGrpSpPr/>
            <p:nvPr/>
          </p:nvGrpSpPr>
          <p:grpSpPr>
            <a:xfrm>
              <a:off x="8081098" y="540000"/>
              <a:ext cx="5498221" cy="4317102"/>
              <a:chOff x="8423998" y="540000"/>
              <a:chExt cx="5498221" cy="4317102"/>
            </a:xfrm>
          </p:grpSpPr>
          <p:sp>
            <p:nvSpPr>
              <p:cNvPr id="126" name="Google Shape;126;p8"/>
              <p:cNvSpPr/>
              <p:nvPr/>
            </p:nvSpPr>
            <p:spPr>
              <a:xfrm>
                <a:off x="8423998" y="2637983"/>
                <a:ext cx="5498221" cy="2219119"/>
              </a:xfrm>
              <a:custGeom>
                <a:avLst/>
                <a:gdLst/>
                <a:ahLst/>
                <a:cxnLst/>
                <a:rect l="l" t="t" r="r" b="b"/>
                <a:pathLst>
                  <a:path w="40188" h="16216" extrusionOk="0">
                    <a:moveTo>
                      <a:pt x="24671" y="16216"/>
                    </a:moveTo>
                    <a:cubicBezTo>
                      <a:pt x="21399" y="16216"/>
                      <a:pt x="18737" y="13343"/>
                      <a:pt x="18737" y="9813"/>
                    </a:cubicBezTo>
                    <a:cubicBezTo>
                      <a:pt x="18737" y="6500"/>
                      <a:pt x="18737" y="6500"/>
                      <a:pt x="18737" y="6500"/>
                    </a:cubicBezTo>
                    <a:cubicBezTo>
                      <a:pt x="18737" y="4423"/>
                      <a:pt x="17275" y="2733"/>
                      <a:pt x="15478" y="2733"/>
                    </a:cubicBezTo>
                    <a:cubicBezTo>
                      <a:pt x="13681" y="2733"/>
                      <a:pt x="12219" y="4423"/>
                      <a:pt x="12219" y="6501"/>
                    </a:cubicBezTo>
                    <a:cubicBezTo>
                      <a:pt x="12219" y="9813"/>
                      <a:pt x="12219" y="9813"/>
                      <a:pt x="12219" y="9813"/>
                    </a:cubicBezTo>
                    <a:cubicBezTo>
                      <a:pt x="12219" y="13343"/>
                      <a:pt x="9479" y="16216"/>
                      <a:pt x="6110" y="16216"/>
                    </a:cubicBezTo>
                    <a:cubicBezTo>
                      <a:pt x="2741" y="16216"/>
                      <a:pt x="0" y="13343"/>
                      <a:pt x="0" y="9813"/>
                    </a:cubicBezTo>
                    <a:cubicBezTo>
                      <a:pt x="0" y="1317"/>
                      <a:pt x="0" y="1317"/>
                      <a:pt x="0" y="1317"/>
                    </a:cubicBezTo>
                    <a:cubicBezTo>
                      <a:pt x="2636" y="1317"/>
                      <a:pt x="2636" y="1317"/>
                      <a:pt x="2636" y="1317"/>
                    </a:cubicBezTo>
                    <a:cubicBezTo>
                      <a:pt x="2636" y="9813"/>
                      <a:pt x="2636" y="9813"/>
                      <a:pt x="2636" y="9813"/>
                    </a:cubicBezTo>
                    <a:cubicBezTo>
                      <a:pt x="2636" y="11890"/>
                      <a:pt x="4194" y="13580"/>
                      <a:pt x="6110" y="13580"/>
                    </a:cubicBezTo>
                    <a:cubicBezTo>
                      <a:pt x="8025" y="13580"/>
                      <a:pt x="9584" y="11890"/>
                      <a:pt x="9584" y="9813"/>
                    </a:cubicBezTo>
                    <a:cubicBezTo>
                      <a:pt x="9584" y="6501"/>
                      <a:pt x="9584" y="6501"/>
                      <a:pt x="9584" y="6501"/>
                    </a:cubicBezTo>
                    <a:cubicBezTo>
                      <a:pt x="9584" y="2970"/>
                      <a:pt x="12228" y="97"/>
                      <a:pt x="15478" y="97"/>
                    </a:cubicBezTo>
                    <a:cubicBezTo>
                      <a:pt x="18728" y="97"/>
                      <a:pt x="21373" y="2970"/>
                      <a:pt x="21373" y="6500"/>
                    </a:cubicBezTo>
                    <a:cubicBezTo>
                      <a:pt x="21373" y="9813"/>
                      <a:pt x="21373" y="9813"/>
                      <a:pt x="21373" y="9813"/>
                    </a:cubicBezTo>
                    <a:cubicBezTo>
                      <a:pt x="21373" y="11890"/>
                      <a:pt x="22852" y="13580"/>
                      <a:pt x="24671" y="13580"/>
                    </a:cubicBezTo>
                    <a:cubicBezTo>
                      <a:pt x="26489" y="13580"/>
                      <a:pt x="27969" y="11890"/>
                      <a:pt x="27969" y="9813"/>
                    </a:cubicBezTo>
                    <a:cubicBezTo>
                      <a:pt x="27969" y="6403"/>
                      <a:pt x="27969" y="6403"/>
                      <a:pt x="27969" y="6403"/>
                    </a:cubicBezTo>
                    <a:cubicBezTo>
                      <a:pt x="27969" y="4713"/>
                      <a:pt x="28596" y="3116"/>
                      <a:pt x="29735" y="1907"/>
                    </a:cubicBezTo>
                    <a:cubicBezTo>
                      <a:pt x="30894" y="677"/>
                      <a:pt x="32437" y="0"/>
                      <a:pt x="34078" y="0"/>
                    </a:cubicBezTo>
                    <a:cubicBezTo>
                      <a:pt x="34078" y="0"/>
                      <a:pt x="34078" y="0"/>
                      <a:pt x="34078" y="0"/>
                    </a:cubicBezTo>
                    <a:cubicBezTo>
                      <a:pt x="35720" y="0"/>
                      <a:pt x="37262" y="677"/>
                      <a:pt x="38422" y="1907"/>
                    </a:cubicBezTo>
                    <a:cubicBezTo>
                      <a:pt x="39561" y="3116"/>
                      <a:pt x="40188" y="4713"/>
                      <a:pt x="40188" y="6403"/>
                    </a:cubicBezTo>
                    <a:cubicBezTo>
                      <a:pt x="40188" y="14898"/>
                      <a:pt x="40188" y="14898"/>
                      <a:pt x="40188" y="14898"/>
                    </a:cubicBezTo>
                    <a:cubicBezTo>
                      <a:pt x="37552" y="14898"/>
                      <a:pt x="37552" y="14898"/>
                      <a:pt x="37552" y="14898"/>
                    </a:cubicBezTo>
                    <a:cubicBezTo>
                      <a:pt x="37552" y="6403"/>
                      <a:pt x="37552" y="6403"/>
                      <a:pt x="37552" y="6403"/>
                    </a:cubicBezTo>
                    <a:cubicBezTo>
                      <a:pt x="37552" y="5387"/>
                      <a:pt x="37180" y="4433"/>
                      <a:pt x="36503" y="3715"/>
                    </a:cubicBezTo>
                    <a:cubicBezTo>
                      <a:pt x="35847" y="3019"/>
                      <a:pt x="34986" y="2635"/>
                      <a:pt x="34078" y="2635"/>
                    </a:cubicBezTo>
                    <a:cubicBezTo>
                      <a:pt x="33171" y="2635"/>
                      <a:pt x="32309" y="3019"/>
                      <a:pt x="31653" y="3715"/>
                    </a:cubicBezTo>
                    <a:cubicBezTo>
                      <a:pt x="30977" y="4433"/>
                      <a:pt x="30604" y="5387"/>
                      <a:pt x="30604" y="6403"/>
                    </a:cubicBezTo>
                    <a:cubicBezTo>
                      <a:pt x="30604" y="9813"/>
                      <a:pt x="30604" y="9813"/>
                      <a:pt x="30604" y="9813"/>
                    </a:cubicBezTo>
                    <a:cubicBezTo>
                      <a:pt x="30604" y="13343"/>
                      <a:pt x="27943" y="16216"/>
                      <a:pt x="24671" y="1621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8"/>
              <p:cNvSpPr/>
              <p:nvPr/>
            </p:nvSpPr>
            <p:spPr>
              <a:xfrm>
                <a:off x="8591947" y="2804555"/>
                <a:ext cx="5162360" cy="1884623"/>
              </a:xfrm>
              <a:custGeom>
                <a:avLst/>
                <a:gdLst/>
                <a:ahLst/>
                <a:cxnLst/>
                <a:rect l="l" t="t" r="r" b="b"/>
                <a:pathLst>
                  <a:path w="37740" h="13779" extrusionOk="0">
                    <a:moveTo>
                      <a:pt x="23447" y="13779"/>
                    </a:moveTo>
                    <a:cubicBezTo>
                      <a:pt x="23200" y="13779"/>
                      <a:pt x="22952" y="13758"/>
                      <a:pt x="22710" y="13715"/>
                    </a:cubicBezTo>
                    <a:cubicBezTo>
                      <a:pt x="22743" y="13530"/>
                      <a:pt x="22743" y="13530"/>
                      <a:pt x="22743" y="13530"/>
                    </a:cubicBezTo>
                    <a:cubicBezTo>
                      <a:pt x="23044" y="13583"/>
                      <a:pt x="23355" y="13601"/>
                      <a:pt x="23659" y="13585"/>
                    </a:cubicBezTo>
                    <a:cubicBezTo>
                      <a:pt x="23669" y="13773"/>
                      <a:pt x="23669" y="13773"/>
                      <a:pt x="23669" y="13773"/>
                    </a:cubicBezTo>
                    <a:cubicBezTo>
                      <a:pt x="23595" y="13777"/>
                      <a:pt x="23521" y="13779"/>
                      <a:pt x="23447" y="13779"/>
                    </a:cubicBezTo>
                    <a:close/>
                    <a:moveTo>
                      <a:pt x="4631" y="13772"/>
                    </a:moveTo>
                    <a:cubicBezTo>
                      <a:pt x="4312" y="13755"/>
                      <a:pt x="3993" y="13703"/>
                      <a:pt x="3684" y="13620"/>
                    </a:cubicBezTo>
                    <a:cubicBezTo>
                      <a:pt x="3734" y="13438"/>
                      <a:pt x="3734" y="13438"/>
                      <a:pt x="3734" y="13438"/>
                    </a:cubicBezTo>
                    <a:cubicBezTo>
                      <a:pt x="4030" y="13518"/>
                      <a:pt x="4335" y="13567"/>
                      <a:pt x="4642" y="13584"/>
                    </a:cubicBezTo>
                    <a:lnTo>
                      <a:pt x="4631" y="13772"/>
                    </a:lnTo>
                    <a:close/>
                    <a:moveTo>
                      <a:pt x="5589" y="13725"/>
                    </a:moveTo>
                    <a:cubicBezTo>
                      <a:pt x="5560" y="13539"/>
                      <a:pt x="5560" y="13539"/>
                      <a:pt x="5560" y="13539"/>
                    </a:cubicBezTo>
                    <a:cubicBezTo>
                      <a:pt x="5863" y="13492"/>
                      <a:pt x="6162" y="13414"/>
                      <a:pt x="6449" y="13305"/>
                    </a:cubicBezTo>
                    <a:cubicBezTo>
                      <a:pt x="6516" y="13481"/>
                      <a:pt x="6516" y="13481"/>
                      <a:pt x="6516" y="13481"/>
                    </a:cubicBezTo>
                    <a:cubicBezTo>
                      <a:pt x="6216" y="13594"/>
                      <a:pt x="5904" y="13676"/>
                      <a:pt x="5589" y="13725"/>
                    </a:cubicBezTo>
                    <a:close/>
                    <a:moveTo>
                      <a:pt x="24616" y="13617"/>
                    </a:moveTo>
                    <a:cubicBezTo>
                      <a:pt x="24564" y="13436"/>
                      <a:pt x="24564" y="13436"/>
                      <a:pt x="24564" y="13436"/>
                    </a:cubicBezTo>
                    <a:cubicBezTo>
                      <a:pt x="24856" y="13353"/>
                      <a:pt x="25143" y="13236"/>
                      <a:pt x="25415" y="13090"/>
                    </a:cubicBezTo>
                    <a:cubicBezTo>
                      <a:pt x="25505" y="13255"/>
                      <a:pt x="25505" y="13255"/>
                      <a:pt x="25505" y="13255"/>
                    </a:cubicBezTo>
                    <a:cubicBezTo>
                      <a:pt x="25220" y="13409"/>
                      <a:pt x="24921" y="13530"/>
                      <a:pt x="24616" y="13617"/>
                    </a:cubicBezTo>
                    <a:close/>
                    <a:moveTo>
                      <a:pt x="21789" y="13446"/>
                    </a:moveTo>
                    <a:cubicBezTo>
                      <a:pt x="21496" y="13324"/>
                      <a:pt x="21213" y="13169"/>
                      <a:pt x="20948" y="12985"/>
                    </a:cubicBezTo>
                    <a:cubicBezTo>
                      <a:pt x="21055" y="12830"/>
                      <a:pt x="21055" y="12830"/>
                      <a:pt x="21055" y="12830"/>
                    </a:cubicBezTo>
                    <a:cubicBezTo>
                      <a:pt x="21310" y="13007"/>
                      <a:pt x="21581" y="13155"/>
                      <a:pt x="21861" y="13272"/>
                    </a:cubicBezTo>
                    <a:lnTo>
                      <a:pt x="21789" y="13446"/>
                    </a:lnTo>
                    <a:close/>
                    <a:moveTo>
                      <a:pt x="2790" y="13275"/>
                    </a:moveTo>
                    <a:cubicBezTo>
                      <a:pt x="2507" y="13132"/>
                      <a:pt x="2235" y="12958"/>
                      <a:pt x="1983" y="12759"/>
                    </a:cubicBezTo>
                    <a:cubicBezTo>
                      <a:pt x="2099" y="12611"/>
                      <a:pt x="2099" y="12611"/>
                      <a:pt x="2099" y="12611"/>
                    </a:cubicBezTo>
                    <a:cubicBezTo>
                      <a:pt x="2342" y="12803"/>
                      <a:pt x="2603" y="12970"/>
                      <a:pt x="2875" y="13107"/>
                    </a:cubicBezTo>
                    <a:lnTo>
                      <a:pt x="2790" y="13275"/>
                    </a:lnTo>
                    <a:close/>
                    <a:moveTo>
                      <a:pt x="7374" y="13053"/>
                    </a:moveTo>
                    <a:cubicBezTo>
                      <a:pt x="7273" y="12893"/>
                      <a:pt x="7273" y="12893"/>
                      <a:pt x="7273" y="12893"/>
                    </a:cubicBezTo>
                    <a:cubicBezTo>
                      <a:pt x="7531" y="12731"/>
                      <a:pt x="7776" y="12540"/>
                      <a:pt x="8000" y="12328"/>
                    </a:cubicBezTo>
                    <a:cubicBezTo>
                      <a:pt x="8130" y="12464"/>
                      <a:pt x="8130" y="12464"/>
                      <a:pt x="8130" y="12464"/>
                    </a:cubicBezTo>
                    <a:cubicBezTo>
                      <a:pt x="7896" y="12685"/>
                      <a:pt x="7642" y="12883"/>
                      <a:pt x="7374" y="13053"/>
                    </a:cubicBezTo>
                    <a:close/>
                    <a:moveTo>
                      <a:pt x="37740" y="12749"/>
                    </a:moveTo>
                    <a:cubicBezTo>
                      <a:pt x="37552" y="12749"/>
                      <a:pt x="37552" y="12749"/>
                      <a:pt x="37552" y="12749"/>
                    </a:cubicBezTo>
                    <a:cubicBezTo>
                      <a:pt x="37552" y="11808"/>
                      <a:pt x="37552" y="11808"/>
                      <a:pt x="37552" y="11808"/>
                    </a:cubicBezTo>
                    <a:cubicBezTo>
                      <a:pt x="37740" y="11808"/>
                      <a:pt x="37740" y="11808"/>
                      <a:pt x="37740" y="11808"/>
                    </a:cubicBezTo>
                    <a:lnTo>
                      <a:pt x="37740" y="12749"/>
                    </a:lnTo>
                    <a:close/>
                    <a:moveTo>
                      <a:pt x="26297" y="12716"/>
                    </a:moveTo>
                    <a:cubicBezTo>
                      <a:pt x="26176" y="12572"/>
                      <a:pt x="26176" y="12572"/>
                      <a:pt x="26176" y="12572"/>
                    </a:cubicBezTo>
                    <a:cubicBezTo>
                      <a:pt x="26409" y="12376"/>
                      <a:pt x="26626" y="12155"/>
                      <a:pt x="26820" y="11913"/>
                    </a:cubicBezTo>
                    <a:cubicBezTo>
                      <a:pt x="26967" y="12031"/>
                      <a:pt x="26967" y="12031"/>
                      <a:pt x="26967" y="12031"/>
                    </a:cubicBezTo>
                    <a:cubicBezTo>
                      <a:pt x="26764" y="12282"/>
                      <a:pt x="26539" y="12513"/>
                      <a:pt x="26297" y="12716"/>
                    </a:cubicBezTo>
                    <a:close/>
                    <a:moveTo>
                      <a:pt x="20219" y="12363"/>
                    </a:moveTo>
                    <a:cubicBezTo>
                      <a:pt x="19999" y="12135"/>
                      <a:pt x="19799" y="11883"/>
                      <a:pt x="19622" y="11614"/>
                    </a:cubicBezTo>
                    <a:cubicBezTo>
                      <a:pt x="19780" y="11511"/>
                      <a:pt x="19780" y="11511"/>
                      <a:pt x="19780" y="11511"/>
                    </a:cubicBezTo>
                    <a:cubicBezTo>
                      <a:pt x="19950" y="11770"/>
                      <a:pt x="20143" y="12013"/>
                      <a:pt x="20354" y="12232"/>
                    </a:cubicBezTo>
                    <a:lnTo>
                      <a:pt x="20219" y="12363"/>
                    </a:lnTo>
                    <a:close/>
                    <a:moveTo>
                      <a:pt x="1290" y="12098"/>
                    </a:moveTo>
                    <a:cubicBezTo>
                      <a:pt x="1082" y="11857"/>
                      <a:pt x="894" y="11596"/>
                      <a:pt x="732" y="11320"/>
                    </a:cubicBezTo>
                    <a:cubicBezTo>
                      <a:pt x="895" y="11224"/>
                      <a:pt x="895" y="11224"/>
                      <a:pt x="895" y="11224"/>
                    </a:cubicBezTo>
                    <a:cubicBezTo>
                      <a:pt x="1051" y="11491"/>
                      <a:pt x="1232" y="11743"/>
                      <a:pt x="1432" y="11974"/>
                    </a:cubicBezTo>
                    <a:lnTo>
                      <a:pt x="1290" y="12098"/>
                    </a:lnTo>
                    <a:close/>
                    <a:moveTo>
                      <a:pt x="8761" y="11745"/>
                    </a:moveTo>
                    <a:cubicBezTo>
                      <a:pt x="8609" y="11634"/>
                      <a:pt x="8609" y="11634"/>
                      <a:pt x="8609" y="11634"/>
                    </a:cubicBezTo>
                    <a:cubicBezTo>
                      <a:pt x="8788" y="11386"/>
                      <a:pt x="8947" y="11119"/>
                      <a:pt x="9080" y="10841"/>
                    </a:cubicBezTo>
                    <a:cubicBezTo>
                      <a:pt x="9250" y="10922"/>
                      <a:pt x="9250" y="10922"/>
                      <a:pt x="9250" y="10922"/>
                    </a:cubicBezTo>
                    <a:cubicBezTo>
                      <a:pt x="9112" y="11211"/>
                      <a:pt x="8948" y="11487"/>
                      <a:pt x="8761" y="11745"/>
                    </a:cubicBezTo>
                    <a:close/>
                    <a:moveTo>
                      <a:pt x="27497" y="11234"/>
                    </a:moveTo>
                    <a:cubicBezTo>
                      <a:pt x="27332" y="11145"/>
                      <a:pt x="27332" y="11145"/>
                      <a:pt x="27332" y="11145"/>
                    </a:cubicBezTo>
                    <a:cubicBezTo>
                      <a:pt x="27477" y="10876"/>
                      <a:pt x="27600" y="10590"/>
                      <a:pt x="27697" y="10297"/>
                    </a:cubicBezTo>
                    <a:cubicBezTo>
                      <a:pt x="27876" y="10356"/>
                      <a:pt x="27876" y="10356"/>
                      <a:pt x="27876" y="10356"/>
                    </a:cubicBezTo>
                    <a:cubicBezTo>
                      <a:pt x="27776" y="10660"/>
                      <a:pt x="27648" y="10956"/>
                      <a:pt x="27497" y="11234"/>
                    </a:cubicBezTo>
                    <a:close/>
                    <a:moveTo>
                      <a:pt x="37740" y="10866"/>
                    </a:moveTo>
                    <a:cubicBezTo>
                      <a:pt x="37552" y="10866"/>
                      <a:pt x="37552" y="10866"/>
                      <a:pt x="37552" y="10866"/>
                    </a:cubicBezTo>
                    <a:cubicBezTo>
                      <a:pt x="37552" y="9925"/>
                      <a:pt x="37552" y="9925"/>
                      <a:pt x="37552" y="9925"/>
                    </a:cubicBezTo>
                    <a:cubicBezTo>
                      <a:pt x="37740" y="9925"/>
                      <a:pt x="37740" y="9925"/>
                      <a:pt x="37740" y="9925"/>
                    </a:cubicBezTo>
                    <a:lnTo>
                      <a:pt x="37740" y="10866"/>
                    </a:lnTo>
                    <a:close/>
                    <a:moveTo>
                      <a:pt x="19173" y="10769"/>
                    </a:moveTo>
                    <a:cubicBezTo>
                      <a:pt x="19049" y="10477"/>
                      <a:pt x="18950" y="10170"/>
                      <a:pt x="18879" y="9859"/>
                    </a:cubicBezTo>
                    <a:cubicBezTo>
                      <a:pt x="19062" y="9817"/>
                      <a:pt x="19062" y="9817"/>
                      <a:pt x="19062" y="9817"/>
                    </a:cubicBezTo>
                    <a:cubicBezTo>
                      <a:pt x="19131" y="10118"/>
                      <a:pt x="19227" y="10414"/>
                      <a:pt x="19346" y="10696"/>
                    </a:cubicBezTo>
                    <a:lnTo>
                      <a:pt x="19173" y="10769"/>
                    </a:lnTo>
                    <a:close/>
                    <a:moveTo>
                      <a:pt x="325" y="10454"/>
                    </a:moveTo>
                    <a:cubicBezTo>
                      <a:pt x="216" y="10155"/>
                      <a:pt x="133" y="9844"/>
                      <a:pt x="79" y="9529"/>
                    </a:cubicBezTo>
                    <a:cubicBezTo>
                      <a:pt x="264" y="9497"/>
                      <a:pt x="264" y="9497"/>
                      <a:pt x="264" y="9497"/>
                    </a:cubicBezTo>
                    <a:cubicBezTo>
                      <a:pt x="317" y="9801"/>
                      <a:pt x="397" y="10101"/>
                      <a:pt x="502" y="10389"/>
                    </a:cubicBezTo>
                    <a:lnTo>
                      <a:pt x="325" y="10454"/>
                    </a:lnTo>
                    <a:close/>
                    <a:moveTo>
                      <a:pt x="9582" y="10025"/>
                    </a:moveTo>
                    <a:cubicBezTo>
                      <a:pt x="9401" y="9975"/>
                      <a:pt x="9401" y="9975"/>
                      <a:pt x="9401" y="9975"/>
                    </a:cubicBezTo>
                    <a:cubicBezTo>
                      <a:pt x="9481" y="9680"/>
                      <a:pt x="9536" y="9374"/>
                      <a:pt x="9563" y="9067"/>
                    </a:cubicBezTo>
                    <a:cubicBezTo>
                      <a:pt x="9750" y="9083"/>
                      <a:pt x="9750" y="9083"/>
                      <a:pt x="9750" y="9083"/>
                    </a:cubicBezTo>
                    <a:cubicBezTo>
                      <a:pt x="9722" y="9402"/>
                      <a:pt x="9666" y="9718"/>
                      <a:pt x="9582" y="10025"/>
                    </a:cubicBezTo>
                    <a:close/>
                    <a:moveTo>
                      <a:pt x="28096" y="9426"/>
                    </a:moveTo>
                    <a:cubicBezTo>
                      <a:pt x="27910" y="9398"/>
                      <a:pt x="27910" y="9398"/>
                      <a:pt x="27910" y="9398"/>
                    </a:cubicBezTo>
                    <a:cubicBezTo>
                      <a:pt x="27949" y="9136"/>
                      <a:pt x="27968" y="8867"/>
                      <a:pt x="27968" y="8600"/>
                    </a:cubicBezTo>
                    <a:cubicBezTo>
                      <a:pt x="27968" y="8474"/>
                      <a:pt x="27968" y="8474"/>
                      <a:pt x="27968" y="8474"/>
                    </a:cubicBezTo>
                    <a:cubicBezTo>
                      <a:pt x="28157" y="8474"/>
                      <a:pt x="28157" y="8474"/>
                      <a:pt x="28157" y="8474"/>
                    </a:cubicBezTo>
                    <a:cubicBezTo>
                      <a:pt x="28157" y="8600"/>
                      <a:pt x="28157" y="8600"/>
                      <a:pt x="28157" y="8600"/>
                    </a:cubicBezTo>
                    <a:cubicBezTo>
                      <a:pt x="28157" y="8876"/>
                      <a:pt x="28136" y="9154"/>
                      <a:pt x="28096" y="9426"/>
                    </a:cubicBezTo>
                    <a:close/>
                    <a:moveTo>
                      <a:pt x="37740" y="8984"/>
                    </a:moveTo>
                    <a:cubicBezTo>
                      <a:pt x="37552" y="8984"/>
                      <a:pt x="37552" y="8984"/>
                      <a:pt x="37552" y="8984"/>
                    </a:cubicBezTo>
                    <a:cubicBezTo>
                      <a:pt x="37552" y="8042"/>
                      <a:pt x="37552" y="8042"/>
                      <a:pt x="37552" y="8042"/>
                    </a:cubicBezTo>
                    <a:cubicBezTo>
                      <a:pt x="37740" y="8042"/>
                      <a:pt x="37740" y="8042"/>
                      <a:pt x="37740" y="8042"/>
                    </a:cubicBezTo>
                    <a:lnTo>
                      <a:pt x="37740" y="8984"/>
                    </a:lnTo>
                    <a:close/>
                    <a:moveTo>
                      <a:pt x="18745" y="8913"/>
                    </a:moveTo>
                    <a:cubicBezTo>
                      <a:pt x="18740" y="8809"/>
                      <a:pt x="18737" y="8703"/>
                      <a:pt x="18737" y="8600"/>
                    </a:cubicBezTo>
                    <a:cubicBezTo>
                      <a:pt x="18737" y="7966"/>
                      <a:pt x="18737" y="7966"/>
                      <a:pt x="18737" y="7966"/>
                    </a:cubicBezTo>
                    <a:cubicBezTo>
                      <a:pt x="18925" y="7966"/>
                      <a:pt x="18925" y="7966"/>
                      <a:pt x="18925" y="7966"/>
                    </a:cubicBezTo>
                    <a:cubicBezTo>
                      <a:pt x="18925" y="8600"/>
                      <a:pt x="18925" y="8600"/>
                      <a:pt x="18925" y="8600"/>
                    </a:cubicBezTo>
                    <a:cubicBezTo>
                      <a:pt x="18925" y="8700"/>
                      <a:pt x="18928" y="8802"/>
                      <a:pt x="18933" y="8902"/>
                    </a:cubicBezTo>
                    <a:lnTo>
                      <a:pt x="18745" y="8913"/>
                    </a:lnTo>
                    <a:close/>
                    <a:moveTo>
                      <a:pt x="188" y="8577"/>
                    </a:moveTo>
                    <a:cubicBezTo>
                      <a:pt x="0" y="8577"/>
                      <a:pt x="0" y="8577"/>
                      <a:pt x="0" y="8577"/>
                    </a:cubicBezTo>
                    <a:cubicBezTo>
                      <a:pt x="0" y="7635"/>
                      <a:pt x="0" y="7635"/>
                      <a:pt x="0" y="7635"/>
                    </a:cubicBezTo>
                    <a:cubicBezTo>
                      <a:pt x="188" y="7635"/>
                      <a:pt x="188" y="7635"/>
                      <a:pt x="188" y="7635"/>
                    </a:cubicBezTo>
                    <a:lnTo>
                      <a:pt x="188" y="8577"/>
                    </a:lnTo>
                    <a:close/>
                    <a:moveTo>
                      <a:pt x="9772" y="8134"/>
                    </a:moveTo>
                    <a:cubicBezTo>
                      <a:pt x="9583" y="8134"/>
                      <a:pt x="9583" y="8134"/>
                      <a:pt x="9583" y="8134"/>
                    </a:cubicBezTo>
                    <a:cubicBezTo>
                      <a:pt x="9583" y="7193"/>
                      <a:pt x="9583" y="7193"/>
                      <a:pt x="9583" y="7193"/>
                    </a:cubicBezTo>
                    <a:cubicBezTo>
                      <a:pt x="9772" y="7193"/>
                      <a:pt x="9772" y="7193"/>
                      <a:pt x="9772" y="7193"/>
                    </a:cubicBezTo>
                    <a:lnTo>
                      <a:pt x="9772" y="8134"/>
                    </a:lnTo>
                    <a:close/>
                    <a:moveTo>
                      <a:pt x="28157" y="7532"/>
                    </a:moveTo>
                    <a:cubicBezTo>
                      <a:pt x="27968" y="7532"/>
                      <a:pt x="27968" y="7532"/>
                      <a:pt x="27968" y="7532"/>
                    </a:cubicBezTo>
                    <a:cubicBezTo>
                      <a:pt x="27968" y="6591"/>
                      <a:pt x="27968" y="6591"/>
                      <a:pt x="27968" y="6591"/>
                    </a:cubicBezTo>
                    <a:cubicBezTo>
                      <a:pt x="28157" y="6591"/>
                      <a:pt x="28157" y="6591"/>
                      <a:pt x="28157" y="6591"/>
                    </a:cubicBezTo>
                    <a:lnTo>
                      <a:pt x="28157" y="7532"/>
                    </a:lnTo>
                    <a:close/>
                    <a:moveTo>
                      <a:pt x="37740" y="7101"/>
                    </a:moveTo>
                    <a:cubicBezTo>
                      <a:pt x="37552" y="7101"/>
                      <a:pt x="37552" y="7101"/>
                      <a:pt x="37552" y="7101"/>
                    </a:cubicBezTo>
                    <a:cubicBezTo>
                      <a:pt x="37552" y="6160"/>
                      <a:pt x="37552" y="6160"/>
                      <a:pt x="37552" y="6160"/>
                    </a:cubicBezTo>
                    <a:cubicBezTo>
                      <a:pt x="37740" y="6160"/>
                      <a:pt x="37740" y="6160"/>
                      <a:pt x="37740" y="6160"/>
                    </a:cubicBezTo>
                    <a:lnTo>
                      <a:pt x="37740" y="7101"/>
                    </a:lnTo>
                    <a:close/>
                    <a:moveTo>
                      <a:pt x="18925" y="7025"/>
                    </a:moveTo>
                    <a:cubicBezTo>
                      <a:pt x="18737" y="7025"/>
                      <a:pt x="18737" y="7025"/>
                      <a:pt x="18737" y="7025"/>
                    </a:cubicBezTo>
                    <a:cubicBezTo>
                      <a:pt x="18737" y="6084"/>
                      <a:pt x="18737" y="6084"/>
                      <a:pt x="18737" y="6084"/>
                    </a:cubicBezTo>
                    <a:cubicBezTo>
                      <a:pt x="18925" y="6084"/>
                      <a:pt x="18925" y="6084"/>
                      <a:pt x="18925" y="6084"/>
                    </a:cubicBezTo>
                    <a:lnTo>
                      <a:pt x="18925" y="7025"/>
                    </a:lnTo>
                    <a:close/>
                    <a:moveTo>
                      <a:pt x="188" y="6694"/>
                    </a:moveTo>
                    <a:cubicBezTo>
                      <a:pt x="0" y="6694"/>
                      <a:pt x="0" y="6694"/>
                      <a:pt x="0" y="6694"/>
                    </a:cubicBezTo>
                    <a:cubicBezTo>
                      <a:pt x="0" y="5753"/>
                      <a:pt x="0" y="5753"/>
                      <a:pt x="0" y="5753"/>
                    </a:cubicBezTo>
                    <a:cubicBezTo>
                      <a:pt x="188" y="5753"/>
                      <a:pt x="188" y="5753"/>
                      <a:pt x="188" y="5753"/>
                    </a:cubicBezTo>
                    <a:lnTo>
                      <a:pt x="188" y="6694"/>
                    </a:lnTo>
                    <a:close/>
                    <a:moveTo>
                      <a:pt x="9772" y="6252"/>
                    </a:moveTo>
                    <a:cubicBezTo>
                      <a:pt x="9583" y="6252"/>
                      <a:pt x="9583" y="6252"/>
                      <a:pt x="9583" y="6252"/>
                    </a:cubicBezTo>
                    <a:cubicBezTo>
                      <a:pt x="9583" y="5310"/>
                      <a:pt x="9583" y="5310"/>
                      <a:pt x="9583" y="5310"/>
                    </a:cubicBezTo>
                    <a:cubicBezTo>
                      <a:pt x="9772" y="5310"/>
                      <a:pt x="9772" y="5310"/>
                      <a:pt x="9772" y="5310"/>
                    </a:cubicBezTo>
                    <a:lnTo>
                      <a:pt x="9772" y="6252"/>
                    </a:lnTo>
                    <a:close/>
                    <a:moveTo>
                      <a:pt x="28157" y="5650"/>
                    </a:moveTo>
                    <a:cubicBezTo>
                      <a:pt x="27968" y="5650"/>
                      <a:pt x="27968" y="5650"/>
                      <a:pt x="27968" y="5650"/>
                    </a:cubicBezTo>
                    <a:cubicBezTo>
                      <a:pt x="27968" y="5190"/>
                      <a:pt x="27968" y="5190"/>
                      <a:pt x="27968" y="5190"/>
                    </a:cubicBezTo>
                    <a:cubicBezTo>
                      <a:pt x="27968" y="5027"/>
                      <a:pt x="27976" y="4863"/>
                      <a:pt x="27990" y="4701"/>
                    </a:cubicBezTo>
                    <a:cubicBezTo>
                      <a:pt x="28178" y="4717"/>
                      <a:pt x="28178" y="4717"/>
                      <a:pt x="28178" y="4717"/>
                    </a:cubicBezTo>
                    <a:cubicBezTo>
                      <a:pt x="28164" y="4874"/>
                      <a:pt x="28157" y="5033"/>
                      <a:pt x="28157" y="5190"/>
                    </a:cubicBezTo>
                    <a:lnTo>
                      <a:pt x="28157" y="5650"/>
                    </a:lnTo>
                    <a:close/>
                    <a:moveTo>
                      <a:pt x="37740" y="5218"/>
                    </a:moveTo>
                    <a:cubicBezTo>
                      <a:pt x="37552" y="5218"/>
                      <a:pt x="37552" y="5218"/>
                      <a:pt x="37552" y="5218"/>
                    </a:cubicBezTo>
                    <a:cubicBezTo>
                      <a:pt x="37552" y="5190"/>
                      <a:pt x="37552" y="5190"/>
                      <a:pt x="37552" y="5190"/>
                    </a:cubicBezTo>
                    <a:cubicBezTo>
                      <a:pt x="37552" y="4890"/>
                      <a:pt x="37527" y="4590"/>
                      <a:pt x="37476" y="4297"/>
                    </a:cubicBezTo>
                    <a:cubicBezTo>
                      <a:pt x="37662" y="4266"/>
                      <a:pt x="37662" y="4266"/>
                      <a:pt x="37662" y="4266"/>
                    </a:cubicBezTo>
                    <a:cubicBezTo>
                      <a:pt x="37714" y="4569"/>
                      <a:pt x="37740" y="4880"/>
                      <a:pt x="37740" y="5190"/>
                    </a:cubicBezTo>
                    <a:lnTo>
                      <a:pt x="37740" y="5218"/>
                    </a:lnTo>
                    <a:close/>
                    <a:moveTo>
                      <a:pt x="18735" y="5145"/>
                    </a:moveTo>
                    <a:cubicBezTo>
                      <a:pt x="18727" y="4836"/>
                      <a:pt x="18693" y="4527"/>
                      <a:pt x="18634" y="4226"/>
                    </a:cubicBezTo>
                    <a:cubicBezTo>
                      <a:pt x="18819" y="4190"/>
                      <a:pt x="18819" y="4190"/>
                      <a:pt x="18819" y="4190"/>
                    </a:cubicBezTo>
                    <a:cubicBezTo>
                      <a:pt x="18880" y="4501"/>
                      <a:pt x="18915" y="4820"/>
                      <a:pt x="18923" y="5140"/>
                    </a:cubicBezTo>
                    <a:lnTo>
                      <a:pt x="18735" y="5145"/>
                    </a:lnTo>
                    <a:close/>
                    <a:moveTo>
                      <a:pt x="188" y="4811"/>
                    </a:moveTo>
                    <a:cubicBezTo>
                      <a:pt x="0" y="4811"/>
                      <a:pt x="0" y="4811"/>
                      <a:pt x="0" y="4811"/>
                    </a:cubicBezTo>
                    <a:cubicBezTo>
                      <a:pt x="0" y="3870"/>
                      <a:pt x="0" y="3870"/>
                      <a:pt x="0" y="3870"/>
                    </a:cubicBezTo>
                    <a:cubicBezTo>
                      <a:pt x="188" y="3870"/>
                      <a:pt x="188" y="3870"/>
                      <a:pt x="188" y="3870"/>
                    </a:cubicBezTo>
                    <a:lnTo>
                      <a:pt x="188" y="4811"/>
                    </a:lnTo>
                    <a:close/>
                    <a:moveTo>
                      <a:pt x="9845" y="4389"/>
                    </a:moveTo>
                    <a:cubicBezTo>
                      <a:pt x="9659" y="4358"/>
                      <a:pt x="9659" y="4358"/>
                      <a:pt x="9659" y="4358"/>
                    </a:cubicBezTo>
                    <a:cubicBezTo>
                      <a:pt x="9711" y="4043"/>
                      <a:pt x="9791" y="3731"/>
                      <a:pt x="9895" y="3431"/>
                    </a:cubicBezTo>
                    <a:cubicBezTo>
                      <a:pt x="10073" y="3493"/>
                      <a:pt x="10073" y="3493"/>
                      <a:pt x="10073" y="3493"/>
                    </a:cubicBezTo>
                    <a:cubicBezTo>
                      <a:pt x="9972" y="3783"/>
                      <a:pt x="9895" y="4084"/>
                      <a:pt x="9845" y="4389"/>
                    </a:cubicBezTo>
                    <a:close/>
                    <a:moveTo>
                      <a:pt x="28341" y="3809"/>
                    </a:moveTo>
                    <a:cubicBezTo>
                      <a:pt x="28159" y="3759"/>
                      <a:pt x="28159" y="3759"/>
                      <a:pt x="28159" y="3759"/>
                    </a:cubicBezTo>
                    <a:cubicBezTo>
                      <a:pt x="28243" y="3451"/>
                      <a:pt x="28355" y="3150"/>
                      <a:pt x="28493" y="2862"/>
                    </a:cubicBezTo>
                    <a:cubicBezTo>
                      <a:pt x="28662" y="2944"/>
                      <a:pt x="28662" y="2944"/>
                      <a:pt x="28662" y="2944"/>
                    </a:cubicBezTo>
                    <a:cubicBezTo>
                      <a:pt x="28530" y="3221"/>
                      <a:pt x="28422" y="3512"/>
                      <a:pt x="28341" y="3809"/>
                    </a:cubicBezTo>
                    <a:close/>
                    <a:moveTo>
                      <a:pt x="37240" y="3405"/>
                    </a:moveTo>
                    <a:cubicBezTo>
                      <a:pt x="37135" y="3115"/>
                      <a:pt x="37003" y="2834"/>
                      <a:pt x="36848" y="2570"/>
                    </a:cubicBezTo>
                    <a:cubicBezTo>
                      <a:pt x="37010" y="2474"/>
                      <a:pt x="37010" y="2474"/>
                      <a:pt x="37010" y="2474"/>
                    </a:cubicBezTo>
                    <a:cubicBezTo>
                      <a:pt x="37171" y="2749"/>
                      <a:pt x="37308" y="3040"/>
                      <a:pt x="37417" y="3341"/>
                    </a:cubicBezTo>
                    <a:lnTo>
                      <a:pt x="37240" y="3405"/>
                    </a:lnTo>
                    <a:close/>
                    <a:moveTo>
                      <a:pt x="18379" y="3338"/>
                    </a:moveTo>
                    <a:cubicBezTo>
                      <a:pt x="18268" y="3050"/>
                      <a:pt x="18131" y="2771"/>
                      <a:pt x="17973" y="2509"/>
                    </a:cubicBezTo>
                    <a:cubicBezTo>
                      <a:pt x="18134" y="2412"/>
                      <a:pt x="18134" y="2412"/>
                      <a:pt x="18134" y="2412"/>
                    </a:cubicBezTo>
                    <a:cubicBezTo>
                      <a:pt x="18298" y="2682"/>
                      <a:pt x="18440" y="2972"/>
                      <a:pt x="18555" y="3271"/>
                    </a:cubicBezTo>
                    <a:lnTo>
                      <a:pt x="18379" y="3338"/>
                    </a:lnTo>
                    <a:close/>
                    <a:moveTo>
                      <a:pt x="188" y="2928"/>
                    </a:moveTo>
                    <a:cubicBezTo>
                      <a:pt x="0" y="2928"/>
                      <a:pt x="0" y="2928"/>
                      <a:pt x="0" y="2928"/>
                    </a:cubicBezTo>
                    <a:cubicBezTo>
                      <a:pt x="0" y="1987"/>
                      <a:pt x="0" y="1987"/>
                      <a:pt x="0" y="1987"/>
                    </a:cubicBezTo>
                    <a:cubicBezTo>
                      <a:pt x="188" y="1987"/>
                      <a:pt x="188" y="1987"/>
                      <a:pt x="188" y="1987"/>
                    </a:cubicBezTo>
                    <a:lnTo>
                      <a:pt x="188" y="2928"/>
                    </a:lnTo>
                    <a:close/>
                    <a:moveTo>
                      <a:pt x="10452" y="2652"/>
                    </a:moveTo>
                    <a:cubicBezTo>
                      <a:pt x="10288" y="2559"/>
                      <a:pt x="10288" y="2559"/>
                      <a:pt x="10288" y="2559"/>
                    </a:cubicBezTo>
                    <a:cubicBezTo>
                      <a:pt x="10446" y="2279"/>
                      <a:pt x="10629" y="2014"/>
                      <a:pt x="10832" y="1771"/>
                    </a:cubicBezTo>
                    <a:cubicBezTo>
                      <a:pt x="10976" y="1892"/>
                      <a:pt x="10976" y="1892"/>
                      <a:pt x="10976" y="1892"/>
                    </a:cubicBezTo>
                    <a:cubicBezTo>
                      <a:pt x="10781" y="2126"/>
                      <a:pt x="10604" y="2382"/>
                      <a:pt x="10452" y="2652"/>
                    </a:cubicBezTo>
                    <a:close/>
                    <a:moveTo>
                      <a:pt x="29134" y="2151"/>
                    </a:moveTo>
                    <a:cubicBezTo>
                      <a:pt x="28982" y="2040"/>
                      <a:pt x="28982" y="2040"/>
                      <a:pt x="28982" y="2040"/>
                    </a:cubicBezTo>
                    <a:cubicBezTo>
                      <a:pt x="29171" y="1781"/>
                      <a:pt x="29383" y="1539"/>
                      <a:pt x="29614" y="1321"/>
                    </a:cubicBezTo>
                    <a:cubicBezTo>
                      <a:pt x="29743" y="1458"/>
                      <a:pt x="29743" y="1458"/>
                      <a:pt x="29743" y="1458"/>
                    </a:cubicBezTo>
                    <a:cubicBezTo>
                      <a:pt x="29521" y="1668"/>
                      <a:pt x="29316" y="1901"/>
                      <a:pt x="29134" y="2151"/>
                    </a:cubicBezTo>
                    <a:close/>
                    <a:moveTo>
                      <a:pt x="36311" y="1819"/>
                    </a:moveTo>
                    <a:cubicBezTo>
                      <a:pt x="36109" y="1585"/>
                      <a:pt x="35885" y="1371"/>
                      <a:pt x="35645" y="1181"/>
                    </a:cubicBezTo>
                    <a:cubicBezTo>
                      <a:pt x="35762" y="1034"/>
                      <a:pt x="35762" y="1034"/>
                      <a:pt x="35762" y="1034"/>
                    </a:cubicBezTo>
                    <a:cubicBezTo>
                      <a:pt x="36011" y="1230"/>
                      <a:pt x="36243" y="1453"/>
                      <a:pt x="36454" y="1696"/>
                    </a:cubicBezTo>
                    <a:lnTo>
                      <a:pt x="36311" y="1819"/>
                    </a:lnTo>
                    <a:close/>
                    <a:moveTo>
                      <a:pt x="17424" y="1767"/>
                    </a:moveTo>
                    <a:cubicBezTo>
                      <a:pt x="17217" y="1536"/>
                      <a:pt x="16989" y="1326"/>
                      <a:pt x="16746" y="1144"/>
                    </a:cubicBezTo>
                    <a:cubicBezTo>
                      <a:pt x="16859" y="994"/>
                      <a:pt x="16859" y="994"/>
                      <a:pt x="16859" y="994"/>
                    </a:cubicBezTo>
                    <a:cubicBezTo>
                      <a:pt x="17111" y="1183"/>
                      <a:pt x="17349" y="1401"/>
                      <a:pt x="17564" y="1642"/>
                    </a:cubicBezTo>
                    <a:lnTo>
                      <a:pt x="17424" y="1767"/>
                    </a:lnTo>
                    <a:close/>
                    <a:moveTo>
                      <a:pt x="11633" y="1245"/>
                    </a:moveTo>
                    <a:cubicBezTo>
                      <a:pt x="11514" y="1099"/>
                      <a:pt x="11514" y="1099"/>
                      <a:pt x="11514" y="1099"/>
                    </a:cubicBezTo>
                    <a:cubicBezTo>
                      <a:pt x="11766" y="896"/>
                      <a:pt x="12037" y="720"/>
                      <a:pt x="12319" y="576"/>
                    </a:cubicBezTo>
                    <a:cubicBezTo>
                      <a:pt x="12404" y="744"/>
                      <a:pt x="12404" y="744"/>
                      <a:pt x="12404" y="744"/>
                    </a:cubicBezTo>
                    <a:cubicBezTo>
                      <a:pt x="12134" y="882"/>
                      <a:pt x="11874" y="1050"/>
                      <a:pt x="11633" y="1245"/>
                    </a:cubicBezTo>
                    <a:close/>
                    <a:moveTo>
                      <a:pt x="188" y="1046"/>
                    </a:moveTo>
                    <a:cubicBezTo>
                      <a:pt x="0" y="1046"/>
                      <a:pt x="0" y="1046"/>
                      <a:pt x="0" y="1046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188" y="104"/>
                      <a:pt x="188" y="104"/>
                      <a:pt x="188" y="104"/>
                    </a:cubicBezTo>
                    <a:lnTo>
                      <a:pt x="188" y="1046"/>
                    </a:lnTo>
                    <a:close/>
                    <a:moveTo>
                      <a:pt x="30472" y="893"/>
                    </a:moveTo>
                    <a:cubicBezTo>
                      <a:pt x="30371" y="734"/>
                      <a:pt x="30371" y="734"/>
                      <a:pt x="30371" y="734"/>
                    </a:cubicBezTo>
                    <a:cubicBezTo>
                      <a:pt x="30643" y="562"/>
                      <a:pt x="30932" y="418"/>
                      <a:pt x="31229" y="307"/>
                    </a:cubicBezTo>
                    <a:cubicBezTo>
                      <a:pt x="31296" y="483"/>
                      <a:pt x="31296" y="483"/>
                      <a:pt x="31296" y="483"/>
                    </a:cubicBezTo>
                    <a:cubicBezTo>
                      <a:pt x="31010" y="590"/>
                      <a:pt x="30733" y="728"/>
                      <a:pt x="30472" y="893"/>
                    </a:cubicBezTo>
                    <a:close/>
                    <a:moveTo>
                      <a:pt x="34870" y="684"/>
                    </a:moveTo>
                    <a:cubicBezTo>
                      <a:pt x="34595" y="544"/>
                      <a:pt x="34306" y="433"/>
                      <a:pt x="34012" y="353"/>
                    </a:cubicBezTo>
                    <a:cubicBezTo>
                      <a:pt x="34061" y="171"/>
                      <a:pt x="34061" y="171"/>
                      <a:pt x="34061" y="171"/>
                    </a:cubicBezTo>
                    <a:cubicBezTo>
                      <a:pt x="34368" y="255"/>
                      <a:pt x="34669" y="371"/>
                      <a:pt x="34955" y="517"/>
                    </a:cubicBezTo>
                    <a:lnTo>
                      <a:pt x="34870" y="684"/>
                    </a:lnTo>
                    <a:close/>
                    <a:moveTo>
                      <a:pt x="15957" y="673"/>
                    </a:moveTo>
                    <a:cubicBezTo>
                      <a:pt x="15676" y="543"/>
                      <a:pt x="15383" y="446"/>
                      <a:pt x="15085" y="383"/>
                    </a:cubicBezTo>
                    <a:cubicBezTo>
                      <a:pt x="15124" y="199"/>
                      <a:pt x="15124" y="199"/>
                      <a:pt x="15124" y="199"/>
                    </a:cubicBezTo>
                    <a:cubicBezTo>
                      <a:pt x="15436" y="265"/>
                      <a:pt x="15742" y="366"/>
                      <a:pt x="16035" y="502"/>
                    </a:cubicBezTo>
                    <a:lnTo>
                      <a:pt x="15957" y="673"/>
                    </a:lnTo>
                    <a:close/>
                    <a:moveTo>
                      <a:pt x="13263" y="420"/>
                    </a:moveTo>
                    <a:cubicBezTo>
                      <a:pt x="13217" y="238"/>
                      <a:pt x="13217" y="238"/>
                      <a:pt x="13217" y="238"/>
                    </a:cubicBezTo>
                    <a:cubicBezTo>
                      <a:pt x="13528" y="159"/>
                      <a:pt x="13848" y="115"/>
                      <a:pt x="14168" y="109"/>
                    </a:cubicBezTo>
                    <a:cubicBezTo>
                      <a:pt x="14172" y="297"/>
                      <a:pt x="14172" y="297"/>
                      <a:pt x="14172" y="297"/>
                    </a:cubicBezTo>
                    <a:cubicBezTo>
                      <a:pt x="13866" y="303"/>
                      <a:pt x="13560" y="345"/>
                      <a:pt x="13263" y="420"/>
                    </a:cubicBezTo>
                    <a:close/>
                    <a:moveTo>
                      <a:pt x="32185" y="249"/>
                    </a:moveTo>
                    <a:cubicBezTo>
                      <a:pt x="32157" y="63"/>
                      <a:pt x="32157" y="63"/>
                      <a:pt x="32157" y="63"/>
                    </a:cubicBezTo>
                    <a:cubicBezTo>
                      <a:pt x="32472" y="15"/>
                      <a:pt x="32798" y="0"/>
                      <a:pt x="33115" y="18"/>
                    </a:cubicBezTo>
                    <a:cubicBezTo>
                      <a:pt x="33104" y="206"/>
                      <a:pt x="33104" y="206"/>
                      <a:pt x="33104" y="206"/>
                    </a:cubicBezTo>
                    <a:cubicBezTo>
                      <a:pt x="32800" y="188"/>
                      <a:pt x="32487" y="203"/>
                      <a:pt x="32185" y="24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8"/>
              <p:cNvSpPr/>
              <p:nvPr/>
            </p:nvSpPr>
            <p:spPr>
              <a:xfrm>
                <a:off x="8423998" y="540000"/>
                <a:ext cx="360600" cy="2535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8"/>
              <p:cNvSpPr/>
              <p:nvPr/>
            </p:nvSpPr>
            <p:spPr>
              <a:xfrm>
                <a:off x="8590570" y="540000"/>
                <a:ext cx="24779" cy="2411856"/>
              </a:xfrm>
              <a:custGeom>
                <a:avLst/>
                <a:gdLst/>
                <a:ahLst/>
                <a:cxnLst/>
                <a:rect l="l" t="t" r="r" b="b"/>
                <a:pathLst>
                  <a:path w="18" h="1752" extrusionOk="0">
                    <a:moveTo>
                      <a:pt x="18" y="1752"/>
                    </a:moveTo>
                    <a:lnTo>
                      <a:pt x="0" y="1752"/>
                    </a:lnTo>
                    <a:lnTo>
                      <a:pt x="0" y="1656"/>
                    </a:lnTo>
                    <a:lnTo>
                      <a:pt x="18" y="1656"/>
                    </a:lnTo>
                    <a:lnTo>
                      <a:pt x="18" y="1752"/>
                    </a:lnTo>
                    <a:close/>
                    <a:moveTo>
                      <a:pt x="18" y="1559"/>
                    </a:moveTo>
                    <a:lnTo>
                      <a:pt x="0" y="1559"/>
                    </a:lnTo>
                    <a:lnTo>
                      <a:pt x="0" y="1463"/>
                    </a:lnTo>
                    <a:lnTo>
                      <a:pt x="18" y="1463"/>
                    </a:lnTo>
                    <a:lnTo>
                      <a:pt x="18" y="1559"/>
                    </a:lnTo>
                    <a:close/>
                    <a:moveTo>
                      <a:pt x="18" y="1367"/>
                    </a:moveTo>
                    <a:lnTo>
                      <a:pt x="0" y="1367"/>
                    </a:lnTo>
                    <a:lnTo>
                      <a:pt x="0" y="1271"/>
                    </a:lnTo>
                    <a:lnTo>
                      <a:pt x="18" y="1271"/>
                    </a:lnTo>
                    <a:lnTo>
                      <a:pt x="18" y="1367"/>
                    </a:lnTo>
                    <a:close/>
                    <a:moveTo>
                      <a:pt x="18" y="1174"/>
                    </a:moveTo>
                    <a:lnTo>
                      <a:pt x="0" y="1174"/>
                    </a:lnTo>
                    <a:lnTo>
                      <a:pt x="0" y="1078"/>
                    </a:lnTo>
                    <a:lnTo>
                      <a:pt x="18" y="1078"/>
                    </a:lnTo>
                    <a:lnTo>
                      <a:pt x="18" y="1174"/>
                    </a:lnTo>
                    <a:close/>
                    <a:moveTo>
                      <a:pt x="18" y="982"/>
                    </a:moveTo>
                    <a:lnTo>
                      <a:pt x="0" y="982"/>
                    </a:lnTo>
                    <a:lnTo>
                      <a:pt x="0" y="886"/>
                    </a:lnTo>
                    <a:lnTo>
                      <a:pt x="18" y="886"/>
                    </a:lnTo>
                    <a:lnTo>
                      <a:pt x="18" y="982"/>
                    </a:lnTo>
                    <a:close/>
                    <a:moveTo>
                      <a:pt x="18" y="789"/>
                    </a:moveTo>
                    <a:lnTo>
                      <a:pt x="0" y="789"/>
                    </a:lnTo>
                    <a:lnTo>
                      <a:pt x="0" y="693"/>
                    </a:lnTo>
                    <a:lnTo>
                      <a:pt x="18" y="693"/>
                    </a:lnTo>
                    <a:lnTo>
                      <a:pt x="18" y="789"/>
                    </a:lnTo>
                    <a:close/>
                    <a:moveTo>
                      <a:pt x="18" y="597"/>
                    </a:moveTo>
                    <a:lnTo>
                      <a:pt x="0" y="597"/>
                    </a:lnTo>
                    <a:lnTo>
                      <a:pt x="0" y="501"/>
                    </a:lnTo>
                    <a:lnTo>
                      <a:pt x="18" y="501"/>
                    </a:lnTo>
                    <a:lnTo>
                      <a:pt x="18" y="597"/>
                    </a:lnTo>
                    <a:close/>
                    <a:moveTo>
                      <a:pt x="18" y="404"/>
                    </a:moveTo>
                    <a:lnTo>
                      <a:pt x="0" y="404"/>
                    </a:lnTo>
                    <a:lnTo>
                      <a:pt x="0" y="308"/>
                    </a:lnTo>
                    <a:lnTo>
                      <a:pt x="18" y="308"/>
                    </a:lnTo>
                    <a:lnTo>
                      <a:pt x="18" y="404"/>
                    </a:lnTo>
                    <a:close/>
                    <a:moveTo>
                      <a:pt x="18" y="212"/>
                    </a:moveTo>
                    <a:lnTo>
                      <a:pt x="0" y="212"/>
                    </a:lnTo>
                    <a:lnTo>
                      <a:pt x="0" y="115"/>
                    </a:lnTo>
                    <a:lnTo>
                      <a:pt x="18" y="115"/>
                    </a:lnTo>
                    <a:lnTo>
                      <a:pt x="18" y="212"/>
                    </a:lnTo>
                    <a:close/>
                    <a:moveTo>
                      <a:pt x="18" y="19"/>
                    </a:moveTo>
                    <a:lnTo>
                      <a:pt x="0" y="19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1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0" name="Google Shape;130;p8"/>
            <p:cNvGrpSpPr/>
            <p:nvPr/>
          </p:nvGrpSpPr>
          <p:grpSpPr>
            <a:xfrm rot="10800000">
              <a:off x="8188245" y="3839413"/>
              <a:ext cx="146306" cy="261940"/>
              <a:chOff x="7419591" y="3612333"/>
              <a:chExt cx="146306" cy="261940"/>
            </a:xfrm>
          </p:grpSpPr>
          <p:sp>
            <p:nvSpPr>
              <p:cNvPr id="131" name="Google Shape;131;p8"/>
              <p:cNvSpPr/>
              <p:nvPr/>
            </p:nvSpPr>
            <p:spPr>
              <a:xfrm>
                <a:off x="7426735" y="3612333"/>
                <a:ext cx="132160" cy="26194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002" extrusionOk="0">
                    <a:moveTo>
                      <a:pt x="0" y="2644"/>
                    </a:moveTo>
                    <a:cubicBezTo>
                      <a:pt x="0" y="184"/>
                      <a:pt x="0" y="184"/>
                      <a:pt x="0" y="184"/>
                    </a:cubicBezTo>
                    <a:cubicBezTo>
                      <a:pt x="0" y="82"/>
                      <a:pt x="83" y="0"/>
                      <a:pt x="184" y="0"/>
                    </a:cubicBezTo>
                    <a:cubicBezTo>
                      <a:pt x="1323" y="0"/>
                      <a:pt x="1323" y="0"/>
                      <a:pt x="1323" y="0"/>
                    </a:cubicBezTo>
                    <a:cubicBezTo>
                      <a:pt x="1424" y="0"/>
                      <a:pt x="1507" y="82"/>
                      <a:pt x="1507" y="184"/>
                    </a:cubicBezTo>
                    <a:cubicBezTo>
                      <a:pt x="1507" y="2644"/>
                      <a:pt x="1507" y="2644"/>
                      <a:pt x="1507" y="2644"/>
                    </a:cubicBezTo>
                    <a:cubicBezTo>
                      <a:pt x="1507" y="2821"/>
                      <a:pt x="1377" y="2969"/>
                      <a:pt x="1208" y="2997"/>
                    </a:cubicBezTo>
                    <a:cubicBezTo>
                      <a:pt x="1189" y="3001"/>
                      <a:pt x="1169" y="3002"/>
                      <a:pt x="1149" y="3002"/>
                    </a:cubicBezTo>
                    <a:cubicBezTo>
                      <a:pt x="358" y="3002"/>
                      <a:pt x="358" y="3002"/>
                      <a:pt x="358" y="3002"/>
                    </a:cubicBezTo>
                    <a:cubicBezTo>
                      <a:pt x="161" y="3002"/>
                      <a:pt x="0" y="2841"/>
                      <a:pt x="0" y="2644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8"/>
              <p:cNvSpPr/>
              <p:nvPr/>
            </p:nvSpPr>
            <p:spPr>
              <a:xfrm>
                <a:off x="7523175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283" y="0"/>
                    </a:moveTo>
                    <a:cubicBezTo>
                      <a:pt x="308" y="0"/>
                      <a:pt x="328" y="20"/>
                      <a:pt x="328" y="44"/>
                    </a:cubicBezTo>
                    <a:cubicBezTo>
                      <a:pt x="328" y="201"/>
                      <a:pt x="201" y="328"/>
                      <a:pt x="44" y="328"/>
                    </a:cubicBezTo>
                    <a:cubicBezTo>
                      <a:pt x="20" y="328"/>
                      <a:pt x="0" y="308"/>
                      <a:pt x="0" y="283"/>
                    </a:cubicBezTo>
                    <a:cubicBezTo>
                      <a:pt x="0" y="258"/>
                      <a:pt x="20" y="238"/>
                      <a:pt x="44" y="238"/>
                    </a:cubicBezTo>
                    <a:cubicBezTo>
                      <a:pt x="151" y="238"/>
                      <a:pt x="238" y="151"/>
                      <a:pt x="238" y="44"/>
                    </a:cubicBezTo>
                    <a:cubicBezTo>
                      <a:pt x="238" y="20"/>
                      <a:pt x="258" y="0"/>
                      <a:pt x="283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8"/>
              <p:cNvSpPr/>
              <p:nvPr/>
            </p:nvSpPr>
            <p:spPr>
              <a:xfrm>
                <a:off x="7433879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45" y="0"/>
                    </a:moveTo>
                    <a:cubicBezTo>
                      <a:pt x="70" y="0"/>
                      <a:pt x="90" y="20"/>
                      <a:pt x="90" y="44"/>
                    </a:cubicBezTo>
                    <a:cubicBezTo>
                      <a:pt x="90" y="151"/>
                      <a:pt x="177" y="238"/>
                      <a:pt x="284" y="238"/>
                    </a:cubicBezTo>
                    <a:cubicBezTo>
                      <a:pt x="308" y="238"/>
                      <a:pt x="328" y="258"/>
                      <a:pt x="328" y="283"/>
                    </a:cubicBezTo>
                    <a:cubicBezTo>
                      <a:pt x="328" y="308"/>
                      <a:pt x="308" y="328"/>
                      <a:pt x="284" y="328"/>
                    </a:cubicBezTo>
                    <a:cubicBezTo>
                      <a:pt x="128" y="328"/>
                      <a:pt x="0" y="201"/>
                      <a:pt x="0" y="44"/>
                    </a:cubicBezTo>
                    <a:cubicBezTo>
                      <a:pt x="0" y="20"/>
                      <a:pt x="20" y="0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8"/>
              <p:cNvSpPr/>
              <p:nvPr/>
            </p:nvSpPr>
            <p:spPr>
              <a:xfrm>
                <a:off x="7519603" y="3619477"/>
                <a:ext cx="238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2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63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3" y="104"/>
                      <a:pt x="262" y="104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8"/>
              <p:cNvSpPr/>
              <p:nvPr/>
            </p:nvSpPr>
            <p:spPr>
              <a:xfrm>
                <a:off x="7445785" y="3619477"/>
                <a:ext cx="226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1" y="0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62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2" y="104"/>
                      <a:pt x="261" y="104"/>
                    </a:cubicBezTo>
                    <a:cubicBezTo>
                      <a:pt x="1" y="104"/>
                      <a:pt x="1" y="104"/>
                      <a:pt x="1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8"/>
              <p:cNvSpPr/>
              <p:nvPr/>
            </p:nvSpPr>
            <p:spPr>
              <a:xfrm>
                <a:off x="7455310" y="3649243"/>
                <a:ext cx="7858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31" extrusionOk="0">
                    <a:moveTo>
                      <a:pt x="94" y="131"/>
                    </a:moveTo>
                    <a:cubicBezTo>
                      <a:pt x="33" y="80"/>
                      <a:pt x="33" y="80"/>
                      <a:pt x="33" y="80"/>
                    </a:cubicBezTo>
                    <a:cubicBezTo>
                      <a:pt x="0" y="53"/>
                      <a:pt x="19" y="0"/>
                      <a:pt x="61" y="0"/>
                    </a:cubicBezTo>
                    <a:cubicBezTo>
                      <a:pt x="840" y="0"/>
                      <a:pt x="840" y="0"/>
                      <a:pt x="840" y="0"/>
                    </a:cubicBezTo>
                    <a:cubicBezTo>
                      <a:pt x="882" y="0"/>
                      <a:pt x="901" y="53"/>
                      <a:pt x="868" y="80"/>
                    </a:cubicBezTo>
                    <a:cubicBezTo>
                      <a:pt x="807" y="131"/>
                      <a:pt x="807" y="131"/>
                      <a:pt x="807" y="131"/>
                    </a:cubicBezTo>
                    <a:lnTo>
                      <a:pt x="94" y="131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8"/>
              <p:cNvSpPr/>
              <p:nvPr/>
            </p:nvSpPr>
            <p:spPr>
              <a:xfrm>
                <a:off x="7452928" y="3770686"/>
                <a:ext cx="82152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941" h="450" extrusionOk="0">
                    <a:moveTo>
                      <a:pt x="36" y="257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807" y="0"/>
                      <a:pt x="807" y="0"/>
                      <a:pt x="807" y="0"/>
                    </a:cubicBezTo>
                    <a:cubicBezTo>
                      <a:pt x="905" y="257"/>
                      <a:pt x="905" y="257"/>
                      <a:pt x="905" y="257"/>
                    </a:cubicBezTo>
                    <a:cubicBezTo>
                      <a:pt x="941" y="350"/>
                      <a:pt x="872" y="450"/>
                      <a:pt x="772" y="450"/>
                    </a:cubicBezTo>
                    <a:cubicBezTo>
                      <a:pt x="169" y="450"/>
                      <a:pt x="169" y="450"/>
                      <a:pt x="169" y="450"/>
                    </a:cubicBezTo>
                    <a:cubicBezTo>
                      <a:pt x="69" y="450"/>
                      <a:pt x="0" y="350"/>
                      <a:pt x="36" y="257"/>
                    </a:cubicBezTo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8"/>
              <p:cNvSpPr/>
              <p:nvPr/>
            </p:nvSpPr>
            <p:spPr>
              <a:xfrm>
                <a:off x="7449356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0"/>
                    </a:moveTo>
                    <a:lnTo>
                      <a:pt x="7" y="30"/>
                    </a:lnTo>
                    <a:lnTo>
                      <a:pt x="0" y="33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8"/>
              <p:cNvSpPr/>
              <p:nvPr/>
            </p:nvSpPr>
            <p:spPr>
              <a:xfrm>
                <a:off x="7449356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33"/>
                    </a:moveTo>
                    <a:lnTo>
                      <a:pt x="7" y="3"/>
                    </a:lnTo>
                    <a:lnTo>
                      <a:pt x="0" y="0"/>
                    </a:lnTo>
                    <a:lnTo>
                      <a:pt x="0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8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8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8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8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8"/>
              <p:cNvSpPr/>
              <p:nvPr/>
            </p:nvSpPr>
            <p:spPr>
              <a:xfrm>
                <a:off x="7529128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151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84"/>
                      <a:pt x="112" y="84"/>
                      <a:pt x="112" y="84"/>
                    </a:cubicBezTo>
                    <a:cubicBezTo>
                      <a:pt x="157" y="84"/>
                      <a:pt x="157" y="84"/>
                      <a:pt x="157" y="84"/>
                    </a:cubicBezTo>
                    <a:cubicBezTo>
                      <a:pt x="158" y="84"/>
                      <a:pt x="158" y="85"/>
                      <a:pt x="158" y="86"/>
                    </a:cubicBezTo>
                    <a:cubicBezTo>
                      <a:pt x="158" y="187"/>
                      <a:pt x="158" y="187"/>
                      <a:pt x="158" y="187"/>
                    </a:cubicBezTo>
                    <a:cubicBezTo>
                      <a:pt x="158" y="188"/>
                      <a:pt x="158" y="188"/>
                      <a:pt x="157" y="188"/>
                    </a:cubicBezTo>
                    <a:cubicBezTo>
                      <a:pt x="112" y="188"/>
                      <a:pt x="112" y="188"/>
                      <a:pt x="112" y="188"/>
                    </a:cubicBezTo>
                    <a:cubicBezTo>
                      <a:pt x="112" y="1541"/>
                      <a:pt x="112" y="1541"/>
                      <a:pt x="112" y="1541"/>
                    </a:cubicBezTo>
                    <a:cubicBezTo>
                      <a:pt x="112" y="1542"/>
                      <a:pt x="112" y="1542"/>
                      <a:pt x="112" y="1542"/>
                    </a:cubicBezTo>
                    <a:cubicBezTo>
                      <a:pt x="112" y="1685"/>
                      <a:pt x="112" y="1685"/>
                      <a:pt x="112" y="1685"/>
                    </a:cubicBezTo>
                    <a:cubicBezTo>
                      <a:pt x="95" y="1678"/>
                      <a:pt x="95" y="1678"/>
                      <a:pt x="95" y="1678"/>
                    </a:cubicBezTo>
                    <a:cubicBezTo>
                      <a:pt x="41" y="2107"/>
                      <a:pt x="41" y="2107"/>
                      <a:pt x="41" y="2107"/>
                    </a:cubicBezTo>
                    <a:cubicBezTo>
                      <a:pt x="43" y="2130"/>
                      <a:pt x="40" y="2154"/>
                      <a:pt x="32" y="2175"/>
                    </a:cubicBezTo>
                    <a:cubicBezTo>
                      <a:pt x="32" y="2175"/>
                      <a:pt x="32" y="2175"/>
                      <a:pt x="32" y="2175"/>
                    </a:cubicBezTo>
                    <a:cubicBezTo>
                      <a:pt x="0" y="2373"/>
                      <a:pt x="4" y="2615"/>
                      <a:pt x="21" y="2833"/>
                    </a:cubicBezTo>
                    <a:cubicBezTo>
                      <a:pt x="107" y="2814"/>
                      <a:pt x="171" y="2736"/>
                      <a:pt x="171" y="2644"/>
                    </a:cubicBezTo>
                    <a:cubicBezTo>
                      <a:pt x="171" y="2620"/>
                      <a:pt x="191" y="2600"/>
                      <a:pt x="216" y="2600"/>
                    </a:cubicBezTo>
                    <a:cubicBezTo>
                      <a:pt x="241" y="2600"/>
                      <a:pt x="261" y="2620"/>
                      <a:pt x="261" y="2644"/>
                    </a:cubicBezTo>
                    <a:cubicBezTo>
                      <a:pt x="261" y="2783"/>
                      <a:pt x="160" y="2899"/>
                      <a:pt x="28" y="2923"/>
                    </a:cubicBezTo>
                    <a:cubicBezTo>
                      <a:pt x="31" y="2948"/>
                      <a:pt x="33" y="2973"/>
                      <a:pt x="36" y="2997"/>
                    </a:cubicBezTo>
                    <a:cubicBezTo>
                      <a:pt x="205" y="2969"/>
                      <a:pt x="335" y="2821"/>
                      <a:pt x="335" y="2644"/>
                    </a:cubicBezTo>
                    <a:cubicBezTo>
                      <a:pt x="335" y="184"/>
                      <a:pt x="335" y="184"/>
                      <a:pt x="335" y="184"/>
                    </a:cubicBezTo>
                    <a:cubicBezTo>
                      <a:pt x="335" y="82"/>
                      <a:pt x="252" y="0"/>
                      <a:pt x="15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8"/>
              <p:cNvSpPr/>
              <p:nvPr/>
            </p:nvSpPr>
            <p:spPr>
              <a:xfrm>
                <a:off x="7538653" y="3619477"/>
                <a:ext cx="47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" h="104" extrusionOk="0">
                    <a:moveTo>
                      <a:pt x="4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6" y="104"/>
                      <a:pt x="46" y="104"/>
                      <a:pt x="46" y="103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6" y="1"/>
                      <a:pt x="46" y="0"/>
                      <a:pt x="45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8"/>
              <p:cNvSpPr/>
              <p:nvPr/>
            </p:nvSpPr>
            <p:spPr>
              <a:xfrm>
                <a:off x="7532700" y="3795688"/>
                <a:ext cx="0" cy="5953"/>
              </a:xfrm>
              <a:custGeom>
                <a:avLst/>
                <a:gdLst/>
                <a:ahLst/>
                <a:cxnLst/>
                <a:rect l="l" t="t" r="r" b="b"/>
                <a:pathLst>
                  <a:path w="11" h="68" extrusionOk="0">
                    <a:moveTo>
                      <a:pt x="0" y="0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47"/>
                      <a:pt x="0" y="23"/>
                      <a:pt x="0" y="0"/>
                    </a:cubicBezTo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8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8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8"/>
              <p:cNvSpPr/>
              <p:nvPr/>
            </p:nvSpPr>
            <p:spPr>
              <a:xfrm>
                <a:off x="7426735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223" y="0"/>
                    </a:moveTo>
                    <a:cubicBezTo>
                      <a:pt x="184" y="0"/>
                      <a:pt x="184" y="0"/>
                      <a:pt x="184" y="0"/>
                    </a:cubicBezTo>
                    <a:cubicBezTo>
                      <a:pt x="83" y="0"/>
                      <a:pt x="0" y="82"/>
                      <a:pt x="0" y="184"/>
                    </a:cubicBezTo>
                    <a:cubicBezTo>
                      <a:pt x="0" y="2644"/>
                      <a:pt x="0" y="2644"/>
                      <a:pt x="0" y="2644"/>
                    </a:cubicBezTo>
                    <a:cubicBezTo>
                      <a:pt x="0" y="2821"/>
                      <a:pt x="130" y="2969"/>
                      <a:pt x="299" y="2997"/>
                    </a:cubicBezTo>
                    <a:cubicBezTo>
                      <a:pt x="302" y="2973"/>
                      <a:pt x="304" y="2949"/>
                      <a:pt x="307" y="2923"/>
                    </a:cubicBezTo>
                    <a:cubicBezTo>
                      <a:pt x="174" y="2900"/>
                      <a:pt x="72" y="2784"/>
                      <a:pt x="72" y="2644"/>
                    </a:cubicBezTo>
                    <a:cubicBezTo>
                      <a:pt x="72" y="2620"/>
                      <a:pt x="92" y="2600"/>
                      <a:pt x="117" y="2600"/>
                    </a:cubicBezTo>
                    <a:cubicBezTo>
                      <a:pt x="142" y="2600"/>
                      <a:pt x="162" y="2620"/>
                      <a:pt x="162" y="2644"/>
                    </a:cubicBezTo>
                    <a:cubicBezTo>
                      <a:pt x="162" y="2737"/>
                      <a:pt x="227" y="2815"/>
                      <a:pt x="314" y="2834"/>
                    </a:cubicBezTo>
                    <a:cubicBezTo>
                      <a:pt x="331" y="2615"/>
                      <a:pt x="335" y="2373"/>
                      <a:pt x="303" y="2175"/>
                    </a:cubicBezTo>
                    <a:cubicBezTo>
                      <a:pt x="223" y="1541"/>
                      <a:pt x="223" y="1541"/>
                      <a:pt x="223" y="1541"/>
                    </a:cubicBezTo>
                    <a:cubicBezTo>
                      <a:pt x="223" y="188"/>
                      <a:pt x="223" y="188"/>
                      <a:pt x="223" y="188"/>
                    </a:cubicBezTo>
                    <a:cubicBezTo>
                      <a:pt x="208" y="188"/>
                      <a:pt x="208" y="188"/>
                      <a:pt x="208" y="188"/>
                    </a:cubicBezTo>
                    <a:cubicBezTo>
                      <a:pt x="208" y="188"/>
                      <a:pt x="207" y="188"/>
                      <a:pt x="207" y="187"/>
                    </a:cubicBezTo>
                    <a:cubicBezTo>
                      <a:pt x="207" y="86"/>
                      <a:pt x="207" y="86"/>
                      <a:pt x="207" y="86"/>
                    </a:cubicBezTo>
                    <a:cubicBezTo>
                      <a:pt x="207" y="85"/>
                      <a:pt x="208" y="84"/>
                      <a:pt x="208" y="84"/>
                    </a:cubicBezTo>
                    <a:cubicBezTo>
                      <a:pt x="223" y="84"/>
                      <a:pt x="223" y="84"/>
                      <a:pt x="223" y="84"/>
                    </a:cubicBezTo>
                    <a:cubicBezTo>
                      <a:pt x="223" y="0"/>
                      <a:pt x="223" y="0"/>
                      <a:pt x="223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8"/>
              <p:cNvSpPr/>
              <p:nvPr/>
            </p:nvSpPr>
            <p:spPr>
              <a:xfrm>
                <a:off x="7445785" y="3619477"/>
                <a:ext cx="11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04" extrusionOk="0">
                    <a:moveTo>
                      <a:pt x="16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1" y="104"/>
                      <a:pt x="1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8"/>
              <p:cNvSpPr/>
              <p:nvPr/>
            </p:nvSpPr>
            <p:spPr>
              <a:xfrm>
                <a:off x="7545797" y="3780211"/>
                <a:ext cx="20100" cy="156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8"/>
              <p:cNvSpPr/>
              <p:nvPr/>
            </p:nvSpPr>
            <p:spPr>
              <a:xfrm>
                <a:off x="7419591" y="3780211"/>
                <a:ext cx="20100" cy="156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3" name="Google Shape;153;p8"/>
          <p:cNvGrpSpPr/>
          <p:nvPr/>
        </p:nvGrpSpPr>
        <p:grpSpPr>
          <a:xfrm>
            <a:off x="-1150569" y="2628216"/>
            <a:ext cx="3380800" cy="1041185"/>
            <a:chOff x="-862927" y="1971161"/>
            <a:chExt cx="2535600" cy="780889"/>
          </a:xfrm>
        </p:grpSpPr>
        <p:grpSp>
          <p:nvGrpSpPr>
            <p:cNvPr id="154" name="Google Shape;154;p8"/>
            <p:cNvGrpSpPr/>
            <p:nvPr/>
          </p:nvGrpSpPr>
          <p:grpSpPr>
            <a:xfrm>
              <a:off x="-862927" y="2391450"/>
              <a:ext cx="2535600" cy="360600"/>
              <a:chOff x="-1815602" y="2391450"/>
              <a:chExt cx="2535600" cy="360600"/>
            </a:xfrm>
          </p:grpSpPr>
          <p:sp>
            <p:nvSpPr>
              <p:cNvPr id="155" name="Google Shape;155;p8"/>
              <p:cNvSpPr/>
              <p:nvPr/>
            </p:nvSpPr>
            <p:spPr>
              <a:xfrm rot="-5400000">
                <a:off x="-728102" y="1303950"/>
                <a:ext cx="360600" cy="2535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8"/>
              <p:cNvSpPr/>
              <p:nvPr/>
            </p:nvSpPr>
            <p:spPr>
              <a:xfrm rot="-5400000">
                <a:off x="-622063" y="1367161"/>
                <a:ext cx="24779" cy="2411856"/>
              </a:xfrm>
              <a:custGeom>
                <a:avLst/>
                <a:gdLst/>
                <a:ahLst/>
                <a:cxnLst/>
                <a:rect l="l" t="t" r="r" b="b"/>
                <a:pathLst>
                  <a:path w="18" h="1752" extrusionOk="0">
                    <a:moveTo>
                      <a:pt x="18" y="1752"/>
                    </a:moveTo>
                    <a:lnTo>
                      <a:pt x="0" y="1752"/>
                    </a:lnTo>
                    <a:lnTo>
                      <a:pt x="0" y="1656"/>
                    </a:lnTo>
                    <a:lnTo>
                      <a:pt x="18" y="1656"/>
                    </a:lnTo>
                    <a:lnTo>
                      <a:pt x="18" y="1752"/>
                    </a:lnTo>
                    <a:close/>
                    <a:moveTo>
                      <a:pt x="18" y="1559"/>
                    </a:moveTo>
                    <a:lnTo>
                      <a:pt x="0" y="1559"/>
                    </a:lnTo>
                    <a:lnTo>
                      <a:pt x="0" y="1463"/>
                    </a:lnTo>
                    <a:lnTo>
                      <a:pt x="18" y="1463"/>
                    </a:lnTo>
                    <a:lnTo>
                      <a:pt x="18" y="1559"/>
                    </a:lnTo>
                    <a:close/>
                    <a:moveTo>
                      <a:pt x="18" y="1367"/>
                    </a:moveTo>
                    <a:lnTo>
                      <a:pt x="0" y="1367"/>
                    </a:lnTo>
                    <a:lnTo>
                      <a:pt x="0" y="1271"/>
                    </a:lnTo>
                    <a:lnTo>
                      <a:pt x="18" y="1271"/>
                    </a:lnTo>
                    <a:lnTo>
                      <a:pt x="18" y="1367"/>
                    </a:lnTo>
                    <a:close/>
                    <a:moveTo>
                      <a:pt x="18" y="1174"/>
                    </a:moveTo>
                    <a:lnTo>
                      <a:pt x="0" y="1174"/>
                    </a:lnTo>
                    <a:lnTo>
                      <a:pt x="0" y="1078"/>
                    </a:lnTo>
                    <a:lnTo>
                      <a:pt x="18" y="1078"/>
                    </a:lnTo>
                    <a:lnTo>
                      <a:pt x="18" y="1174"/>
                    </a:lnTo>
                    <a:close/>
                    <a:moveTo>
                      <a:pt x="18" y="982"/>
                    </a:moveTo>
                    <a:lnTo>
                      <a:pt x="0" y="982"/>
                    </a:lnTo>
                    <a:lnTo>
                      <a:pt x="0" y="886"/>
                    </a:lnTo>
                    <a:lnTo>
                      <a:pt x="18" y="886"/>
                    </a:lnTo>
                    <a:lnTo>
                      <a:pt x="18" y="982"/>
                    </a:lnTo>
                    <a:close/>
                    <a:moveTo>
                      <a:pt x="18" y="789"/>
                    </a:moveTo>
                    <a:lnTo>
                      <a:pt x="0" y="789"/>
                    </a:lnTo>
                    <a:lnTo>
                      <a:pt x="0" y="693"/>
                    </a:lnTo>
                    <a:lnTo>
                      <a:pt x="18" y="693"/>
                    </a:lnTo>
                    <a:lnTo>
                      <a:pt x="18" y="789"/>
                    </a:lnTo>
                    <a:close/>
                    <a:moveTo>
                      <a:pt x="18" y="597"/>
                    </a:moveTo>
                    <a:lnTo>
                      <a:pt x="0" y="597"/>
                    </a:lnTo>
                    <a:lnTo>
                      <a:pt x="0" y="501"/>
                    </a:lnTo>
                    <a:lnTo>
                      <a:pt x="18" y="501"/>
                    </a:lnTo>
                    <a:lnTo>
                      <a:pt x="18" y="597"/>
                    </a:lnTo>
                    <a:close/>
                    <a:moveTo>
                      <a:pt x="18" y="404"/>
                    </a:moveTo>
                    <a:lnTo>
                      <a:pt x="0" y="404"/>
                    </a:lnTo>
                    <a:lnTo>
                      <a:pt x="0" y="308"/>
                    </a:lnTo>
                    <a:lnTo>
                      <a:pt x="18" y="308"/>
                    </a:lnTo>
                    <a:lnTo>
                      <a:pt x="18" y="404"/>
                    </a:lnTo>
                    <a:close/>
                    <a:moveTo>
                      <a:pt x="18" y="212"/>
                    </a:moveTo>
                    <a:lnTo>
                      <a:pt x="0" y="212"/>
                    </a:lnTo>
                    <a:lnTo>
                      <a:pt x="0" y="115"/>
                    </a:lnTo>
                    <a:lnTo>
                      <a:pt x="18" y="115"/>
                    </a:lnTo>
                    <a:lnTo>
                      <a:pt x="18" y="212"/>
                    </a:lnTo>
                    <a:close/>
                    <a:moveTo>
                      <a:pt x="18" y="19"/>
                    </a:moveTo>
                    <a:lnTo>
                      <a:pt x="0" y="19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1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7" name="Google Shape;157;p8"/>
            <p:cNvGrpSpPr/>
            <p:nvPr/>
          </p:nvGrpSpPr>
          <p:grpSpPr>
            <a:xfrm rot="-5400000">
              <a:off x="1301977" y="2440782"/>
              <a:ext cx="146306" cy="261940"/>
              <a:chOff x="7419591" y="3612333"/>
              <a:chExt cx="146306" cy="261940"/>
            </a:xfrm>
          </p:grpSpPr>
          <p:sp>
            <p:nvSpPr>
              <p:cNvPr id="158" name="Google Shape;158;p8"/>
              <p:cNvSpPr/>
              <p:nvPr/>
            </p:nvSpPr>
            <p:spPr>
              <a:xfrm>
                <a:off x="7426735" y="3612333"/>
                <a:ext cx="132160" cy="26194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002" extrusionOk="0">
                    <a:moveTo>
                      <a:pt x="0" y="2644"/>
                    </a:moveTo>
                    <a:cubicBezTo>
                      <a:pt x="0" y="184"/>
                      <a:pt x="0" y="184"/>
                      <a:pt x="0" y="184"/>
                    </a:cubicBezTo>
                    <a:cubicBezTo>
                      <a:pt x="0" y="82"/>
                      <a:pt x="83" y="0"/>
                      <a:pt x="184" y="0"/>
                    </a:cubicBezTo>
                    <a:cubicBezTo>
                      <a:pt x="1323" y="0"/>
                      <a:pt x="1323" y="0"/>
                      <a:pt x="1323" y="0"/>
                    </a:cubicBezTo>
                    <a:cubicBezTo>
                      <a:pt x="1424" y="0"/>
                      <a:pt x="1507" y="82"/>
                      <a:pt x="1507" y="184"/>
                    </a:cubicBezTo>
                    <a:cubicBezTo>
                      <a:pt x="1507" y="2644"/>
                      <a:pt x="1507" y="2644"/>
                      <a:pt x="1507" y="2644"/>
                    </a:cubicBezTo>
                    <a:cubicBezTo>
                      <a:pt x="1507" y="2821"/>
                      <a:pt x="1377" y="2969"/>
                      <a:pt x="1208" y="2997"/>
                    </a:cubicBezTo>
                    <a:cubicBezTo>
                      <a:pt x="1189" y="3001"/>
                      <a:pt x="1169" y="3002"/>
                      <a:pt x="1149" y="3002"/>
                    </a:cubicBezTo>
                    <a:cubicBezTo>
                      <a:pt x="358" y="3002"/>
                      <a:pt x="358" y="3002"/>
                      <a:pt x="358" y="3002"/>
                    </a:cubicBezTo>
                    <a:cubicBezTo>
                      <a:pt x="161" y="3002"/>
                      <a:pt x="0" y="2841"/>
                      <a:pt x="0" y="2644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8"/>
              <p:cNvSpPr/>
              <p:nvPr/>
            </p:nvSpPr>
            <p:spPr>
              <a:xfrm>
                <a:off x="7523175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283" y="0"/>
                    </a:moveTo>
                    <a:cubicBezTo>
                      <a:pt x="308" y="0"/>
                      <a:pt x="328" y="20"/>
                      <a:pt x="328" y="44"/>
                    </a:cubicBezTo>
                    <a:cubicBezTo>
                      <a:pt x="328" y="201"/>
                      <a:pt x="201" y="328"/>
                      <a:pt x="44" y="328"/>
                    </a:cubicBezTo>
                    <a:cubicBezTo>
                      <a:pt x="20" y="328"/>
                      <a:pt x="0" y="308"/>
                      <a:pt x="0" y="283"/>
                    </a:cubicBezTo>
                    <a:cubicBezTo>
                      <a:pt x="0" y="258"/>
                      <a:pt x="20" y="238"/>
                      <a:pt x="44" y="238"/>
                    </a:cubicBezTo>
                    <a:cubicBezTo>
                      <a:pt x="151" y="238"/>
                      <a:pt x="238" y="151"/>
                      <a:pt x="238" y="44"/>
                    </a:cubicBezTo>
                    <a:cubicBezTo>
                      <a:pt x="238" y="20"/>
                      <a:pt x="258" y="0"/>
                      <a:pt x="283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8"/>
              <p:cNvSpPr/>
              <p:nvPr/>
            </p:nvSpPr>
            <p:spPr>
              <a:xfrm>
                <a:off x="7433879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45" y="0"/>
                    </a:moveTo>
                    <a:cubicBezTo>
                      <a:pt x="70" y="0"/>
                      <a:pt x="90" y="20"/>
                      <a:pt x="90" y="44"/>
                    </a:cubicBezTo>
                    <a:cubicBezTo>
                      <a:pt x="90" y="151"/>
                      <a:pt x="177" y="238"/>
                      <a:pt x="284" y="238"/>
                    </a:cubicBezTo>
                    <a:cubicBezTo>
                      <a:pt x="308" y="238"/>
                      <a:pt x="328" y="258"/>
                      <a:pt x="328" y="283"/>
                    </a:cubicBezTo>
                    <a:cubicBezTo>
                      <a:pt x="328" y="308"/>
                      <a:pt x="308" y="328"/>
                      <a:pt x="284" y="328"/>
                    </a:cubicBezTo>
                    <a:cubicBezTo>
                      <a:pt x="128" y="328"/>
                      <a:pt x="0" y="201"/>
                      <a:pt x="0" y="44"/>
                    </a:cubicBezTo>
                    <a:cubicBezTo>
                      <a:pt x="0" y="20"/>
                      <a:pt x="20" y="0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8"/>
              <p:cNvSpPr/>
              <p:nvPr/>
            </p:nvSpPr>
            <p:spPr>
              <a:xfrm>
                <a:off x="7519603" y="3619477"/>
                <a:ext cx="238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2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63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3" y="104"/>
                      <a:pt x="262" y="104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8"/>
              <p:cNvSpPr/>
              <p:nvPr/>
            </p:nvSpPr>
            <p:spPr>
              <a:xfrm>
                <a:off x="7445785" y="3619477"/>
                <a:ext cx="226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1" y="0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62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2" y="104"/>
                      <a:pt x="261" y="104"/>
                    </a:cubicBezTo>
                    <a:cubicBezTo>
                      <a:pt x="1" y="104"/>
                      <a:pt x="1" y="104"/>
                      <a:pt x="1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8"/>
              <p:cNvSpPr/>
              <p:nvPr/>
            </p:nvSpPr>
            <p:spPr>
              <a:xfrm>
                <a:off x="7455310" y="3649243"/>
                <a:ext cx="7858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31" extrusionOk="0">
                    <a:moveTo>
                      <a:pt x="94" y="131"/>
                    </a:moveTo>
                    <a:cubicBezTo>
                      <a:pt x="33" y="80"/>
                      <a:pt x="33" y="80"/>
                      <a:pt x="33" y="80"/>
                    </a:cubicBezTo>
                    <a:cubicBezTo>
                      <a:pt x="0" y="53"/>
                      <a:pt x="19" y="0"/>
                      <a:pt x="61" y="0"/>
                    </a:cubicBezTo>
                    <a:cubicBezTo>
                      <a:pt x="840" y="0"/>
                      <a:pt x="840" y="0"/>
                      <a:pt x="840" y="0"/>
                    </a:cubicBezTo>
                    <a:cubicBezTo>
                      <a:pt x="882" y="0"/>
                      <a:pt x="901" y="53"/>
                      <a:pt x="868" y="80"/>
                    </a:cubicBezTo>
                    <a:cubicBezTo>
                      <a:pt x="807" y="131"/>
                      <a:pt x="807" y="131"/>
                      <a:pt x="807" y="131"/>
                    </a:cubicBezTo>
                    <a:lnTo>
                      <a:pt x="94" y="131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8"/>
              <p:cNvSpPr/>
              <p:nvPr/>
            </p:nvSpPr>
            <p:spPr>
              <a:xfrm>
                <a:off x="7452928" y="3770686"/>
                <a:ext cx="82152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941" h="450" extrusionOk="0">
                    <a:moveTo>
                      <a:pt x="36" y="257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807" y="0"/>
                      <a:pt x="807" y="0"/>
                      <a:pt x="807" y="0"/>
                    </a:cubicBezTo>
                    <a:cubicBezTo>
                      <a:pt x="905" y="257"/>
                      <a:pt x="905" y="257"/>
                      <a:pt x="905" y="257"/>
                    </a:cubicBezTo>
                    <a:cubicBezTo>
                      <a:pt x="941" y="350"/>
                      <a:pt x="872" y="450"/>
                      <a:pt x="772" y="450"/>
                    </a:cubicBezTo>
                    <a:cubicBezTo>
                      <a:pt x="169" y="450"/>
                      <a:pt x="169" y="450"/>
                      <a:pt x="169" y="450"/>
                    </a:cubicBezTo>
                    <a:cubicBezTo>
                      <a:pt x="69" y="450"/>
                      <a:pt x="0" y="350"/>
                      <a:pt x="36" y="257"/>
                    </a:cubicBezTo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8"/>
              <p:cNvSpPr/>
              <p:nvPr/>
            </p:nvSpPr>
            <p:spPr>
              <a:xfrm>
                <a:off x="7449356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0"/>
                    </a:moveTo>
                    <a:lnTo>
                      <a:pt x="7" y="30"/>
                    </a:lnTo>
                    <a:lnTo>
                      <a:pt x="0" y="33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8"/>
              <p:cNvSpPr/>
              <p:nvPr/>
            </p:nvSpPr>
            <p:spPr>
              <a:xfrm>
                <a:off x="7449356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33"/>
                    </a:moveTo>
                    <a:lnTo>
                      <a:pt x="7" y="3"/>
                    </a:lnTo>
                    <a:lnTo>
                      <a:pt x="0" y="0"/>
                    </a:lnTo>
                    <a:lnTo>
                      <a:pt x="0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8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8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8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8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8"/>
              <p:cNvSpPr/>
              <p:nvPr/>
            </p:nvSpPr>
            <p:spPr>
              <a:xfrm>
                <a:off x="7529128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151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84"/>
                      <a:pt x="112" y="84"/>
                      <a:pt x="112" y="84"/>
                    </a:cubicBezTo>
                    <a:cubicBezTo>
                      <a:pt x="157" y="84"/>
                      <a:pt x="157" y="84"/>
                      <a:pt x="157" y="84"/>
                    </a:cubicBezTo>
                    <a:cubicBezTo>
                      <a:pt x="158" y="84"/>
                      <a:pt x="158" y="85"/>
                      <a:pt x="158" y="86"/>
                    </a:cubicBezTo>
                    <a:cubicBezTo>
                      <a:pt x="158" y="187"/>
                      <a:pt x="158" y="187"/>
                      <a:pt x="158" y="187"/>
                    </a:cubicBezTo>
                    <a:cubicBezTo>
                      <a:pt x="158" y="188"/>
                      <a:pt x="158" y="188"/>
                      <a:pt x="157" y="188"/>
                    </a:cubicBezTo>
                    <a:cubicBezTo>
                      <a:pt x="112" y="188"/>
                      <a:pt x="112" y="188"/>
                      <a:pt x="112" y="188"/>
                    </a:cubicBezTo>
                    <a:cubicBezTo>
                      <a:pt x="112" y="1541"/>
                      <a:pt x="112" y="1541"/>
                      <a:pt x="112" y="1541"/>
                    </a:cubicBezTo>
                    <a:cubicBezTo>
                      <a:pt x="112" y="1542"/>
                      <a:pt x="112" y="1542"/>
                      <a:pt x="112" y="1542"/>
                    </a:cubicBezTo>
                    <a:cubicBezTo>
                      <a:pt x="112" y="1685"/>
                      <a:pt x="112" y="1685"/>
                      <a:pt x="112" y="1685"/>
                    </a:cubicBezTo>
                    <a:cubicBezTo>
                      <a:pt x="95" y="1678"/>
                      <a:pt x="95" y="1678"/>
                      <a:pt x="95" y="1678"/>
                    </a:cubicBezTo>
                    <a:cubicBezTo>
                      <a:pt x="41" y="2107"/>
                      <a:pt x="41" y="2107"/>
                      <a:pt x="41" y="2107"/>
                    </a:cubicBezTo>
                    <a:cubicBezTo>
                      <a:pt x="43" y="2130"/>
                      <a:pt x="40" y="2154"/>
                      <a:pt x="32" y="2175"/>
                    </a:cubicBezTo>
                    <a:cubicBezTo>
                      <a:pt x="32" y="2175"/>
                      <a:pt x="32" y="2175"/>
                      <a:pt x="32" y="2175"/>
                    </a:cubicBezTo>
                    <a:cubicBezTo>
                      <a:pt x="0" y="2373"/>
                      <a:pt x="4" y="2615"/>
                      <a:pt x="21" y="2833"/>
                    </a:cubicBezTo>
                    <a:cubicBezTo>
                      <a:pt x="107" y="2814"/>
                      <a:pt x="171" y="2736"/>
                      <a:pt x="171" y="2644"/>
                    </a:cubicBezTo>
                    <a:cubicBezTo>
                      <a:pt x="171" y="2620"/>
                      <a:pt x="191" y="2600"/>
                      <a:pt x="216" y="2600"/>
                    </a:cubicBezTo>
                    <a:cubicBezTo>
                      <a:pt x="241" y="2600"/>
                      <a:pt x="261" y="2620"/>
                      <a:pt x="261" y="2644"/>
                    </a:cubicBezTo>
                    <a:cubicBezTo>
                      <a:pt x="261" y="2783"/>
                      <a:pt x="160" y="2899"/>
                      <a:pt x="28" y="2923"/>
                    </a:cubicBezTo>
                    <a:cubicBezTo>
                      <a:pt x="31" y="2948"/>
                      <a:pt x="33" y="2973"/>
                      <a:pt x="36" y="2997"/>
                    </a:cubicBezTo>
                    <a:cubicBezTo>
                      <a:pt x="205" y="2969"/>
                      <a:pt x="335" y="2821"/>
                      <a:pt x="335" y="2644"/>
                    </a:cubicBezTo>
                    <a:cubicBezTo>
                      <a:pt x="335" y="184"/>
                      <a:pt x="335" y="184"/>
                      <a:pt x="335" y="184"/>
                    </a:cubicBezTo>
                    <a:cubicBezTo>
                      <a:pt x="335" y="82"/>
                      <a:pt x="252" y="0"/>
                      <a:pt x="151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8"/>
              <p:cNvSpPr/>
              <p:nvPr/>
            </p:nvSpPr>
            <p:spPr>
              <a:xfrm>
                <a:off x="7538653" y="3619477"/>
                <a:ext cx="47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" h="104" extrusionOk="0">
                    <a:moveTo>
                      <a:pt x="4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6" y="104"/>
                      <a:pt x="46" y="104"/>
                      <a:pt x="46" y="103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6" y="1"/>
                      <a:pt x="46" y="0"/>
                      <a:pt x="45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8"/>
              <p:cNvSpPr/>
              <p:nvPr/>
            </p:nvSpPr>
            <p:spPr>
              <a:xfrm>
                <a:off x="7532700" y="3795688"/>
                <a:ext cx="0" cy="5953"/>
              </a:xfrm>
              <a:custGeom>
                <a:avLst/>
                <a:gdLst/>
                <a:ahLst/>
                <a:cxnLst/>
                <a:rect l="l" t="t" r="r" b="b"/>
                <a:pathLst>
                  <a:path w="11" h="68" extrusionOk="0">
                    <a:moveTo>
                      <a:pt x="0" y="0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47"/>
                      <a:pt x="0" y="23"/>
                      <a:pt x="0" y="0"/>
                    </a:cubicBezTo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8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8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8"/>
              <p:cNvSpPr/>
              <p:nvPr/>
            </p:nvSpPr>
            <p:spPr>
              <a:xfrm>
                <a:off x="7426735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223" y="0"/>
                    </a:moveTo>
                    <a:cubicBezTo>
                      <a:pt x="184" y="0"/>
                      <a:pt x="184" y="0"/>
                      <a:pt x="184" y="0"/>
                    </a:cubicBezTo>
                    <a:cubicBezTo>
                      <a:pt x="83" y="0"/>
                      <a:pt x="0" y="82"/>
                      <a:pt x="0" y="184"/>
                    </a:cubicBezTo>
                    <a:cubicBezTo>
                      <a:pt x="0" y="2644"/>
                      <a:pt x="0" y="2644"/>
                      <a:pt x="0" y="2644"/>
                    </a:cubicBezTo>
                    <a:cubicBezTo>
                      <a:pt x="0" y="2821"/>
                      <a:pt x="130" y="2969"/>
                      <a:pt x="299" y="2997"/>
                    </a:cubicBezTo>
                    <a:cubicBezTo>
                      <a:pt x="302" y="2973"/>
                      <a:pt x="304" y="2949"/>
                      <a:pt x="307" y="2923"/>
                    </a:cubicBezTo>
                    <a:cubicBezTo>
                      <a:pt x="174" y="2900"/>
                      <a:pt x="72" y="2784"/>
                      <a:pt x="72" y="2644"/>
                    </a:cubicBezTo>
                    <a:cubicBezTo>
                      <a:pt x="72" y="2620"/>
                      <a:pt x="92" y="2600"/>
                      <a:pt x="117" y="2600"/>
                    </a:cubicBezTo>
                    <a:cubicBezTo>
                      <a:pt x="142" y="2600"/>
                      <a:pt x="162" y="2620"/>
                      <a:pt x="162" y="2644"/>
                    </a:cubicBezTo>
                    <a:cubicBezTo>
                      <a:pt x="162" y="2737"/>
                      <a:pt x="227" y="2815"/>
                      <a:pt x="314" y="2834"/>
                    </a:cubicBezTo>
                    <a:cubicBezTo>
                      <a:pt x="331" y="2615"/>
                      <a:pt x="335" y="2373"/>
                      <a:pt x="303" y="2175"/>
                    </a:cubicBezTo>
                    <a:cubicBezTo>
                      <a:pt x="223" y="1541"/>
                      <a:pt x="223" y="1541"/>
                      <a:pt x="223" y="1541"/>
                    </a:cubicBezTo>
                    <a:cubicBezTo>
                      <a:pt x="223" y="188"/>
                      <a:pt x="223" y="188"/>
                      <a:pt x="223" y="188"/>
                    </a:cubicBezTo>
                    <a:cubicBezTo>
                      <a:pt x="208" y="188"/>
                      <a:pt x="208" y="188"/>
                      <a:pt x="208" y="188"/>
                    </a:cubicBezTo>
                    <a:cubicBezTo>
                      <a:pt x="208" y="188"/>
                      <a:pt x="207" y="188"/>
                      <a:pt x="207" y="187"/>
                    </a:cubicBezTo>
                    <a:cubicBezTo>
                      <a:pt x="207" y="86"/>
                      <a:pt x="207" y="86"/>
                      <a:pt x="207" y="86"/>
                    </a:cubicBezTo>
                    <a:cubicBezTo>
                      <a:pt x="207" y="85"/>
                      <a:pt x="208" y="84"/>
                      <a:pt x="208" y="84"/>
                    </a:cubicBezTo>
                    <a:cubicBezTo>
                      <a:pt x="223" y="84"/>
                      <a:pt x="223" y="84"/>
                      <a:pt x="223" y="84"/>
                    </a:cubicBezTo>
                    <a:cubicBezTo>
                      <a:pt x="223" y="0"/>
                      <a:pt x="223" y="0"/>
                      <a:pt x="223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8"/>
              <p:cNvSpPr/>
              <p:nvPr/>
            </p:nvSpPr>
            <p:spPr>
              <a:xfrm>
                <a:off x="7445785" y="3619477"/>
                <a:ext cx="11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04" extrusionOk="0">
                    <a:moveTo>
                      <a:pt x="16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1" y="104"/>
                      <a:pt x="1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8"/>
              <p:cNvSpPr/>
              <p:nvPr/>
            </p:nvSpPr>
            <p:spPr>
              <a:xfrm>
                <a:off x="7545797" y="3780211"/>
                <a:ext cx="20100" cy="156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8"/>
              <p:cNvSpPr/>
              <p:nvPr/>
            </p:nvSpPr>
            <p:spPr>
              <a:xfrm>
                <a:off x="7419591" y="3780211"/>
                <a:ext cx="20100" cy="156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0" name="Google Shape;180;p8"/>
            <p:cNvSpPr/>
            <p:nvPr/>
          </p:nvSpPr>
          <p:spPr>
            <a:xfrm>
              <a:off x="1231646" y="1971161"/>
              <a:ext cx="286945" cy="420292"/>
            </a:xfrm>
            <a:custGeom>
              <a:avLst/>
              <a:gdLst/>
              <a:ahLst/>
              <a:cxnLst/>
              <a:rect l="l" t="t" r="r" b="b"/>
              <a:pathLst>
                <a:path w="3295" h="4816" extrusionOk="0">
                  <a:moveTo>
                    <a:pt x="1647" y="0"/>
                  </a:moveTo>
                  <a:cubicBezTo>
                    <a:pt x="737" y="0"/>
                    <a:pt x="0" y="738"/>
                    <a:pt x="0" y="1648"/>
                  </a:cubicBezTo>
                  <a:cubicBezTo>
                    <a:pt x="0" y="2558"/>
                    <a:pt x="1647" y="4816"/>
                    <a:pt x="1647" y="4816"/>
                  </a:cubicBezTo>
                  <a:cubicBezTo>
                    <a:pt x="1647" y="4816"/>
                    <a:pt x="3295" y="2558"/>
                    <a:pt x="3295" y="1648"/>
                  </a:cubicBezTo>
                  <a:cubicBezTo>
                    <a:pt x="3295" y="738"/>
                    <a:pt x="2558" y="0"/>
                    <a:pt x="1647" y="0"/>
                  </a:cubicBezTo>
                  <a:close/>
                  <a:moveTo>
                    <a:pt x="763" y="1624"/>
                  </a:moveTo>
                  <a:cubicBezTo>
                    <a:pt x="763" y="1136"/>
                    <a:pt x="1159" y="740"/>
                    <a:pt x="1647" y="740"/>
                  </a:cubicBezTo>
                  <a:cubicBezTo>
                    <a:pt x="2136" y="740"/>
                    <a:pt x="2532" y="1136"/>
                    <a:pt x="2532" y="1624"/>
                  </a:cubicBezTo>
                  <a:cubicBezTo>
                    <a:pt x="2532" y="1629"/>
                    <a:pt x="2532" y="1629"/>
                    <a:pt x="2532" y="1629"/>
                  </a:cubicBezTo>
                  <a:cubicBezTo>
                    <a:pt x="2529" y="2115"/>
                    <a:pt x="2134" y="2509"/>
                    <a:pt x="1647" y="2509"/>
                  </a:cubicBezTo>
                  <a:cubicBezTo>
                    <a:pt x="1161" y="2509"/>
                    <a:pt x="766" y="2115"/>
                    <a:pt x="763" y="1629"/>
                  </a:cubicBezTo>
                  <a:lnTo>
                    <a:pt x="763" y="162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p8"/>
          <p:cNvSpPr txBox="1">
            <a:spLocks noGrp="1"/>
          </p:cNvSpPr>
          <p:nvPr>
            <p:ph type="title"/>
          </p:nvPr>
        </p:nvSpPr>
        <p:spPr>
          <a:xfrm>
            <a:off x="2738200" y="2491167"/>
            <a:ext cx="6715600" cy="299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60815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 txBox="1">
            <a:spLocks noGrp="1"/>
          </p:cNvSpPr>
          <p:nvPr>
            <p:ph type="title"/>
          </p:nvPr>
        </p:nvSpPr>
        <p:spPr>
          <a:xfrm>
            <a:off x="2586200" y="2199000"/>
            <a:ext cx="7019600" cy="152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1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184" name="Google Shape;184;p9"/>
          <p:cNvSpPr txBox="1">
            <a:spLocks noGrp="1"/>
          </p:cNvSpPr>
          <p:nvPr>
            <p:ph type="subTitle" idx="1"/>
          </p:nvPr>
        </p:nvSpPr>
        <p:spPr>
          <a:xfrm>
            <a:off x="2586200" y="3725400"/>
            <a:ext cx="7019600" cy="9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7839267" y="-3297811"/>
            <a:ext cx="4251200" cy="4251200"/>
          </a:xfrm>
          <a:prstGeom prst="chord">
            <a:avLst>
              <a:gd name="adj1" fmla="val 1854034"/>
              <a:gd name="adj2" fmla="val 8952286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6" name="Google Shape;186;p9"/>
          <p:cNvSpPr/>
          <p:nvPr/>
        </p:nvSpPr>
        <p:spPr>
          <a:xfrm>
            <a:off x="-689600" y="5927664"/>
            <a:ext cx="3299200" cy="3299200"/>
          </a:xfrm>
          <a:prstGeom prst="chord">
            <a:avLst>
              <a:gd name="adj1" fmla="val 12130194"/>
              <a:gd name="adj2" fmla="val 2028213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925196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 txBox="1">
            <a:spLocks noGrp="1"/>
          </p:cNvSpPr>
          <p:nvPr>
            <p:ph type="body" idx="1"/>
          </p:nvPr>
        </p:nvSpPr>
        <p:spPr>
          <a:xfrm>
            <a:off x="2096800" y="5253467"/>
            <a:ext cx="7998400" cy="84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33" b="1">
                <a:solidFill>
                  <a:schemeClr val="lt1"/>
                </a:solidFill>
                <a:latin typeface="PT Serif"/>
                <a:ea typeface="PT Serif"/>
                <a:cs typeface="PT Serif"/>
                <a:sym typeface="PT Serif"/>
              </a:defRPr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573129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11"/>
          <p:cNvGrpSpPr/>
          <p:nvPr/>
        </p:nvGrpSpPr>
        <p:grpSpPr>
          <a:xfrm rot="2700000">
            <a:off x="6516823" y="3427313"/>
            <a:ext cx="7275835" cy="7275835"/>
            <a:chOff x="-2008470" y="-2569457"/>
            <a:chExt cx="5456928" cy="5456928"/>
          </a:xfrm>
        </p:grpSpPr>
        <p:sp>
          <p:nvSpPr>
            <p:cNvPr id="191" name="Google Shape;191;p11"/>
            <p:cNvSpPr/>
            <p:nvPr/>
          </p:nvSpPr>
          <p:spPr>
            <a:xfrm rot="-2700000">
              <a:off x="-2029087" y="-950544"/>
              <a:ext cx="5498161" cy="2219101"/>
            </a:xfrm>
            <a:custGeom>
              <a:avLst/>
              <a:gdLst/>
              <a:ahLst/>
              <a:cxnLst/>
              <a:rect l="l" t="t" r="r" b="b"/>
              <a:pathLst>
                <a:path w="40188" h="16216" extrusionOk="0">
                  <a:moveTo>
                    <a:pt x="24671" y="16216"/>
                  </a:moveTo>
                  <a:cubicBezTo>
                    <a:pt x="21399" y="16216"/>
                    <a:pt x="18737" y="13343"/>
                    <a:pt x="18737" y="9813"/>
                  </a:cubicBezTo>
                  <a:cubicBezTo>
                    <a:pt x="18737" y="6500"/>
                    <a:pt x="18737" y="6500"/>
                    <a:pt x="18737" y="6500"/>
                  </a:cubicBezTo>
                  <a:cubicBezTo>
                    <a:pt x="18737" y="4423"/>
                    <a:pt x="17275" y="2733"/>
                    <a:pt x="15478" y="2733"/>
                  </a:cubicBezTo>
                  <a:cubicBezTo>
                    <a:pt x="13681" y="2733"/>
                    <a:pt x="12219" y="4423"/>
                    <a:pt x="12219" y="6501"/>
                  </a:cubicBezTo>
                  <a:cubicBezTo>
                    <a:pt x="12219" y="9813"/>
                    <a:pt x="12219" y="9813"/>
                    <a:pt x="12219" y="9813"/>
                  </a:cubicBezTo>
                  <a:cubicBezTo>
                    <a:pt x="12219" y="13343"/>
                    <a:pt x="9479" y="16216"/>
                    <a:pt x="6110" y="16216"/>
                  </a:cubicBezTo>
                  <a:cubicBezTo>
                    <a:pt x="2741" y="16216"/>
                    <a:pt x="0" y="13343"/>
                    <a:pt x="0" y="9813"/>
                  </a:cubicBezTo>
                  <a:cubicBezTo>
                    <a:pt x="0" y="1317"/>
                    <a:pt x="0" y="1317"/>
                    <a:pt x="0" y="1317"/>
                  </a:cubicBezTo>
                  <a:cubicBezTo>
                    <a:pt x="2636" y="1317"/>
                    <a:pt x="2636" y="1317"/>
                    <a:pt x="2636" y="1317"/>
                  </a:cubicBezTo>
                  <a:cubicBezTo>
                    <a:pt x="2636" y="9813"/>
                    <a:pt x="2636" y="9813"/>
                    <a:pt x="2636" y="9813"/>
                  </a:cubicBezTo>
                  <a:cubicBezTo>
                    <a:pt x="2636" y="11890"/>
                    <a:pt x="4194" y="13580"/>
                    <a:pt x="6110" y="13580"/>
                  </a:cubicBezTo>
                  <a:cubicBezTo>
                    <a:pt x="8025" y="13580"/>
                    <a:pt x="9584" y="11890"/>
                    <a:pt x="9584" y="9813"/>
                  </a:cubicBezTo>
                  <a:cubicBezTo>
                    <a:pt x="9584" y="6501"/>
                    <a:pt x="9584" y="6501"/>
                    <a:pt x="9584" y="6501"/>
                  </a:cubicBezTo>
                  <a:cubicBezTo>
                    <a:pt x="9584" y="2970"/>
                    <a:pt x="12228" y="97"/>
                    <a:pt x="15478" y="97"/>
                  </a:cubicBezTo>
                  <a:cubicBezTo>
                    <a:pt x="18728" y="97"/>
                    <a:pt x="21373" y="2970"/>
                    <a:pt x="21373" y="6500"/>
                  </a:cubicBezTo>
                  <a:cubicBezTo>
                    <a:pt x="21373" y="9813"/>
                    <a:pt x="21373" y="9813"/>
                    <a:pt x="21373" y="9813"/>
                  </a:cubicBezTo>
                  <a:cubicBezTo>
                    <a:pt x="21373" y="11890"/>
                    <a:pt x="22852" y="13580"/>
                    <a:pt x="24671" y="13580"/>
                  </a:cubicBezTo>
                  <a:cubicBezTo>
                    <a:pt x="26489" y="13580"/>
                    <a:pt x="27969" y="11890"/>
                    <a:pt x="27969" y="9813"/>
                  </a:cubicBezTo>
                  <a:cubicBezTo>
                    <a:pt x="27969" y="6403"/>
                    <a:pt x="27969" y="6403"/>
                    <a:pt x="27969" y="6403"/>
                  </a:cubicBezTo>
                  <a:cubicBezTo>
                    <a:pt x="27969" y="4713"/>
                    <a:pt x="28596" y="3116"/>
                    <a:pt x="29735" y="1907"/>
                  </a:cubicBezTo>
                  <a:cubicBezTo>
                    <a:pt x="30894" y="677"/>
                    <a:pt x="32437" y="0"/>
                    <a:pt x="34078" y="0"/>
                  </a:cubicBezTo>
                  <a:cubicBezTo>
                    <a:pt x="34078" y="0"/>
                    <a:pt x="34078" y="0"/>
                    <a:pt x="34078" y="0"/>
                  </a:cubicBezTo>
                  <a:cubicBezTo>
                    <a:pt x="35720" y="0"/>
                    <a:pt x="37262" y="677"/>
                    <a:pt x="38422" y="1907"/>
                  </a:cubicBezTo>
                  <a:cubicBezTo>
                    <a:pt x="39561" y="3116"/>
                    <a:pt x="40188" y="4713"/>
                    <a:pt x="40188" y="6403"/>
                  </a:cubicBezTo>
                  <a:cubicBezTo>
                    <a:pt x="40188" y="14898"/>
                    <a:pt x="40188" y="14898"/>
                    <a:pt x="40188" y="14898"/>
                  </a:cubicBezTo>
                  <a:cubicBezTo>
                    <a:pt x="37552" y="14898"/>
                    <a:pt x="37552" y="14898"/>
                    <a:pt x="37552" y="14898"/>
                  </a:cubicBezTo>
                  <a:cubicBezTo>
                    <a:pt x="37552" y="6403"/>
                    <a:pt x="37552" y="6403"/>
                    <a:pt x="37552" y="6403"/>
                  </a:cubicBezTo>
                  <a:cubicBezTo>
                    <a:pt x="37552" y="5387"/>
                    <a:pt x="37180" y="4433"/>
                    <a:pt x="36503" y="3715"/>
                  </a:cubicBezTo>
                  <a:cubicBezTo>
                    <a:pt x="35847" y="3019"/>
                    <a:pt x="34986" y="2635"/>
                    <a:pt x="34078" y="2635"/>
                  </a:cubicBezTo>
                  <a:cubicBezTo>
                    <a:pt x="33171" y="2635"/>
                    <a:pt x="32309" y="3019"/>
                    <a:pt x="31653" y="3715"/>
                  </a:cubicBezTo>
                  <a:cubicBezTo>
                    <a:pt x="30977" y="4433"/>
                    <a:pt x="30604" y="5387"/>
                    <a:pt x="30604" y="6403"/>
                  </a:cubicBezTo>
                  <a:cubicBezTo>
                    <a:pt x="30604" y="9813"/>
                    <a:pt x="30604" y="9813"/>
                    <a:pt x="30604" y="9813"/>
                  </a:cubicBezTo>
                  <a:cubicBezTo>
                    <a:pt x="30604" y="13343"/>
                    <a:pt x="27943" y="16216"/>
                    <a:pt x="24671" y="1621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1"/>
            <p:cNvSpPr/>
            <p:nvPr/>
          </p:nvSpPr>
          <p:spPr>
            <a:xfrm rot="-2700000">
              <a:off x="-1861614" y="-783795"/>
              <a:ext cx="5162314" cy="1884632"/>
            </a:xfrm>
            <a:custGeom>
              <a:avLst/>
              <a:gdLst/>
              <a:ahLst/>
              <a:cxnLst/>
              <a:rect l="l" t="t" r="r" b="b"/>
              <a:pathLst>
                <a:path w="37740" h="13779" extrusionOk="0">
                  <a:moveTo>
                    <a:pt x="23447" y="13779"/>
                  </a:moveTo>
                  <a:cubicBezTo>
                    <a:pt x="23200" y="13779"/>
                    <a:pt x="22952" y="13758"/>
                    <a:pt x="22710" y="13715"/>
                  </a:cubicBezTo>
                  <a:cubicBezTo>
                    <a:pt x="22743" y="13530"/>
                    <a:pt x="22743" y="13530"/>
                    <a:pt x="22743" y="13530"/>
                  </a:cubicBezTo>
                  <a:cubicBezTo>
                    <a:pt x="23044" y="13583"/>
                    <a:pt x="23355" y="13601"/>
                    <a:pt x="23659" y="13585"/>
                  </a:cubicBezTo>
                  <a:cubicBezTo>
                    <a:pt x="23669" y="13773"/>
                    <a:pt x="23669" y="13773"/>
                    <a:pt x="23669" y="13773"/>
                  </a:cubicBezTo>
                  <a:cubicBezTo>
                    <a:pt x="23595" y="13777"/>
                    <a:pt x="23521" y="13779"/>
                    <a:pt x="23447" y="13779"/>
                  </a:cubicBezTo>
                  <a:close/>
                  <a:moveTo>
                    <a:pt x="4631" y="13772"/>
                  </a:moveTo>
                  <a:cubicBezTo>
                    <a:pt x="4312" y="13755"/>
                    <a:pt x="3993" y="13703"/>
                    <a:pt x="3684" y="13620"/>
                  </a:cubicBezTo>
                  <a:cubicBezTo>
                    <a:pt x="3734" y="13438"/>
                    <a:pt x="3734" y="13438"/>
                    <a:pt x="3734" y="13438"/>
                  </a:cubicBezTo>
                  <a:cubicBezTo>
                    <a:pt x="4030" y="13518"/>
                    <a:pt x="4335" y="13567"/>
                    <a:pt x="4642" y="13584"/>
                  </a:cubicBezTo>
                  <a:lnTo>
                    <a:pt x="4631" y="13772"/>
                  </a:lnTo>
                  <a:close/>
                  <a:moveTo>
                    <a:pt x="5589" y="13725"/>
                  </a:moveTo>
                  <a:cubicBezTo>
                    <a:pt x="5560" y="13539"/>
                    <a:pt x="5560" y="13539"/>
                    <a:pt x="5560" y="13539"/>
                  </a:cubicBezTo>
                  <a:cubicBezTo>
                    <a:pt x="5863" y="13492"/>
                    <a:pt x="6162" y="13414"/>
                    <a:pt x="6449" y="13305"/>
                  </a:cubicBezTo>
                  <a:cubicBezTo>
                    <a:pt x="6516" y="13481"/>
                    <a:pt x="6516" y="13481"/>
                    <a:pt x="6516" y="13481"/>
                  </a:cubicBezTo>
                  <a:cubicBezTo>
                    <a:pt x="6216" y="13594"/>
                    <a:pt x="5904" y="13676"/>
                    <a:pt x="5589" y="13725"/>
                  </a:cubicBezTo>
                  <a:close/>
                  <a:moveTo>
                    <a:pt x="24616" y="13617"/>
                  </a:moveTo>
                  <a:cubicBezTo>
                    <a:pt x="24564" y="13436"/>
                    <a:pt x="24564" y="13436"/>
                    <a:pt x="24564" y="13436"/>
                  </a:cubicBezTo>
                  <a:cubicBezTo>
                    <a:pt x="24856" y="13353"/>
                    <a:pt x="25143" y="13236"/>
                    <a:pt x="25415" y="13090"/>
                  </a:cubicBezTo>
                  <a:cubicBezTo>
                    <a:pt x="25505" y="13255"/>
                    <a:pt x="25505" y="13255"/>
                    <a:pt x="25505" y="13255"/>
                  </a:cubicBezTo>
                  <a:cubicBezTo>
                    <a:pt x="25220" y="13409"/>
                    <a:pt x="24921" y="13530"/>
                    <a:pt x="24616" y="13617"/>
                  </a:cubicBezTo>
                  <a:close/>
                  <a:moveTo>
                    <a:pt x="21789" y="13446"/>
                  </a:moveTo>
                  <a:cubicBezTo>
                    <a:pt x="21496" y="13324"/>
                    <a:pt x="21213" y="13169"/>
                    <a:pt x="20948" y="12985"/>
                  </a:cubicBezTo>
                  <a:cubicBezTo>
                    <a:pt x="21055" y="12830"/>
                    <a:pt x="21055" y="12830"/>
                    <a:pt x="21055" y="12830"/>
                  </a:cubicBezTo>
                  <a:cubicBezTo>
                    <a:pt x="21310" y="13007"/>
                    <a:pt x="21581" y="13155"/>
                    <a:pt x="21861" y="13272"/>
                  </a:cubicBezTo>
                  <a:lnTo>
                    <a:pt x="21789" y="13446"/>
                  </a:lnTo>
                  <a:close/>
                  <a:moveTo>
                    <a:pt x="2790" y="13275"/>
                  </a:moveTo>
                  <a:cubicBezTo>
                    <a:pt x="2507" y="13132"/>
                    <a:pt x="2235" y="12958"/>
                    <a:pt x="1983" y="12759"/>
                  </a:cubicBezTo>
                  <a:cubicBezTo>
                    <a:pt x="2099" y="12611"/>
                    <a:pt x="2099" y="12611"/>
                    <a:pt x="2099" y="12611"/>
                  </a:cubicBezTo>
                  <a:cubicBezTo>
                    <a:pt x="2342" y="12803"/>
                    <a:pt x="2603" y="12970"/>
                    <a:pt x="2875" y="13107"/>
                  </a:cubicBezTo>
                  <a:lnTo>
                    <a:pt x="2790" y="13275"/>
                  </a:lnTo>
                  <a:close/>
                  <a:moveTo>
                    <a:pt x="7374" y="13053"/>
                  </a:moveTo>
                  <a:cubicBezTo>
                    <a:pt x="7273" y="12893"/>
                    <a:pt x="7273" y="12893"/>
                    <a:pt x="7273" y="12893"/>
                  </a:cubicBezTo>
                  <a:cubicBezTo>
                    <a:pt x="7531" y="12731"/>
                    <a:pt x="7776" y="12540"/>
                    <a:pt x="8000" y="12328"/>
                  </a:cubicBezTo>
                  <a:cubicBezTo>
                    <a:pt x="8130" y="12464"/>
                    <a:pt x="8130" y="12464"/>
                    <a:pt x="8130" y="12464"/>
                  </a:cubicBezTo>
                  <a:cubicBezTo>
                    <a:pt x="7896" y="12685"/>
                    <a:pt x="7642" y="12883"/>
                    <a:pt x="7374" y="13053"/>
                  </a:cubicBezTo>
                  <a:close/>
                  <a:moveTo>
                    <a:pt x="37740" y="12749"/>
                  </a:moveTo>
                  <a:cubicBezTo>
                    <a:pt x="37552" y="12749"/>
                    <a:pt x="37552" y="12749"/>
                    <a:pt x="37552" y="12749"/>
                  </a:cubicBezTo>
                  <a:cubicBezTo>
                    <a:pt x="37552" y="11808"/>
                    <a:pt x="37552" y="11808"/>
                    <a:pt x="37552" y="11808"/>
                  </a:cubicBezTo>
                  <a:cubicBezTo>
                    <a:pt x="37740" y="11808"/>
                    <a:pt x="37740" y="11808"/>
                    <a:pt x="37740" y="11808"/>
                  </a:cubicBezTo>
                  <a:lnTo>
                    <a:pt x="37740" y="12749"/>
                  </a:lnTo>
                  <a:close/>
                  <a:moveTo>
                    <a:pt x="26297" y="12716"/>
                  </a:moveTo>
                  <a:cubicBezTo>
                    <a:pt x="26176" y="12572"/>
                    <a:pt x="26176" y="12572"/>
                    <a:pt x="26176" y="12572"/>
                  </a:cubicBezTo>
                  <a:cubicBezTo>
                    <a:pt x="26409" y="12376"/>
                    <a:pt x="26626" y="12155"/>
                    <a:pt x="26820" y="11913"/>
                  </a:cubicBezTo>
                  <a:cubicBezTo>
                    <a:pt x="26967" y="12031"/>
                    <a:pt x="26967" y="12031"/>
                    <a:pt x="26967" y="12031"/>
                  </a:cubicBezTo>
                  <a:cubicBezTo>
                    <a:pt x="26764" y="12282"/>
                    <a:pt x="26539" y="12513"/>
                    <a:pt x="26297" y="12716"/>
                  </a:cubicBezTo>
                  <a:close/>
                  <a:moveTo>
                    <a:pt x="20219" y="12363"/>
                  </a:moveTo>
                  <a:cubicBezTo>
                    <a:pt x="19999" y="12135"/>
                    <a:pt x="19799" y="11883"/>
                    <a:pt x="19622" y="11614"/>
                  </a:cubicBezTo>
                  <a:cubicBezTo>
                    <a:pt x="19780" y="11511"/>
                    <a:pt x="19780" y="11511"/>
                    <a:pt x="19780" y="11511"/>
                  </a:cubicBezTo>
                  <a:cubicBezTo>
                    <a:pt x="19950" y="11770"/>
                    <a:pt x="20143" y="12013"/>
                    <a:pt x="20354" y="12232"/>
                  </a:cubicBezTo>
                  <a:lnTo>
                    <a:pt x="20219" y="12363"/>
                  </a:lnTo>
                  <a:close/>
                  <a:moveTo>
                    <a:pt x="1290" y="12098"/>
                  </a:moveTo>
                  <a:cubicBezTo>
                    <a:pt x="1082" y="11857"/>
                    <a:pt x="894" y="11596"/>
                    <a:pt x="732" y="11320"/>
                  </a:cubicBezTo>
                  <a:cubicBezTo>
                    <a:pt x="895" y="11224"/>
                    <a:pt x="895" y="11224"/>
                    <a:pt x="895" y="11224"/>
                  </a:cubicBezTo>
                  <a:cubicBezTo>
                    <a:pt x="1051" y="11491"/>
                    <a:pt x="1232" y="11743"/>
                    <a:pt x="1432" y="11974"/>
                  </a:cubicBezTo>
                  <a:lnTo>
                    <a:pt x="1290" y="12098"/>
                  </a:lnTo>
                  <a:close/>
                  <a:moveTo>
                    <a:pt x="8761" y="11745"/>
                  </a:moveTo>
                  <a:cubicBezTo>
                    <a:pt x="8609" y="11634"/>
                    <a:pt x="8609" y="11634"/>
                    <a:pt x="8609" y="11634"/>
                  </a:cubicBezTo>
                  <a:cubicBezTo>
                    <a:pt x="8788" y="11386"/>
                    <a:pt x="8947" y="11119"/>
                    <a:pt x="9080" y="10841"/>
                  </a:cubicBezTo>
                  <a:cubicBezTo>
                    <a:pt x="9250" y="10922"/>
                    <a:pt x="9250" y="10922"/>
                    <a:pt x="9250" y="10922"/>
                  </a:cubicBezTo>
                  <a:cubicBezTo>
                    <a:pt x="9112" y="11211"/>
                    <a:pt x="8948" y="11487"/>
                    <a:pt x="8761" y="11745"/>
                  </a:cubicBezTo>
                  <a:close/>
                  <a:moveTo>
                    <a:pt x="27497" y="11234"/>
                  </a:moveTo>
                  <a:cubicBezTo>
                    <a:pt x="27332" y="11145"/>
                    <a:pt x="27332" y="11145"/>
                    <a:pt x="27332" y="11145"/>
                  </a:cubicBezTo>
                  <a:cubicBezTo>
                    <a:pt x="27477" y="10876"/>
                    <a:pt x="27600" y="10590"/>
                    <a:pt x="27697" y="10297"/>
                  </a:cubicBezTo>
                  <a:cubicBezTo>
                    <a:pt x="27876" y="10356"/>
                    <a:pt x="27876" y="10356"/>
                    <a:pt x="27876" y="10356"/>
                  </a:cubicBezTo>
                  <a:cubicBezTo>
                    <a:pt x="27776" y="10660"/>
                    <a:pt x="27648" y="10956"/>
                    <a:pt x="27497" y="11234"/>
                  </a:cubicBezTo>
                  <a:close/>
                  <a:moveTo>
                    <a:pt x="37740" y="10866"/>
                  </a:moveTo>
                  <a:cubicBezTo>
                    <a:pt x="37552" y="10866"/>
                    <a:pt x="37552" y="10866"/>
                    <a:pt x="37552" y="10866"/>
                  </a:cubicBezTo>
                  <a:cubicBezTo>
                    <a:pt x="37552" y="9925"/>
                    <a:pt x="37552" y="9925"/>
                    <a:pt x="37552" y="9925"/>
                  </a:cubicBezTo>
                  <a:cubicBezTo>
                    <a:pt x="37740" y="9925"/>
                    <a:pt x="37740" y="9925"/>
                    <a:pt x="37740" y="9925"/>
                  </a:cubicBezTo>
                  <a:lnTo>
                    <a:pt x="37740" y="10866"/>
                  </a:lnTo>
                  <a:close/>
                  <a:moveTo>
                    <a:pt x="19173" y="10769"/>
                  </a:moveTo>
                  <a:cubicBezTo>
                    <a:pt x="19049" y="10477"/>
                    <a:pt x="18950" y="10170"/>
                    <a:pt x="18879" y="9859"/>
                  </a:cubicBezTo>
                  <a:cubicBezTo>
                    <a:pt x="19062" y="9817"/>
                    <a:pt x="19062" y="9817"/>
                    <a:pt x="19062" y="9817"/>
                  </a:cubicBezTo>
                  <a:cubicBezTo>
                    <a:pt x="19131" y="10118"/>
                    <a:pt x="19227" y="10414"/>
                    <a:pt x="19346" y="10696"/>
                  </a:cubicBezTo>
                  <a:lnTo>
                    <a:pt x="19173" y="10769"/>
                  </a:lnTo>
                  <a:close/>
                  <a:moveTo>
                    <a:pt x="325" y="10454"/>
                  </a:moveTo>
                  <a:cubicBezTo>
                    <a:pt x="216" y="10155"/>
                    <a:pt x="133" y="9844"/>
                    <a:pt x="79" y="9529"/>
                  </a:cubicBezTo>
                  <a:cubicBezTo>
                    <a:pt x="264" y="9497"/>
                    <a:pt x="264" y="9497"/>
                    <a:pt x="264" y="9497"/>
                  </a:cubicBezTo>
                  <a:cubicBezTo>
                    <a:pt x="317" y="9801"/>
                    <a:pt x="397" y="10101"/>
                    <a:pt x="502" y="10389"/>
                  </a:cubicBezTo>
                  <a:lnTo>
                    <a:pt x="325" y="10454"/>
                  </a:lnTo>
                  <a:close/>
                  <a:moveTo>
                    <a:pt x="9582" y="10025"/>
                  </a:moveTo>
                  <a:cubicBezTo>
                    <a:pt x="9401" y="9975"/>
                    <a:pt x="9401" y="9975"/>
                    <a:pt x="9401" y="9975"/>
                  </a:cubicBezTo>
                  <a:cubicBezTo>
                    <a:pt x="9481" y="9680"/>
                    <a:pt x="9536" y="9374"/>
                    <a:pt x="9563" y="9067"/>
                  </a:cubicBezTo>
                  <a:cubicBezTo>
                    <a:pt x="9750" y="9083"/>
                    <a:pt x="9750" y="9083"/>
                    <a:pt x="9750" y="9083"/>
                  </a:cubicBezTo>
                  <a:cubicBezTo>
                    <a:pt x="9722" y="9402"/>
                    <a:pt x="9666" y="9718"/>
                    <a:pt x="9582" y="10025"/>
                  </a:cubicBezTo>
                  <a:close/>
                  <a:moveTo>
                    <a:pt x="28096" y="9426"/>
                  </a:moveTo>
                  <a:cubicBezTo>
                    <a:pt x="27910" y="9398"/>
                    <a:pt x="27910" y="9398"/>
                    <a:pt x="27910" y="9398"/>
                  </a:cubicBezTo>
                  <a:cubicBezTo>
                    <a:pt x="27949" y="9136"/>
                    <a:pt x="27968" y="8867"/>
                    <a:pt x="27968" y="8600"/>
                  </a:cubicBezTo>
                  <a:cubicBezTo>
                    <a:pt x="27968" y="8474"/>
                    <a:pt x="27968" y="8474"/>
                    <a:pt x="27968" y="8474"/>
                  </a:cubicBezTo>
                  <a:cubicBezTo>
                    <a:pt x="28157" y="8474"/>
                    <a:pt x="28157" y="8474"/>
                    <a:pt x="28157" y="8474"/>
                  </a:cubicBezTo>
                  <a:cubicBezTo>
                    <a:pt x="28157" y="8600"/>
                    <a:pt x="28157" y="8600"/>
                    <a:pt x="28157" y="8600"/>
                  </a:cubicBezTo>
                  <a:cubicBezTo>
                    <a:pt x="28157" y="8876"/>
                    <a:pt x="28136" y="9154"/>
                    <a:pt x="28096" y="9426"/>
                  </a:cubicBezTo>
                  <a:close/>
                  <a:moveTo>
                    <a:pt x="37740" y="8984"/>
                  </a:moveTo>
                  <a:cubicBezTo>
                    <a:pt x="37552" y="8984"/>
                    <a:pt x="37552" y="8984"/>
                    <a:pt x="37552" y="8984"/>
                  </a:cubicBezTo>
                  <a:cubicBezTo>
                    <a:pt x="37552" y="8042"/>
                    <a:pt x="37552" y="8042"/>
                    <a:pt x="37552" y="8042"/>
                  </a:cubicBezTo>
                  <a:cubicBezTo>
                    <a:pt x="37740" y="8042"/>
                    <a:pt x="37740" y="8042"/>
                    <a:pt x="37740" y="8042"/>
                  </a:cubicBezTo>
                  <a:lnTo>
                    <a:pt x="37740" y="8984"/>
                  </a:lnTo>
                  <a:close/>
                  <a:moveTo>
                    <a:pt x="18745" y="8913"/>
                  </a:moveTo>
                  <a:cubicBezTo>
                    <a:pt x="18740" y="8809"/>
                    <a:pt x="18737" y="8703"/>
                    <a:pt x="18737" y="8600"/>
                  </a:cubicBezTo>
                  <a:cubicBezTo>
                    <a:pt x="18737" y="7966"/>
                    <a:pt x="18737" y="7966"/>
                    <a:pt x="18737" y="7966"/>
                  </a:cubicBezTo>
                  <a:cubicBezTo>
                    <a:pt x="18925" y="7966"/>
                    <a:pt x="18925" y="7966"/>
                    <a:pt x="18925" y="7966"/>
                  </a:cubicBezTo>
                  <a:cubicBezTo>
                    <a:pt x="18925" y="8600"/>
                    <a:pt x="18925" y="8600"/>
                    <a:pt x="18925" y="8600"/>
                  </a:cubicBezTo>
                  <a:cubicBezTo>
                    <a:pt x="18925" y="8700"/>
                    <a:pt x="18928" y="8802"/>
                    <a:pt x="18933" y="8902"/>
                  </a:cubicBezTo>
                  <a:lnTo>
                    <a:pt x="18745" y="8913"/>
                  </a:lnTo>
                  <a:close/>
                  <a:moveTo>
                    <a:pt x="188" y="8577"/>
                  </a:moveTo>
                  <a:cubicBezTo>
                    <a:pt x="0" y="8577"/>
                    <a:pt x="0" y="8577"/>
                    <a:pt x="0" y="8577"/>
                  </a:cubicBezTo>
                  <a:cubicBezTo>
                    <a:pt x="0" y="7635"/>
                    <a:pt x="0" y="7635"/>
                    <a:pt x="0" y="7635"/>
                  </a:cubicBezTo>
                  <a:cubicBezTo>
                    <a:pt x="188" y="7635"/>
                    <a:pt x="188" y="7635"/>
                    <a:pt x="188" y="7635"/>
                  </a:cubicBezTo>
                  <a:lnTo>
                    <a:pt x="188" y="8577"/>
                  </a:lnTo>
                  <a:close/>
                  <a:moveTo>
                    <a:pt x="9772" y="8134"/>
                  </a:moveTo>
                  <a:cubicBezTo>
                    <a:pt x="9583" y="8134"/>
                    <a:pt x="9583" y="8134"/>
                    <a:pt x="9583" y="8134"/>
                  </a:cubicBezTo>
                  <a:cubicBezTo>
                    <a:pt x="9583" y="7193"/>
                    <a:pt x="9583" y="7193"/>
                    <a:pt x="9583" y="7193"/>
                  </a:cubicBezTo>
                  <a:cubicBezTo>
                    <a:pt x="9772" y="7193"/>
                    <a:pt x="9772" y="7193"/>
                    <a:pt x="9772" y="7193"/>
                  </a:cubicBezTo>
                  <a:lnTo>
                    <a:pt x="9772" y="8134"/>
                  </a:lnTo>
                  <a:close/>
                  <a:moveTo>
                    <a:pt x="28157" y="7532"/>
                  </a:moveTo>
                  <a:cubicBezTo>
                    <a:pt x="27968" y="7532"/>
                    <a:pt x="27968" y="7532"/>
                    <a:pt x="27968" y="7532"/>
                  </a:cubicBezTo>
                  <a:cubicBezTo>
                    <a:pt x="27968" y="6591"/>
                    <a:pt x="27968" y="6591"/>
                    <a:pt x="27968" y="6591"/>
                  </a:cubicBezTo>
                  <a:cubicBezTo>
                    <a:pt x="28157" y="6591"/>
                    <a:pt x="28157" y="6591"/>
                    <a:pt x="28157" y="6591"/>
                  </a:cubicBezTo>
                  <a:lnTo>
                    <a:pt x="28157" y="7532"/>
                  </a:lnTo>
                  <a:close/>
                  <a:moveTo>
                    <a:pt x="37740" y="7101"/>
                  </a:moveTo>
                  <a:cubicBezTo>
                    <a:pt x="37552" y="7101"/>
                    <a:pt x="37552" y="7101"/>
                    <a:pt x="37552" y="7101"/>
                  </a:cubicBezTo>
                  <a:cubicBezTo>
                    <a:pt x="37552" y="6160"/>
                    <a:pt x="37552" y="6160"/>
                    <a:pt x="37552" y="6160"/>
                  </a:cubicBezTo>
                  <a:cubicBezTo>
                    <a:pt x="37740" y="6160"/>
                    <a:pt x="37740" y="6160"/>
                    <a:pt x="37740" y="6160"/>
                  </a:cubicBezTo>
                  <a:lnTo>
                    <a:pt x="37740" y="7101"/>
                  </a:lnTo>
                  <a:close/>
                  <a:moveTo>
                    <a:pt x="18925" y="7025"/>
                  </a:moveTo>
                  <a:cubicBezTo>
                    <a:pt x="18737" y="7025"/>
                    <a:pt x="18737" y="7025"/>
                    <a:pt x="18737" y="7025"/>
                  </a:cubicBezTo>
                  <a:cubicBezTo>
                    <a:pt x="18737" y="6084"/>
                    <a:pt x="18737" y="6084"/>
                    <a:pt x="18737" y="6084"/>
                  </a:cubicBezTo>
                  <a:cubicBezTo>
                    <a:pt x="18925" y="6084"/>
                    <a:pt x="18925" y="6084"/>
                    <a:pt x="18925" y="6084"/>
                  </a:cubicBezTo>
                  <a:lnTo>
                    <a:pt x="18925" y="7025"/>
                  </a:lnTo>
                  <a:close/>
                  <a:moveTo>
                    <a:pt x="188" y="6694"/>
                  </a:moveTo>
                  <a:cubicBezTo>
                    <a:pt x="0" y="6694"/>
                    <a:pt x="0" y="6694"/>
                    <a:pt x="0" y="6694"/>
                  </a:cubicBezTo>
                  <a:cubicBezTo>
                    <a:pt x="0" y="5753"/>
                    <a:pt x="0" y="5753"/>
                    <a:pt x="0" y="5753"/>
                  </a:cubicBezTo>
                  <a:cubicBezTo>
                    <a:pt x="188" y="5753"/>
                    <a:pt x="188" y="5753"/>
                    <a:pt x="188" y="5753"/>
                  </a:cubicBezTo>
                  <a:lnTo>
                    <a:pt x="188" y="6694"/>
                  </a:lnTo>
                  <a:close/>
                  <a:moveTo>
                    <a:pt x="9772" y="6252"/>
                  </a:moveTo>
                  <a:cubicBezTo>
                    <a:pt x="9583" y="6252"/>
                    <a:pt x="9583" y="6252"/>
                    <a:pt x="9583" y="6252"/>
                  </a:cubicBezTo>
                  <a:cubicBezTo>
                    <a:pt x="9583" y="5310"/>
                    <a:pt x="9583" y="5310"/>
                    <a:pt x="9583" y="5310"/>
                  </a:cubicBezTo>
                  <a:cubicBezTo>
                    <a:pt x="9772" y="5310"/>
                    <a:pt x="9772" y="5310"/>
                    <a:pt x="9772" y="5310"/>
                  </a:cubicBezTo>
                  <a:lnTo>
                    <a:pt x="9772" y="6252"/>
                  </a:lnTo>
                  <a:close/>
                  <a:moveTo>
                    <a:pt x="28157" y="5650"/>
                  </a:moveTo>
                  <a:cubicBezTo>
                    <a:pt x="27968" y="5650"/>
                    <a:pt x="27968" y="5650"/>
                    <a:pt x="27968" y="5650"/>
                  </a:cubicBezTo>
                  <a:cubicBezTo>
                    <a:pt x="27968" y="5190"/>
                    <a:pt x="27968" y="5190"/>
                    <a:pt x="27968" y="5190"/>
                  </a:cubicBezTo>
                  <a:cubicBezTo>
                    <a:pt x="27968" y="5027"/>
                    <a:pt x="27976" y="4863"/>
                    <a:pt x="27990" y="4701"/>
                  </a:cubicBezTo>
                  <a:cubicBezTo>
                    <a:pt x="28178" y="4717"/>
                    <a:pt x="28178" y="4717"/>
                    <a:pt x="28178" y="4717"/>
                  </a:cubicBezTo>
                  <a:cubicBezTo>
                    <a:pt x="28164" y="4874"/>
                    <a:pt x="28157" y="5033"/>
                    <a:pt x="28157" y="5190"/>
                  </a:cubicBezTo>
                  <a:lnTo>
                    <a:pt x="28157" y="5650"/>
                  </a:lnTo>
                  <a:close/>
                  <a:moveTo>
                    <a:pt x="37740" y="5218"/>
                  </a:moveTo>
                  <a:cubicBezTo>
                    <a:pt x="37552" y="5218"/>
                    <a:pt x="37552" y="5218"/>
                    <a:pt x="37552" y="5218"/>
                  </a:cubicBezTo>
                  <a:cubicBezTo>
                    <a:pt x="37552" y="5190"/>
                    <a:pt x="37552" y="5190"/>
                    <a:pt x="37552" y="5190"/>
                  </a:cubicBezTo>
                  <a:cubicBezTo>
                    <a:pt x="37552" y="4890"/>
                    <a:pt x="37527" y="4590"/>
                    <a:pt x="37476" y="4297"/>
                  </a:cubicBezTo>
                  <a:cubicBezTo>
                    <a:pt x="37662" y="4266"/>
                    <a:pt x="37662" y="4266"/>
                    <a:pt x="37662" y="4266"/>
                  </a:cubicBezTo>
                  <a:cubicBezTo>
                    <a:pt x="37714" y="4569"/>
                    <a:pt x="37740" y="4880"/>
                    <a:pt x="37740" y="5190"/>
                  </a:cubicBezTo>
                  <a:lnTo>
                    <a:pt x="37740" y="5218"/>
                  </a:lnTo>
                  <a:close/>
                  <a:moveTo>
                    <a:pt x="18735" y="5145"/>
                  </a:moveTo>
                  <a:cubicBezTo>
                    <a:pt x="18727" y="4836"/>
                    <a:pt x="18693" y="4527"/>
                    <a:pt x="18634" y="4226"/>
                  </a:cubicBezTo>
                  <a:cubicBezTo>
                    <a:pt x="18819" y="4190"/>
                    <a:pt x="18819" y="4190"/>
                    <a:pt x="18819" y="4190"/>
                  </a:cubicBezTo>
                  <a:cubicBezTo>
                    <a:pt x="18880" y="4501"/>
                    <a:pt x="18915" y="4820"/>
                    <a:pt x="18923" y="5140"/>
                  </a:cubicBezTo>
                  <a:lnTo>
                    <a:pt x="18735" y="5145"/>
                  </a:lnTo>
                  <a:close/>
                  <a:moveTo>
                    <a:pt x="188" y="4811"/>
                  </a:moveTo>
                  <a:cubicBezTo>
                    <a:pt x="0" y="4811"/>
                    <a:pt x="0" y="4811"/>
                    <a:pt x="0" y="4811"/>
                  </a:cubicBezTo>
                  <a:cubicBezTo>
                    <a:pt x="0" y="3870"/>
                    <a:pt x="0" y="3870"/>
                    <a:pt x="0" y="3870"/>
                  </a:cubicBezTo>
                  <a:cubicBezTo>
                    <a:pt x="188" y="3870"/>
                    <a:pt x="188" y="3870"/>
                    <a:pt x="188" y="3870"/>
                  </a:cubicBezTo>
                  <a:lnTo>
                    <a:pt x="188" y="4811"/>
                  </a:lnTo>
                  <a:close/>
                  <a:moveTo>
                    <a:pt x="9845" y="4389"/>
                  </a:moveTo>
                  <a:cubicBezTo>
                    <a:pt x="9659" y="4358"/>
                    <a:pt x="9659" y="4358"/>
                    <a:pt x="9659" y="4358"/>
                  </a:cubicBezTo>
                  <a:cubicBezTo>
                    <a:pt x="9711" y="4043"/>
                    <a:pt x="9791" y="3731"/>
                    <a:pt x="9895" y="3431"/>
                  </a:cubicBezTo>
                  <a:cubicBezTo>
                    <a:pt x="10073" y="3493"/>
                    <a:pt x="10073" y="3493"/>
                    <a:pt x="10073" y="3493"/>
                  </a:cubicBezTo>
                  <a:cubicBezTo>
                    <a:pt x="9972" y="3783"/>
                    <a:pt x="9895" y="4084"/>
                    <a:pt x="9845" y="4389"/>
                  </a:cubicBezTo>
                  <a:close/>
                  <a:moveTo>
                    <a:pt x="28341" y="3809"/>
                  </a:moveTo>
                  <a:cubicBezTo>
                    <a:pt x="28159" y="3759"/>
                    <a:pt x="28159" y="3759"/>
                    <a:pt x="28159" y="3759"/>
                  </a:cubicBezTo>
                  <a:cubicBezTo>
                    <a:pt x="28243" y="3451"/>
                    <a:pt x="28355" y="3150"/>
                    <a:pt x="28493" y="2862"/>
                  </a:cubicBezTo>
                  <a:cubicBezTo>
                    <a:pt x="28662" y="2944"/>
                    <a:pt x="28662" y="2944"/>
                    <a:pt x="28662" y="2944"/>
                  </a:cubicBezTo>
                  <a:cubicBezTo>
                    <a:pt x="28530" y="3221"/>
                    <a:pt x="28422" y="3512"/>
                    <a:pt x="28341" y="3809"/>
                  </a:cubicBezTo>
                  <a:close/>
                  <a:moveTo>
                    <a:pt x="37240" y="3405"/>
                  </a:moveTo>
                  <a:cubicBezTo>
                    <a:pt x="37135" y="3115"/>
                    <a:pt x="37003" y="2834"/>
                    <a:pt x="36848" y="2570"/>
                  </a:cubicBezTo>
                  <a:cubicBezTo>
                    <a:pt x="37010" y="2474"/>
                    <a:pt x="37010" y="2474"/>
                    <a:pt x="37010" y="2474"/>
                  </a:cubicBezTo>
                  <a:cubicBezTo>
                    <a:pt x="37171" y="2749"/>
                    <a:pt x="37308" y="3040"/>
                    <a:pt x="37417" y="3341"/>
                  </a:cubicBezTo>
                  <a:lnTo>
                    <a:pt x="37240" y="3405"/>
                  </a:lnTo>
                  <a:close/>
                  <a:moveTo>
                    <a:pt x="18379" y="3338"/>
                  </a:moveTo>
                  <a:cubicBezTo>
                    <a:pt x="18268" y="3050"/>
                    <a:pt x="18131" y="2771"/>
                    <a:pt x="17973" y="2509"/>
                  </a:cubicBezTo>
                  <a:cubicBezTo>
                    <a:pt x="18134" y="2412"/>
                    <a:pt x="18134" y="2412"/>
                    <a:pt x="18134" y="2412"/>
                  </a:cubicBezTo>
                  <a:cubicBezTo>
                    <a:pt x="18298" y="2682"/>
                    <a:pt x="18440" y="2972"/>
                    <a:pt x="18555" y="3271"/>
                  </a:cubicBezTo>
                  <a:lnTo>
                    <a:pt x="18379" y="3338"/>
                  </a:lnTo>
                  <a:close/>
                  <a:moveTo>
                    <a:pt x="188" y="2928"/>
                  </a:moveTo>
                  <a:cubicBezTo>
                    <a:pt x="0" y="2928"/>
                    <a:pt x="0" y="2928"/>
                    <a:pt x="0" y="2928"/>
                  </a:cubicBezTo>
                  <a:cubicBezTo>
                    <a:pt x="0" y="1987"/>
                    <a:pt x="0" y="1987"/>
                    <a:pt x="0" y="1987"/>
                  </a:cubicBezTo>
                  <a:cubicBezTo>
                    <a:pt x="188" y="1987"/>
                    <a:pt x="188" y="1987"/>
                    <a:pt x="188" y="1987"/>
                  </a:cubicBezTo>
                  <a:lnTo>
                    <a:pt x="188" y="2928"/>
                  </a:lnTo>
                  <a:close/>
                  <a:moveTo>
                    <a:pt x="10452" y="2652"/>
                  </a:moveTo>
                  <a:cubicBezTo>
                    <a:pt x="10288" y="2559"/>
                    <a:pt x="10288" y="2559"/>
                    <a:pt x="10288" y="2559"/>
                  </a:cubicBezTo>
                  <a:cubicBezTo>
                    <a:pt x="10446" y="2279"/>
                    <a:pt x="10629" y="2014"/>
                    <a:pt x="10832" y="1771"/>
                  </a:cubicBezTo>
                  <a:cubicBezTo>
                    <a:pt x="10976" y="1892"/>
                    <a:pt x="10976" y="1892"/>
                    <a:pt x="10976" y="1892"/>
                  </a:cubicBezTo>
                  <a:cubicBezTo>
                    <a:pt x="10781" y="2126"/>
                    <a:pt x="10604" y="2382"/>
                    <a:pt x="10452" y="2652"/>
                  </a:cubicBezTo>
                  <a:close/>
                  <a:moveTo>
                    <a:pt x="29134" y="2151"/>
                  </a:moveTo>
                  <a:cubicBezTo>
                    <a:pt x="28982" y="2040"/>
                    <a:pt x="28982" y="2040"/>
                    <a:pt x="28982" y="2040"/>
                  </a:cubicBezTo>
                  <a:cubicBezTo>
                    <a:pt x="29171" y="1781"/>
                    <a:pt x="29383" y="1539"/>
                    <a:pt x="29614" y="1321"/>
                  </a:cubicBezTo>
                  <a:cubicBezTo>
                    <a:pt x="29743" y="1458"/>
                    <a:pt x="29743" y="1458"/>
                    <a:pt x="29743" y="1458"/>
                  </a:cubicBezTo>
                  <a:cubicBezTo>
                    <a:pt x="29521" y="1668"/>
                    <a:pt x="29316" y="1901"/>
                    <a:pt x="29134" y="2151"/>
                  </a:cubicBezTo>
                  <a:close/>
                  <a:moveTo>
                    <a:pt x="36311" y="1819"/>
                  </a:moveTo>
                  <a:cubicBezTo>
                    <a:pt x="36109" y="1585"/>
                    <a:pt x="35885" y="1371"/>
                    <a:pt x="35645" y="1181"/>
                  </a:cubicBezTo>
                  <a:cubicBezTo>
                    <a:pt x="35762" y="1034"/>
                    <a:pt x="35762" y="1034"/>
                    <a:pt x="35762" y="1034"/>
                  </a:cubicBezTo>
                  <a:cubicBezTo>
                    <a:pt x="36011" y="1230"/>
                    <a:pt x="36243" y="1453"/>
                    <a:pt x="36454" y="1696"/>
                  </a:cubicBezTo>
                  <a:lnTo>
                    <a:pt x="36311" y="1819"/>
                  </a:lnTo>
                  <a:close/>
                  <a:moveTo>
                    <a:pt x="17424" y="1767"/>
                  </a:moveTo>
                  <a:cubicBezTo>
                    <a:pt x="17217" y="1536"/>
                    <a:pt x="16989" y="1326"/>
                    <a:pt x="16746" y="1144"/>
                  </a:cubicBezTo>
                  <a:cubicBezTo>
                    <a:pt x="16859" y="994"/>
                    <a:pt x="16859" y="994"/>
                    <a:pt x="16859" y="994"/>
                  </a:cubicBezTo>
                  <a:cubicBezTo>
                    <a:pt x="17111" y="1183"/>
                    <a:pt x="17349" y="1401"/>
                    <a:pt x="17564" y="1642"/>
                  </a:cubicBezTo>
                  <a:lnTo>
                    <a:pt x="17424" y="1767"/>
                  </a:lnTo>
                  <a:close/>
                  <a:moveTo>
                    <a:pt x="11633" y="1245"/>
                  </a:moveTo>
                  <a:cubicBezTo>
                    <a:pt x="11514" y="1099"/>
                    <a:pt x="11514" y="1099"/>
                    <a:pt x="11514" y="1099"/>
                  </a:cubicBezTo>
                  <a:cubicBezTo>
                    <a:pt x="11766" y="896"/>
                    <a:pt x="12037" y="720"/>
                    <a:pt x="12319" y="576"/>
                  </a:cubicBezTo>
                  <a:cubicBezTo>
                    <a:pt x="12404" y="744"/>
                    <a:pt x="12404" y="744"/>
                    <a:pt x="12404" y="744"/>
                  </a:cubicBezTo>
                  <a:cubicBezTo>
                    <a:pt x="12134" y="882"/>
                    <a:pt x="11874" y="1050"/>
                    <a:pt x="11633" y="1245"/>
                  </a:cubicBezTo>
                  <a:close/>
                  <a:moveTo>
                    <a:pt x="188" y="1046"/>
                  </a:moveTo>
                  <a:cubicBezTo>
                    <a:pt x="0" y="1046"/>
                    <a:pt x="0" y="1046"/>
                    <a:pt x="0" y="1046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188" y="104"/>
                    <a:pt x="188" y="104"/>
                    <a:pt x="188" y="104"/>
                  </a:cubicBezTo>
                  <a:lnTo>
                    <a:pt x="188" y="1046"/>
                  </a:lnTo>
                  <a:close/>
                  <a:moveTo>
                    <a:pt x="30472" y="893"/>
                  </a:moveTo>
                  <a:cubicBezTo>
                    <a:pt x="30371" y="734"/>
                    <a:pt x="30371" y="734"/>
                    <a:pt x="30371" y="734"/>
                  </a:cubicBezTo>
                  <a:cubicBezTo>
                    <a:pt x="30643" y="562"/>
                    <a:pt x="30932" y="418"/>
                    <a:pt x="31229" y="307"/>
                  </a:cubicBezTo>
                  <a:cubicBezTo>
                    <a:pt x="31296" y="483"/>
                    <a:pt x="31296" y="483"/>
                    <a:pt x="31296" y="483"/>
                  </a:cubicBezTo>
                  <a:cubicBezTo>
                    <a:pt x="31010" y="590"/>
                    <a:pt x="30733" y="728"/>
                    <a:pt x="30472" y="893"/>
                  </a:cubicBezTo>
                  <a:close/>
                  <a:moveTo>
                    <a:pt x="34870" y="684"/>
                  </a:moveTo>
                  <a:cubicBezTo>
                    <a:pt x="34595" y="544"/>
                    <a:pt x="34306" y="433"/>
                    <a:pt x="34012" y="353"/>
                  </a:cubicBezTo>
                  <a:cubicBezTo>
                    <a:pt x="34061" y="171"/>
                    <a:pt x="34061" y="171"/>
                    <a:pt x="34061" y="171"/>
                  </a:cubicBezTo>
                  <a:cubicBezTo>
                    <a:pt x="34368" y="255"/>
                    <a:pt x="34669" y="371"/>
                    <a:pt x="34955" y="517"/>
                  </a:cubicBezTo>
                  <a:lnTo>
                    <a:pt x="34870" y="684"/>
                  </a:lnTo>
                  <a:close/>
                  <a:moveTo>
                    <a:pt x="15957" y="673"/>
                  </a:moveTo>
                  <a:cubicBezTo>
                    <a:pt x="15676" y="543"/>
                    <a:pt x="15383" y="446"/>
                    <a:pt x="15085" y="383"/>
                  </a:cubicBezTo>
                  <a:cubicBezTo>
                    <a:pt x="15124" y="199"/>
                    <a:pt x="15124" y="199"/>
                    <a:pt x="15124" y="199"/>
                  </a:cubicBezTo>
                  <a:cubicBezTo>
                    <a:pt x="15436" y="265"/>
                    <a:pt x="15742" y="366"/>
                    <a:pt x="16035" y="502"/>
                  </a:cubicBezTo>
                  <a:lnTo>
                    <a:pt x="15957" y="673"/>
                  </a:lnTo>
                  <a:close/>
                  <a:moveTo>
                    <a:pt x="13263" y="420"/>
                  </a:moveTo>
                  <a:cubicBezTo>
                    <a:pt x="13217" y="238"/>
                    <a:pt x="13217" y="238"/>
                    <a:pt x="13217" y="238"/>
                  </a:cubicBezTo>
                  <a:cubicBezTo>
                    <a:pt x="13528" y="159"/>
                    <a:pt x="13848" y="115"/>
                    <a:pt x="14168" y="109"/>
                  </a:cubicBezTo>
                  <a:cubicBezTo>
                    <a:pt x="14172" y="297"/>
                    <a:pt x="14172" y="297"/>
                    <a:pt x="14172" y="297"/>
                  </a:cubicBezTo>
                  <a:cubicBezTo>
                    <a:pt x="13866" y="303"/>
                    <a:pt x="13560" y="345"/>
                    <a:pt x="13263" y="420"/>
                  </a:cubicBezTo>
                  <a:close/>
                  <a:moveTo>
                    <a:pt x="32185" y="249"/>
                  </a:moveTo>
                  <a:cubicBezTo>
                    <a:pt x="32157" y="63"/>
                    <a:pt x="32157" y="63"/>
                    <a:pt x="32157" y="63"/>
                  </a:cubicBezTo>
                  <a:cubicBezTo>
                    <a:pt x="32472" y="15"/>
                    <a:pt x="32798" y="0"/>
                    <a:pt x="33115" y="18"/>
                  </a:cubicBezTo>
                  <a:cubicBezTo>
                    <a:pt x="33104" y="206"/>
                    <a:pt x="33104" y="206"/>
                    <a:pt x="33104" y="206"/>
                  </a:cubicBezTo>
                  <a:cubicBezTo>
                    <a:pt x="32800" y="188"/>
                    <a:pt x="32487" y="203"/>
                    <a:pt x="32185" y="2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3" name="Google Shape;193;p11"/>
          <p:cNvGrpSpPr/>
          <p:nvPr/>
        </p:nvGrpSpPr>
        <p:grpSpPr>
          <a:xfrm rot="2700000">
            <a:off x="-1555744" y="-3830220"/>
            <a:ext cx="7275835" cy="7275835"/>
            <a:chOff x="-2008470" y="-2569457"/>
            <a:chExt cx="5456928" cy="5456928"/>
          </a:xfrm>
        </p:grpSpPr>
        <p:sp>
          <p:nvSpPr>
            <p:cNvPr id="194" name="Google Shape;194;p11"/>
            <p:cNvSpPr/>
            <p:nvPr/>
          </p:nvSpPr>
          <p:spPr>
            <a:xfrm rot="-2700000">
              <a:off x="-2029087" y="-950544"/>
              <a:ext cx="5498161" cy="2219101"/>
            </a:xfrm>
            <a:custGeom>
              <a:avLst/>
              <a:gdLst/>
              <a:ahLst/>
              <a:cxnLst/>
              <a:rect l="l" t="t" r="r" b="b"/>
              <a:pathLst>
                <a:path w="40188" h="16216" extrusionOk="0">
                  <a:moveTo>
                    <a:pt x="24671" y="16216"/>
                  </a:moveTo>
                  <a:cubicBezTo>
                    <a:pt x="21399" y="16216"/>
                    <a:pt x="18737" y="13343"/>
                    <a:pt x="18737" y="9813"/>
                  </a:cubicBezTo>
                  <a:cubicBezTo>
                    <a:pt x="18737" y="6500"/>
                    <a:pt x="18737" y="6500"/>
                    <a:pt x="18737" y="6500"/>
                  </a:cubicBezTo>
                  <a:cubicBezTo>
                    <a:pt x="18737" y="4423"/>
                    <a:pt x="17275" y="2733"/>
                    <a:pt x="15478" y="2733"/>
                  </a:cubicBezTo>
                  <a:cubicBezTo>
                    <a:pt x="13681" y="2733"/>
                    <a:pt x="12219" y="4423"/>
                    <a:pt x="12219" y="6501"/>
                  </a:cubicBezTo>
                  <a:cubicBezTo>
                    <a:pt x="12219" y="9813"/>
                    <a:pt x="12219" y="9813"/>
                    <a:pt x="12219" y="9813"/>
                  </a:cubicBezTo>
                  <a:cubicBezTo>
                    <a:pt x="12219" y="13343"/>
                    <a:pt x="9479" y="16216"/>
                    <a:pt x="6110" y="16216"/>
                  </a:cubicBezTo>
                  <a:cubicBezTo>
                    <a:pt x="2741" y="16216"/>
                    <a:pt x="0" y="13343"/>
                    <a:pt x="0" y="9813"/>
                  </a:cubicBezTo>
                  <a:cubicBezTo>
                    <a:pt x="0" y="1317"/>
                    <a:pt x="0" y="1317"/>
                    <a:pt x="0" y="1317"/>
                  </a:cubicBezTo>
                  <a:cubicBezTo>
                    <a:pt x="2636" y="1317"/>
                    <a:pt x="2636" y="1317"/>
                    <a:pt x="2636" y="1317"/>
                  </a:cubicBezTo>
                  <a:cubicBezTo>
                    <a:pt x="2636" y="9813"/>
                    <a:pt x="2636" y="9813"/>
                    <a:pt x="2636" y="9813"/>
                  </a:cubicBezTo>
                  <a:cubicBezTo>
                    <a:pt x="2636" y="11890"/>
                    <a:pt x="4194" y="13580"/>
                    <a:pt x="6110" y="13580"/>
                  </a:cubicBezTo>
                  <a:cubicBezTo>
                    <a:pt x="8025" y="13580"/>
                    <a:pt x="9584" y="11890"/>
                    <a:pt x="9584" y="9813"/>
                  </a:cubicBezTo>
                  <a:cubicBezTo>
                    <a:pt x="9584" y="6501"/>
                    <a:pt x="9584" y="6501"/>
                    <a:pt x="9584" y="6501"/>
                  </a:cubicBezTo>
                  <a:cubicBezTo>
                    <a:pt x="9584" y="2970"/>
                    <a:pt x="12228" y="97"/>
                    <a:pt x="15478" y="97"/>
                  </a:cubicBezTo>
                  <a:cubicBezTo>
                    <a:pt x="18728" y="97"/>
                    <a:pt x="21373" y="2970"/>
                    <a:pt x="21373" y="6500"/>
                  </a:cubicBezTo>
                  <a:cubicBezTo>
                    <a:pt x="21373" y="9813"/>
                    <a:pt x="21373" y="9813"/>
                    <a:pt x="21373" y="9813"/>
                  </a:cubicBezTo>
                  <a:cubicBezTo>
                    <a:pt x="21373" y="11890"/>
                    <a:pt x="22852" y="13580"/>
                    <a:pt x="24671" y="13580"/>
                  </a:cubicBezTo>
                  <a:cubicBezTo>
                    <a:pt x="26489" y="13580"/>
                    <a:pt x="27969" y="11890"/>
                    <a:pt x="27969" y="9813"/>
                  </a:cubicBezTo>
                  <a:cubicBezTo>
                    <a:pt x="27969" y="6403"/>
                    <a:pt x="27969" y="6403"/>
                    <a:pt x="27969" y="6403"/>
                  </a:cubicBezTo>
                  <a:cubicBezTo>
                    <a:pt x="27969" y="4713"/>
                    <a:pt x="28596" y="3116"/>
                    <a:pt x="29735" y="1907"/>
                  </a:cubicBezTo>
                  <a:cubicBezTo>
                    <a:pt x="30894" y="677"/>
                    <a:pt x="32437" y="0"/>
                    <a:pt x="34078" y="0"/>
                  </a:cubicBezTo>
                  <a:cubicBezTo>
                    <a:pt x="34078" y="0"/>
                    <a:pt x="34078" y="0"/>
                    <a:pt x="34078" y="0"/>
                  </a:cubicBezTo>
                  <a:cubicBezTo>
                    <a:pt x="35720" y="0"/>
                    <a:pt x="37262" y="677"/>
                    <a:pt x="38422" y="1907"/>
                  </a:cubicBezTo>
                  <a:cubicBezTo>
                    <a:pt x="39561" y="3116"/>
                    <a:pt x="40188" y="4713"/>
                    <a:pt x="40188" y="6403"/>
                  </a:cubicBezTo>
                  <a:cubicBezTo>
                    <a:pt x="40188" y="14898"/>
                    <a:pt x="40188" y="14898"/>
                    <a:pt x="40188" y="14898"/>
                  </a:cubicBezTo>
                  <a:cubicBezTo>
                    <a:pt x="37552" y="14898"/>
                    <a:pt x="37552" y="14898"/>
                    <a:pt x="37552" y="14898"/>
                  </a:cubicBezTo>
                  <a:cubicBezTo>
                    <a:pt x="37552" y="6403"/>
                    <a:pt x="37552" y="6403"/>
                    <a:pt x="37552" y="6403"/>
                  </a:cubicBezTo>
                  <a:cubicBezTo>
                    <a:pt x="37552" y="5387"/>
                    <a:pt x="37180" y="4433"/>
                    <a:pt x="36503" y="3715"/>
                  </a:cubicBezTo>
                  <a:cubicBezTo>
                    <a:pt x="35847" y="3019"/>
                    <a:pt x="34986" y="2635"/>
                    <a:pt x="34078" y="2635"/>
                  </a:cubicBezTo>
                  <a:cubicBezTo>
                    <a:pt x="33171" y="2635"/>
                    <a:pt x="32309" y="3019"/>
                    <a:pt x="31653" y="3715"/>
                  </a:cubicBezTo>
                  <a:cubicBezTo>
                    <a:pt x="30977" y="4433"/>
                    <a:pt x="30604" y="5387"/>
                    <a:pt x="30604" y="6403"/>
                  </a:cubicBezTo>
                  <a:cubicBezTo>
                    <a:pt x="30604" y="9813"/>
                    <a:pt x="30604" y="9813"/>
                    <a:pt x="30604" y="9813"/>
                  </a:cubicBezTo>
                  <a:cubicBezTo>
                    <a:pt x="30604" y="13343"/>
                    <a:pt x="27943" y="16216"/>
                    <a:pt x="24671" y="1621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11"/>
            <p:cNvSpPr/>
            <p:nvPr/>
          </p:nvSpPr>
          <p:spPr>
            <a:xfrm rot="-2700000">
              <a:off x="-1861614" y="-783795"/>
              <a:ext cx="5162314" cy="1884632"/>
            </a:xfrm>
            <a:custGeom>
              <a:avLst/>
              <a:gdLst/>
              <a:ahLst/>
              <a:cxnLst/>
              <a:rect l="l" t="t" r="r" b="b"/>
              <a:pathLst>
                <a:path w="37740" h="13779" extrusionOk="0">
                  <a:moveTo>
                    <a:pt x="23447" y="13779"/>
                  </a:moveTo>
                  <a:cubicBezTo>
                    <a:pt x="23200" y="13779"/>
                    <a:pt x="22952" y="13758"/>
                    <a:pt x="22710" y="13715"/>
                  </a:cubicBezTo>
                  <a:cubicBezTo>
                    <a:pt x="22743" y="13530"/>
                    <a:pt x="22743" y="13530"/>
                    <a:pt x="22743" y="13530"/>
                  </a:cubicBezTo>
                  <a:cubicBezTo>
                    <a:pt x="23044" y="13583"/>
                    <a:pt x="23355" y="13601"/>
                    <a:pt x="23659" y="13585"/>
                  </a:cubicBezTo>
                  <a:cubicBezTo>
                    <a:pt x="23669" y="13773"/>
                    <a:pt x="23669" y="13773"/>
                    <a:pt x="23669" y="13773"/>
                  </a:cubicBezTo>
                  <a:cubicBezTo>
                    <a:pt x="23595" y="13777"/>
                    <a:pt x="23521" y="13779"/>
                    <a:pt x="23447" y="13779"/>
                  </a:cubicBezTo>
                  <a:close/>
                  <a:moveTo>
                    <a:pt x="4631" y="13772"/>
                  </a:moveTo>
                  <a:cubicBezTo>
                    <a:pt x="4312" y="13755"/>
                    <a:pt x="3993" y="13703"/>
                    <a:pt x="3684" y="13620"/>
                  </a:cubicBezTo>
                  <a:cubicBezTo>
                    <a:pt x="3734" y="13438"/>
                    <a:pt x="3734" y="13438"/>
                    <a:pt x="3734" y="13438"/>
                  </a:cubicBezTo>
                  <a:cubicBezTo>
                    <a:pt x="4030" y="13518"/>
                    <a:pt x="4335" y="13567"/>
                    <a:pt x="4642" y="13584"/>
                  </a:cubicBezTo>
                  <a:lnTo>
                    <a:pt x="4631" y="13772"/>
                  </a:lnTo>
                  <a:close/>
                  <a:moveTo>
                    <a:pt x="5589" y="13725"/>
                  </a:moveTo>
                  <a:cubicBezTo>
                    <a:pt x="5560" y="13539"/>
                    <a:pt x="5560" y="13539"/>
                    <a:pt x="5560" y="13539"/>
                  </a:cubicBezTo>
                  <a:cubicBezTo>
                    <a:pt x="5863" y="13492"/>
                    <a:pt x="6162" y="13414"/>
                    <a:pt x="6449" y="13305"/>
                  </a:cubicBezTo>
                  <a:cubicBezTo>
                    <a:pt x="6516" y="13481"/>
                    <a:pt x="6516" y="13481"/>
                    <a:pt x="6516" y="13481"/>
                  </a:cubicBezTo>
                  <a:cubicBezTo>
                    <a:pt x="6216" y="13594"/>
                    <a:pt x="5904" y="13676"/>
                    <a:pt x="5589" y="13725"/>
                  </a:cubicBezTo>
                  <a:close/>
                  <a:moveTo>
                    <a:pt x="24616" y="13617"/>
                  </a:moveTo>
                  <a:cubicBezTo>
                    <a:pt x="24564" y="13436"/>
                    <a:pt x="24564" y="13436"/>
                    <a:pt x="24564" y="13436"/>
                  </a:cubicBezTo>
                  <a:cubicBezTo>
                    <a:pt x="24856" y="13353"/>
                    <a:pt x="25143" y="13236"/>
                    <a:pt x="25415" y="13090"/>
                  </a:cubicBezTo>
                  <a:cubicBezTo>
                    <a:pt x="25505" y="13255"/>
                    <a:pt x="25505" y="13255"/>
                    <a:pt x="25505" y="13255"/>
                  </a:cubicBezTo>
                  <a:cubicBezTo>
                    <a:pt x="25220" y="13409"/>
                    <a:pt x="24921" y="13530"/>
                    <a:pt x="24616" y="13617"/>
                  </a:cubicBezTo>
                  <a:close/>
                  <a:moveTo>
                    <a:pt x="21789" y="13446"/>
                  </a:moveTo>
                  <a:cubicBezTo>
                    <a:pt x="21496" y="13324"/>
                    <a:pt x="21213" y="13169"/>
                    <a:pt x="20948" y="12985"/>
                  </a:cubicBezTo>
                  <a:cubicBezTo>
                    <a:pt x="21055" y="12830"/>
                    <a:pt x="21055" y="12830"/>
                    <a:pt x="21055" y="12830"/>
                  </a:cubicBezTo>
                  <a:cubicBezTo>
                    <a:pt x="21310" y="13007"/>
                    <a:pt x="21581" y="13155"/>
                    <a:pt x="21861" y="13272"/>
                  </a:cubicBezTo>
                  <a:lnTo>
                    <a:pt x="21789" y="13446"/>
                  </a:lnTo>
                  <a:close/>
                  <a:moveTo>
                    <a:pt x="2790" y="13275"/>
                  </a:moveTo>
                  <a:cubicBezTo>
                    <a:pt x="2507" y="13132"/>
                    <a:pt x="2235" y="12958"/>
                    <a:pt x="1983" y="12759"/>
                  </a:cubicBezTo>
                  <a:cubicBezTo>
                    <a:pt x="2099" y="12611"/>
                    <a:pt x="2099" y="12611"/>
                    <a:pt x="2099" y="12611"/>
                  </a:cubicBezTo>
                  <a:cubicBezTo>
                    <a:pt x="2342" y="12803"/>
                    <a:pt x="2603" y="12970"/>
                    <a:pt x="2875" y="13107"/>
                  </a:cubicBezTo>
                  <a:lnTo>
                    <a:pt x="2790" y="13275"/>
                  </a:lnTo>
                  <a:close/>
                  <a:moveTo>
                    <a:pt x="7374" y="13053"/>
                  </a:moveTo>
                  <a:cubicBezTo>
                    <a:pt x="7273" y="12893"/>
                    <a:pt x="7273" y="12893"/>
                    <a:pt x="7273" y="12893"/>
                  </a:cubicBezTo>
                  <a:cubicBezTo>
                    <a:pt x="7531" y="12731"/>
                    <a:pt x="7776" y="12540"/>
                    <a:pt x="8000" y="12328"/>
                  </a:cubicBezTo>
                  <a:cubicBezTo>
                    <a:pt x="8130" y="12464"/>
                    <a:pt x="8130" y="12464"/>
                    <a:pt x="8130" y="12464"/>
                  </a:cubicBezTo>
                  <a:cubicBezTo>
                    <a:pt x="7896" y="12685"/>
                    <a:pt x="7642" y="12883"/>
                    <a:pt x="7374" y="13053"/>
                  </a:cubicBezTo>
                  <a:close/>
                  <a:moveTo>
                    <a:pt x="37740" y="12749"/>
                  </a:moveTo>
                  <a:cubicBezTo>
                    <a:pt x="37552" y="12749"/>
                    <a:pt x="37552" y="12749"/>
                    <a:pt x="37552" y="12749"/>
                  </a:cubicBezTo>
                  <a:cubicBezTo>
                    <a:pt x="37552" y="11808"/>
                    <a:pt x="37552" y="11808"/>
                    <a:pt x="37552" y="11808"/>
                  </a:cubicBezTo>
                  <a:cubicBezTo>
                    <a:pt x="37740" y="11808"/>
                    <a:pt x="37740" y="11808"/>
                    <a:pt x="37740" y="11808"/>
                  </a:cubicBezTo>
                  <a:lnTo>
                    <a:pt x="37740" y="12749"/>
                  </a:lnTo>
                  <a:close/>
                  <a:moveTo>
                    <a:pt x="26297" y="12716"/>
                  </a:moveTo>
                  <a:cubicBezTo>
                    <a:pt x="26176" y="12572"/>
                    <a:pt x="26176" y="12572"/>
                    <a:pt x="26176" y="12572"/>
                  </a:cubicBezTo>
                  <a:cubicBezTo>
                    <a:pt x="26409" y="12376"/>
                    <a:pt x="26626" y="12155"/>
                    <a:pt x="26820" y="11913"/>
                  </a:cubicBezTo>
                  <a:cubicBezTo>
                    <a:pt x="26967" y="12031"/>
                    <a:pt x="26967" y="12031"/>
                    <a:pt x="26967" y="12031"/>
                  </a:cubicBezTo>
                  <a:cubicBezTo>
                    <a:pt x="26764" y="12282"/>
                    <a:pt x="26539" y="12513"/>
                    <a:pt x="26297" y="12716"/>
                  </a:cubicBezTo>
                  <a:close/>
                  <a:moveTo>
                    <a:pt x="20219" y="12363"/>
                  </a:moveTo>
                  <a:cubicBezTo>
                    <a:pt x="19999" y="12135"/>
                    <a:pt x="19799" y="11883"/>
                    <a:pt x="19622" y="11614"/>
                  </a:cubicBezTo>
                  <a:cubicBezTo>
                    <a:pt x="19780" y="11511"/>
                    <a:pt x="19780" y="11511"/>
                    <a:pt x="19780" y="11511"/>
                  </a:cubicBezTo>
                  <a:cubicBezTo>
                    <a:pt x="19950" y="11770"/>
                    <a:pt x="20143" y="12013"/>
                    <a:pt x="20354" y="12232"/>
                  </a:cubicBezTo>
                  <a:lnTo>
                    <a:pt x="20219" y="12363"/>
                  </a:lnTo>
                  <a:close/>
                  <a:moveTo>
                    <a:pt x="1290" y="12098"/>
                  </a:moveTo>
                  <a:cubicBezTo>
                    <a:pt x="1082" y="11857"/>
                    <a:pt x="894" y="11596"/>
                    <a:pt x="732" y="11320"/>
                  </a:cubicBezTo>
                  <a:cubicBezTo>
                    <a:pt x="895" y="11224"/>
                    <a:pt x="895" y="11224"/>
                    <a:pt x="895" y="11224"/>
                  </a:cubicBezTo>
                  <a:cubicBezTo>
                    <a:pt x="1051" y="11491"/>
                    <a:pt x="1232" y="11743"/>
                    <a:pt x="1432" y="11974"/>
                  </a:cubicBezTo>
                  <a:lnTo>
                    <a:pt x="1290" y="12098"/>
                  </a:lnTo>
                  <a:close/>
                  <a:moveTo>
                    <a:pt x="8761" y="11745"/>
                  </a:moveTo>
                  <a:cubicBezTo>
                    <a:pt x="8609" y="11634"/>
                    <a:pt x="8609" y="11634"/>
                    <a:pt x="8609" y="11634"/>
                  </a:cubicBezTo>
                  <a:cubicBezTo>
                    <a:pt x="8788" y="11386"/>
                    <a:pt x="8947" y="11119"/>
                    <a:pt x="9080" y="10841"/>
                  </a:cubicBezTo>
                  <a:cubicBezTo>
                    <a:pt x="9250" y="10922"/>
                    <a:pt x="9250" y="10922"/>
                    <a:pt x="9250" y="10922"/>
                  </a:cubicBezTo>
                  <a:cubicBezTo>
                    <a:pt x="9112" y="11211"/>
                    <a:pt x="8948" y="11487"/>
                    <a:pt x="8761" y="11745"/>
                  </a:cubicBezTo>
                  <a:close/>
                  <a:moveTo>
                    <a:pt x="27497" y="11234"/>
                  </a:moveTo>
                  <a:cubicBezTo>
                    <a:pt x="27332" y="11145"/>
                    <a:pt x="27332" y="11145"/>
                    <a:pt x="27332" y="11145"/>
                  </a:cubicBezTo>
                  <a:cubicBezTo>
                    <a:pt x="27477" y="10876"/>
                    <a:pt x="27600" y="10590"/>
                    <a:pt x="27697" y="10297"/>
                  </a:cubicBezTo>
                  <a:cubicBezTo>
                    <a:pt x="27876" y="10356"/>
                    <a:pt x="27876" y="10356"/>
                    <a:pt x="27876" y="10356"/>
                  </a:cubicBezTo>
                  <a:cubicBezTo>
                    <a:pt x="27776" y="10660"/>
                    <a:pt x="27648" y="10956"/>
                    <a:pt x="27497" y="11234"/>
                  </a:cubicBezTo>
                  <a:close/>
                  <a:moveTo>
                    <a:pt x="37740" y="10866"/>
                  </a:moveTo>
                  <a:cubicBezTo>
                    <a:pt x="37552" y="10866"/>
                    <a:pt x="37552" y="10866"/>
                    <a:pt x="37552" y="10866"/>
                  </a:cubicBezTo>
                  <a:cubicBezTo>
                    <a:pt x="37552" y="9925"/>
                    <a:pt x="37552" y="9925"/>
                    <a:pt x="37552" y="9925"/>
                  </a:cubicBezTo>
                  <a:cubicBezTo>
                    <a:pt x="37740" y="9925"/>
                    <a:pt x="37740" y="9925"/>
                    <a:pt x="37740" y="9925"/>
                  </a:cubicBezTo>
                  <a:lnTo>
                    <a:pt x="37740" y="10866"/>
                  </a:lnTo>
                  <a:close/>
                  <a:moveTo>
                    <a:pt x="19173" y="10769"/>
                  </a:moveTo>
                  <a:cubicBezTo>
                    <a:pt x="19049" y="10477"/>
                    <a:pt x="18950" y="10170"/>
                    <a:pt x="18879" y="9859"/>
                  </a:cubicBezTo>
                  <a:cubicBezTo>
                    <a:pt x="19062" y="9817"/>
                    <a:pt x="19062" y="9817"/>
                    <a:pt x="19062" y="9817"/>
                  </a:cubicBezTo>
                  <a:cubicBezTo>
                    <a:pt x="19131" y="10118"/>
                    <a:pt x="19227" y="10414"/>
                    <a:pt x="19346" y="10696"/>
                  </a:cubicBezTo>
                  <a:lnTo>
                    <a:pt x="19173" y="10769"/>
                  </a:lnTo>
                  <a:close/>
                  <a:moveTo>
                    <a:pt x="325" y="10454"/>
                  </a:moveTo>
                  <a:cubicBezTo>
                    <a:pt x="216" y="10155"/>
                    <a:pt x="133" y="9844"/>
                    <a:pt x="79" y="9529"/>
                  </a:cubicBezTo>
                  <a:cubicBezTo>
                    <a:pt x="264" y="9497"/>
                    <a:pt x="264" y="9497"/>
                    <a:pt x="264" y="9497"/>
                  </a:cubicBezTo>
                  <a:cubicBezTo>
                    <a:pt x="317" y="9801"/>
                    <a:pt x="397" y="10101"/>
                    <a:pt x="502" y="10389"/>
                  </a:cubicBezTo>
                  <a:lnTo>
                    <a:pt x="325" y="10454"/>
                  </a:lnTo>
                  <a:close/>
                  <a:moveTo>
                    <a:pt x="9582" y="10025"/>
                  </a:moveTo>
                  <a:cubicBezTo>
                    <a:pt x="9401" y="9975"/>
                    <a:pt x="9401" y="9975"/>
                    <a:pt x="9401" y="9975"/>
                  </a:cubicBezTo>
                  <a:cubicBezTo>
                    <a:pt x="9481" y="9680"/>
                    <a:pt x="9536" y="9374"/>
                    <a:pt x="9563" y="9067"/>
                  </a:cubicBezTo>
                  <a:cubicBezTo>
                    <a:pt x="9750" y="9083"/>
                    <a:pt x="9750" y="9083"/>
                    <a:pt x="9750" y="9083"/>
                  </a:cubicBezTo>
                  <a:cubicBezTo>
                    <a:pt x="9722" y="9402"/>
                    <a:pt x="9666" y="9718"/>
                    <a:pt x="9582" y="10025"/>
                  </a:cubicBezTo>
                  <a:close/>
                  <a:moveTo>
                    <a:pt x="28096" y="9426"/>
                  </a:moveTo>
                  <a:cubicBezTo>
                    <a:pt x="27910" y="9398"/>
                    <a:pt x="27910" y="9398"/>
                    <a:pt x="27910" y="9398"/>
                  </a:cubicBezTo>
                  <a:cubicBezTo>
                    <a:pt x="27949" y="9136"/>
                    <a:pt x="27968" y="8867"/>
                    <a:pt x="27968" y="8600"/>
                  </a:cubicBezTo>
                  <a:cubicBezTo>
                    <a:pt x="27968" y="8474"/>
                    <a:pt x="27968" y="8474"/>
                    <a:pt x="27968" y="8474"/>
                  </a:cubicBezTo>
                  <a:cubicBezTo>
                    <a:pt x="28157" y="8474"/>
                    <a:pt x="28157" y="8474"/>
                    <a:pt x="28157" y="8474"/>
                  </a:cubicBezTo>
                  <a:cubicBezTo>
                    <a:pt x="28157" y="8600"/>
                    <a:pt x="28157" y="8600"/>
                    <a:pt x="28157" y="8600"/>
                  </a:cubicBezTo>
                  <a:cubicBezTo>
                    <a:pt x="28157" y="8876"/>
                    <a:pt x="28136" y="9154"/>
                    <a:pt x="28096" y="9426"/>
                  </a:cubicBezTo>
                  <a:close/>
                  <a:moveTo>
                    <a:pt x="37740" y="8984"/>
                  </a:moveTo>
                  <a:cubicBezTo>
                    <a:pt x="37552" y="8984"/>
                    <a:pt x="37552" y="8984"/>
                    <a:pt x="37552" y="8984"/>
                  </a:cubicBezTo>
                  <a:cubicBezTo>
                    <a:pt x="37552" y="8042"/>
                    <a:pt x="37552" y="8042"/>
                    <a:pt x="37552" y="8042"/>
                  </a:cubicBezTo>
                  <a:cubicBezTo>
                    <a:pt x="37740" y="8042"/>
                    <a:pt x="37740" y="8042"/>
                    <a:pt x="37740" y="8042"/>
                  </a:cubicBezTo>
                  <a:lnTo>
                    <a:pt x="37740" y="8984"/>
                  </a:lnTo>
                  <a:close/>
                  <a:moveTo>
                    <a:pt x="18745" y="8913"/>
                  </a:moveTo>
                  <a:cubicBezTo>
                    <a:pt x="18740" y="8809"/>
                    <a:pt x="18737" y="8703"/>
                    <a:pt x="18737" y="8600"/>
                  </a:cubicBezTo>
                  <a:cubicBezTo>
                    <a:pt x="18737" y="7966"/>
                    <a:pt x="18737" y="7966"/>
                    <a:pt x="18737" y="7966"/>
                  </a:cubicBezTo>
                  <a:cubicBezTo>
                    <a:pt x="18925" y="7966"/>
                    <a:pt x="18925" y="7966"/>
                    <a:pt x="18925" y="7966"/>
                  </a:cubicBezTo>
                  <a:cubicBezTo>
                    <a:pt x="18925" y="8600"/>
                    <a:pt x="18925" y="8600"/>
                    <a:pt x="18925" y="8600"/>
                  </a:cubicBezTo>
                  <a:cubicBezTo>
                    <a:pt x="18925" y="8700"/>
                    <a:pt x="18928" y="8802"/>
                    <a:pt x="18933" y="8902"/>
                  </a:cubicBezTo>
                  <a:lnTo>
                    <a:pt x="18745" y="8913"/>
                  </a:lnTo>
                  <a:close/>
                  <a:moveTo>
                    <a:pt x="188" y="8577"/>
                  </a:moveTo>
                  <a:cubicBezTo>
                    <a:pt x="0" y="8577"/>
                    <a:pt x="0" y="8577"/>
                    <a:pt x="0" y="8577"/>
                  </a:cubicBezTo>
                  <a:cubicBezTo>
                    <a:pt x="0" y="7635"/>
                    <a:pt x="0" y="7635"/>
                    <a:pt x="0" y="7635"/>
                  </a:cubicBezTo>
                  <a:cubicBezTo>
                    <a:pt x="188" y="7635"/>
                    <a:pt x="188" y="7635"/>
                    <a:pt x="188" y="7635"/>
                  </a:cubicBezTo>
                  <a:lnTo>
                    <a:pt x="188" y="8577"/>
                  </a:lnTo>
                  <a:close/>
                  <a:moveTo>
                    <a:pt x="9772" y="8134"/>
                  </a:moveTo>
                  <a:cubicBezTo>
                    <a:pt x="9583" y="8134"/>
                    <a:pt x="9583" y="8134"/>
                    <a:pt x="9583" y="8134"/>
                  </a:cubicBezTo>
                  <a:cubicBezTo>
                    <a:pt x="9583" y="7193"/>
                    <a:pt x="9583" y="7193"/>
                    <a:pt x="9583" y="7193"/>
                  </a:cubicBezTo>
                  <a:cubicBezTo>
                    <a:pt x="9772" y="7193"/>
                    <a:pt x="9772" y="7193"/>
                    <a:pt x="9772" y="7193"/>
                  </a:cubicBezTo>
                  <a:lnTo>
                    <a:pt x="9772" y="8134"/>
                  </a:lnTo>
                  <a:close/>
                  <a:moveTo>
                    <a:pt x="28157" y="7532"/>
                  </a:moveTo>
                  <a:cubicBezTo>
                    <a:pt x="27968" y="7532"/>
                    <a:pt x="27968" y="7532"/>
                    <a:pt x="27968" y="7532"/>
                  </a:cubicBezTo>
                  <a:cubicBezTo>
                    <a:pt x="27968" y="6591"/>
                    <a:pt x="27968" y="6591"/>
                    <a:pt x="27968" y="6591"/>
                  </a:cubicBezTo>
                  <a:cubicBezTo>
                    <a:pt x="28157" y="6591"/>
                    <a:pt x="28157" y="6591"/>
                    <a:pt x="28157" y="6591"/>
                  </a:cubicBezTo>
                  <a:lnTo>
                    <a:pt x="28157" y="7532"/>
                  </a:lnTo>
                  <a:close/>
                  <a:moveTo>
                    <a:pt x="37740" y="7101"/>
                  </a:moveTo>
                  <a:cubicBezTo>
                    <a:pt x="37552" y="7101"/>
                    <a:pt x="37552" y="7101"/>
                    <a:pt x="37552" y="7101"/>
                  </a:cubicBezTo>
                  <a:cubicBezTo>
                    <a:pt x="37552" y="6160"/>
                    <a:pt x="37552" y="6160"/>
                    <a:pt x="37552" y="6160"/>
                  </a:cubicBezTo>
                  <a:cubicBezTo>
                    <a:pt x="37740" y="6160"/>
                    <a:pt x="37740" y="6160"/>
                    <a:pt x="37740" y="6160"/>
                  </a:cubicBezTo>
                  <a:lnTo>
                    <a:pt x="37740" y="7101"/>
                  </a:lnTo>
                  <a:close/>
                  <a:moveTo>
                    <a:pt x="18925" y="7025"/>
                  </a:moveTo>
                  <a:cubicBezTo>
                    <a:pt x="18737" y="7025"/>
                    <a:pt x="18737" y="7025"/>
                    <a:pt x="18737" y="7025"/>
                  </a:cubicBezTo>
                  <a:cubicBezTo>
                    <a:pt x="18737" y="6084"/>
                    <a:pt x="18737" y="6084"/>
                    <a:pt x="18737" y="6084"/>
                  </a:cubicBezTo>
                  <a:cubicBezTo>
                    <a:pt x="18925" y="6084"/>
                    <a:pt x="18925" y="6084"/>
                    <a:pt x="18925" y="6084"/>
                  </a:cubicBezTo>
                  <a:lnTo>
                    <a:pt x="18925" y="7025"/>
                  </a:lnTo>
                  <a:close/>
                  <a:moveTo>
                    <a:pt x="188" y="6694"/>
                  </a:moveTo>
                  <a:cubicBezTo>
                    <a:pt x="0" y="6694"/>
                    <a:pt x="0" y="6694"/>
                    <a:pt x="0" y="6694"/>
                  </a:cubicBezTo>
                  <a:cubicBezTo>
                    <a:pt x="0" y="5753"/>
                    <a:pt x="0" y="5753"/>
                    <a:pt x="0" y="5753"/>
                  </a:cubicBezTo>
                  <a:cubicBezTo>
                    <a:pt x="188" y="5753"/>
                    <a:pt x="188" y="5753"/>
                    <a:pt x="188" y="5753"/>
                  </a:cubicBezTo>
                  <a:lnTo>
                    <a:pt x="188" y="6694"/>
                  </a:lnTo>
                  <a:close/>
                  <a:moveTo>
                    <a:pt x="9772" y="6252"/>
                  </a:moveTo>
                  <a:cubicBezTo>
                    <a:pt x="9583" y="6252"/>
                    <a:pt x="9583" y="6252"/>
                    <a:pt x="9583" y="6252"/>
                  </a:cubicBezTo>
                  <a:cubicBezTo>
                    <a:pt x="9583" y="5310"/>
                    <a:pt x="9583" y="5310"/>
                    <a:pt x="9583" y="5310"/>
                  </a:cubicBezTo>
                  <a:cubicBezTo>
                    <a:pt x="9772" y="5310"/>
                    <a:pt x="9772" y="5310"/>
                    <a:pt x="9772" y="5310"/>
                  </a:cubicBezTo>
                  <a:lnTo>
                    <a:pt x="9772" y="6252"/>
                  </a:lnTo>
                  <a:close/>
                  <a:moveTo>
                    <a:pt x="28157" y="5650"/>
                  </a:moveTo>
                  <a:cubicBezTo>
                    <a:pt x="27968" y="5650"/>
                    <a:pt x="27968" y="5650"/>
                    <a:pt x="27968" y="5650"/>
                  </a:cubicBezTo>
                  <a:cubicBezTo>
                    <a:pt x="27968" y="5190"/>
                    <a:pt x="27968" y="5190"/>
                    <a:pt x="27968" y="5190"/>
                  </a:cubicBezTo>
                  <a:cubicBezTo>
                    <a:pt x="27968" y="5027"/>
                    <a:pt x="27976" y="4863"/>
                    <a:pt x="27990" y="4701"/>
                  </a:cubicBezTo>
                  <a:cubicBezTo>
                    <a:pt x="28178" y="4717"/>
                    <a:pt x="28178" y="4717"/>
                    <a:pt x="28178" y="4717"/>
                  </a:cubicBezTo>
                  <a:cubicBezTo>
                    <a:pt x="28164" y="4874"/>
                    <a:pt x="28157" y="5033"/>
                    <a:pt x="28157" y="5190"/>
                  </a:cubicBezTo>
                  <a:lnTo>
                    <a:pt x="28157" y="5650"/>
                  </a:lnTo>
                  <a:close/>
                  <a:moveTo>
                    <a:pt x="37740" y="5218"/>
                  </a:moveTo>
                  <a:cubicBezTo>
                    <a:pt x="37552" y="5218"/>
                    <a:pt x="37552" y="5218"/>
                    <a:pt x="37552" y="5218"/>
                  </a:cubicBezTo>
                  <a:cubicBezTo>
                    <a:pt x="37552" y="5190"/>
                    <a:pt x="37552" y="5190"/>
                    <a:pt x="37552" y="5190"/>
                  </a:cubicBezTo>
                  <a:cubicBezTo>
                    <a:pt x="37552" y="4890"/>
                    <a:pt x="37527" y="4590"/>
                    <a:pt x="37476" y="4297"/>
                  </a:cubicBezTo>
                  <a:cubicBezTo>
                    <a:pt x="37662" y="4266"/>
                    <a:pt x="37662" y="4266"/>
                    <a:pt x="37662" y="4266"/>
                  </a:cubicBezTo>
                  <a:cubicBezTo>
                    <a:pt x="37714" y="4569"/>
                    <a:pt x="37740" y="4880"/>
                    <a:pt x="37740" y="5190"/>
                  </a:cubicBezTo>
                  <a:lnTo>
                    <a:pt x="37740" y="5218"/>
                  </a:lnTo>
                  <a:close/>
                  <a:moveTo>
                    <a:pt x="18735" y="5145"/>
                  </a:moveTo>
                  <a:cubicBezTo>
                    <a:pt x="18727" y="4836"/>
                    <a:pt x="18693" y="4527"/>
                    <a:pt x="18634" y="4226"/>
                  </a:cubicBezTo>
                  <a:cubicBezTo>
                    <a:pt x="18819" y="4190"/>
                    <a:pt x="18819" y="4190"/>
                    <a:pt x="18819" y="4190"/>
                  </a:cubicBezTo>
                  <a:cubicBezTo>
                    <a:pt x="18880" y="4501"/>
                    <a:pt x="18915" y="4820"/>
                    <a:pt x="18923" y="5140"/>
                  </a:cubicBezTo>
                  <a:lnTo>
                    <a:pt x="18735" y="5145"/>
                  </a:lnTo>
                  <a:close/>
                  <a:moveTo>
                    <a:pt x="188" y="4811"/>
                  </a:moveTo>
                  <a:cubicBezTo>
                    <a:pt x="0" y="4811"/>
                    <a:pt x="0" y="4811"/>
                    <a:pt x="0" y="4811"/>
                  </a:cubicBezTo>
                  <a:cubicBezTo>
                    <a:pt x="0" y="3870"/>
                    <a:pt x="0" y="3870"/>
                    <a:pt x="0" y="3870"/>
                  </a:cubicBezTo>
                  <a:cubicBezTo>
                    <a:pt x="188" y="3870"/>
                    <a:pt x="188" y="3870"/>
                    <a:pt x="188" y="3870"/>
                  </a:cubicBezTo>
                  <a:lnTo>
                    <a:pt x="188" y="4811"/>
                  </a:lnTo>
                  <a:close/>
                  <a:moveTo>
                    <a:pt x="9845" y="4389"/>
                  </a:moveTo>
                  <a:cubicBezTo>
                    <a:pt x="9659" y="4358"/>
                    <a:pt x="9659" y="4358"/>
                    <a:pt x="9659" y="4358"/>
                  </a:cubicBezTo>
                  <a:cubicBezTo>
                    <a:pt x="9711" y="4043"/>
                    <a:pt x="9791" y="3731"/>
                    <a:pt x="9895" y="3431"/>
                  </a:cubicBezTo>
                  <a:cubicBezTo>
                    <a:pt x="10073" y="3493"/>
                    <a:pt x="10073" y="3493"/>
                    <a:pt x="10073" y="3493"/>
                  </a:cubicBezTo>
                  <a:cubicBezTo>
                    <a:pt x="9972" y="3783"/>
                    <a:pt x="9895" y="4084"/>
                    <a:pt x="9845" y="4389"/>
                  </a:cubicBezTo>
                  <a:close/>
                  <a:moveTo>
                    <a:pt x="28341" y="3809"/>
                  </a:moveTo>
                  <a:cubicBezTo>
                    <a:pt x="28159" y="3759"/>
                    <a:pt x="28159" y="3759"/>
                    <a:pt x="28159" y="3759"/>
                  </a:cubicBezTo>
                  <a:cubicBezTo>
                    <a:pt x="28243" y="3451"/>
                    <a:pt x="28355" y="3150"/>
                    <a:pt x="28493" y="2862"/>
                  </a:cubicBezTo>
                  <a:cubicBezTo>
                    <a:pt x="28662" y="2944"/>
                    <a:pt x="28662" y="2944"/>
                    <a:pt x="28662" y="2944"/>
                  </a:cubicBezTo>
                  <a:cubicBezTo>
                    <a:pt x="28530" y="3221"/>
                    <a:pt x="28422" y="3512"/>
                    <a:pt x="28341" y="3809"/>
                  </a:cubicBezTo>
                  <a:close/>
                  <a:moveTo>
                    <a:pt x="37240" y="3405"/>
                  </a:moveTo>
                  <a:cubicBezTo>
                    <a:pt x="37135" y="3115"/>
                    <a:pt x="37003" y="2834"/>
                    <a:pt x="36848" y="2570"/>
                  </a:cubicBezTo>
                  <a:cubicBezTo>
                    <a:pt x="37010" y="2474"/>
                    <a:pt x="37010" y="2474"/>
                    <a:pt x="37010" y="2474"/>
                  </a:cubicBezTo>
                  <a:cubicBezTo>
                    <a:pt x="37171" y="2749"/>
                    <a:pt x="37308" y="3040"/>
                    <a:pt x="37417" y="3341"/>
                  </a:cubicBezTo>
                  <a:lnTo>
                    <a:pt x="37240" y="3405"/>
                  </a:lnTo>
                  <a:close/>
                  <a:moveTo>
                    <a:pt x="18379" y="3338"/>
                  </a:moveTo>
                  <a:cubicBezTo>
                    <a:pt x="18268" y="3050"/>
                    <a:pt x="18131" y="2771"/>
                    <a:pt x="17973" y="2509"/>
                  </a:cubicBezTo>
                  <a:cubicBezTo>
                    <a:pt x="18134" y="2412"/>
                    <a:pt x="18134" y="2412"/>
                    <a:pt x="18134" y="2412"/>
                  </a:cubicBezTo>
                  <a:cubicBezTo>
                    <a:pt x="18298" y="2682"/>
                    <a:pt x="18440" y="2972"/>
                    <a:pt x="18555" y="3271"/>
                  </a:cubicBezTo>
                  <a:lnTo>
                    <a:pt x="18379" y="3338"/>
                  </a:lnTo>
                  <a:close/>
                  <a:moveTo>
                    <a:pt x="188" y="2928"/>
                  </a:moveTo>
                  <a:cubicBezTo>
                    <a:pt x="0" y="2928"/>
                    <a:pt x="0" y="2928"/>
                    <a:pt x="0" y="2928"/>
                  </a:cubicBezTo>
                  <a:cubicBezTo>
                    <a:pt x="0" y="1987"/>
                    <a:pt x="0" y="1987"/>
                    <a:pt x="0" y="1987"/>
                  </a:cubicBezTo>
                  <a:cubicBezTo>
                    <a:pt x="188" y="1987"/>
                    <a:pt x="188" y="1987"/>
                    <a:pt x="188" y="1987"/>
                  </a:cubicBezTo>
                  <a:lnTo>
                    <a:pt x="188" y="2928"/>
                  </a:lnTo>
                  <a:close/>
                  <a:moveTo>
                    <a:pt x="10452" y="2652"/>
                  </a:moveTo>
                  <a:cubicBezTo>
                    <a:pt x="10288" y="2559"/>
                    <a:pt x="10288" y="2559"/>
                    <a:pt x="10288" y="2559"/>
                  </a:cubicBezTo>
                  <a:cubicBezTo>
                    <a:pt x="10446" y="2279"/>
                    <a:pt x="10629" y="2014"/>
                    <a:pt x="10832" y="1771"/>
                  </a:cubicBezTo>
                  <a:cubicBezTo>
                    <a:pt x="10976" y="1892"/>
                    <a:pt x="10976" y="1892"/>
                    <a:pt x="10976" y="1892"/>
                  </a:cubicBezTo>
                  <a:cubicBezTo>
                    <a:pt x="10781" y="2126"/>
                    <a:pt x="10604" y="2382"/>
                    <a:pt x="10452" y="2652"/>
                  </a:cubicBezTo>
                  <a:close/>
                  <a:moveTo>
                    <a:pt x="29134" y="2151"/>
                  </a:moveTo>
                  <a:cubicBezTo>
                    <a:pt x="28982" y="2040"/>
                    <a:pt x="28982" y="2040"/>
                    <a:pt x="28982" y="2040"/>
                  </a:cubicBezTo>
                  <a:cubicBezTo>
                    <a:pt x="29171" y="1781"/>
                    <a:pt x="29383" y="1539"/>
                    <a:pt x="29614" y="1321"/>
                  </a:cubicBezTo>
                  <a:cubicBezTo>
                    <a:pt x="29743" y="1458"/>
                    <a:pt x="29743" y="1458"/>
                    <a:pt x="29743" y="1458"/>
                  </a:cubicBezTo>
                  <a:cubicBezTo>
                    <a:pt x="29521" y="1668"/>
                    <a:pt x="29316" y="1901"/>
                    <a:pt x="29134" y="2151"/>
                  </a:cubicBezTo>
                  <a:close/>
                  <a:moveTo>
                    <a:pt x="36311" y="1819"/>
                  </a:moveTo>
                  <a:cubicBezTo>
                    <a:pt x="36109" y="1585"/>
                    <a:pt x="35885" y="1371"/>
                    <a:pt x="35645" y="1181"/>
                  </a:cubicBezTo>
                  <a:cubicBezTo>
                    <a:pt x="35762" y="1034"/>
                    <a:pt x="35762" y="1034"/>
                    <a:pt x="35762" y="1034"/>
                  </a:cubicBezTo>
                  <a:cubicBezTo>
                    <a:pt x="36011" y="1230"/>
                    <a:pt x="36243" y="1453"/>
                    <a:pt x="36454" y="1696"/>
                  </a:cubicBezTo>
                  <a:lnTo>
                    <a:pt x="36311" y="1819"/>
                  </a:lnTo>
                  <a:close/>
                  <a:moveTo>
                    <a:pt x="17424" y="1767"/>
                  </a:moveTo>
                  <a:cubicBezTo>
                    <a:pt x="17217" y="1536"/>
                    <a:pt x="16989" y="1326"/>
                    <a:pt x="16746" y="1144"/>
                  </a:cubicBezTo>
                  <a:cubicBezTo>
                    <a:pt x="16859" y="994"/>
                    <a:pt x="16859" y="994"/>
                    <a:pt x="16859" y="994"/>
                  </a:cubicBezTo>
                  <a:cubicBezTo>
                    <a:pt x="17111" y="1183"/>
                    <a:pt x="17349" y="1401"/>
                    <a:pt x="17564" y="1642"/>
                  </a:cubicBezTo>
                  <a:lnTo>
                    <a:pt x="17424" y="1767"/>
                  </a:lnTo>
                  <a:close/>
                  <a:moveTo>
                    <a:pt x="11633" y="1245"/>
                  </a:moveTo>
                  <a:cubicBezTo>
                    <a:pt x="11514" y="1099"/>
                    <a:pt x="11514" y="1099"/>
                    <a:pt x="11514" y="1099"/>
                  </a:cubicBezTo>
                  <a:cubicBezTo>
                    <a:pt x="11766" y="896"/>
                    <a:pt x="12037" y="720"/>
                    <a:pt x="12319" y="576"/>
                  </a:cubicBezTo>
                  <a:cubicBezTo>
                    <a:pt x="12404" y="744"/>
                    <a:pt x="12404" y="744"/>
                    <a:pt x="12404" y="744"/>
                  </a:cubicBezTo>
                  <a:cubicBezTo>
                    <a:pt x="12134" y="882"/>
                    <a:pt x="11874" y="1050"/>
                    <a:pt x="11633" y="1245"/>
                  </a:cubicBezTo>
                  <a:close/>
                  <a:moveTo>
                    <a:pt x="188" y="1046"/>
                  </a:moveTo>
                  <a:cubicBezTo>
                    <a:pt x="0" y="1046"/>
                    <a:pt x="0" y="1046"/>
                    <a:pt x="0" y="1046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188" y="104"/>
                    <a:pt x="188" y="104"/>
                    <a:pt x="188" y="104"/>
                  </a:cubicBezTo>
                  <a:lnTo>
                    <a:pt x="188" y="1046"/>
                  </a:lnTo>
                  <a:close/>
                  <a:moveTo>
                    <a:pt x="30472" y="893"/>
                  </a:moveTo>
                  <a:cubicBezTo>
                    <a:pt x="30371" y="734"/>
                    <a:pt x="30371" y="734"/>
                    <a:pt x="30371" y="734"/>
                  </a:cubicBezTo>
                  <a:cubicBezTo>
                    <a:pt x="30643" y="562"/>
                    <a:pt x="30932" y="418"/>
                    <a:pt x="31229" y="307"/>
                  </a:cubicBezTo>
                  <a:cubicBezTo>
                    <a:pt x="31296" y="483"/>
                    <a:pt x="31296" y="483"/>
                    <a:pt x="31296" y="483"/>
                  </a:cubicBezTo>
                  <a:cubicBezTo>
                    <a:pt x="31010" y="590"/>
                    <a:pt x="30733" y="728"/>
                    <a:pt x="30472" y="893"/>
                  </a:cubicBezTo>
                  <a:close/>
                  <a:moveTo>
                    <a:pt x="34870" y="684"/>
                  </a:moveTo>
                  <a:cubicBezTo>
                    <a:pt x="34595" y="544"/>
                    <a:pt x="34306" y="433"/>
                    <a:pt x="34012" y="353"/>
                  </a:cubicBezTo>
                  <a:cubicBezTo>
                    <a:pt x="34061" y="171"/>
                    <a:pt x="34061" y="171"/>
                    <a:pt x="34061" y="171"/>
                  </a:cubicBezTo>
                  <a:cubicBezTo>
                    <a:pt x="34368" y="255"/>
                    <a:pt x="34669" y="371"/>
                    <a:pt x="34955" y="517"/>
                  </a:cubicBezTo>
                  <a:lnTo>
                    <a:pt x="34870" y="684"/>
                  </a:lnTo>
                  <a:close/>
                  <a:moveTo>
                    <a:pt x="15957" y="673"/>
                  </a:moveTo>
                  <a:cubicBezTo>
                    <a:pt x="15676" y="543"/>
                    <a:pt x="15383" y="446"/>
                    <a:pt x="15085" y="383"/>
                  </a:cubicBezTo>
                  <a:cubicBezTo>
                    <a:pt x="15124" y="199"/>
                    <a:pt x="15124" y="199"/>
                    <a:pt x="15124" y="199"/>
                  </a:cubicBezTo>
                  <a:cubicBezTo>
                    <a:pt x="15436" y="265"/>
                    <a:pt x="15742" y="366"/>
                    <a:pt x="16035" y="502"/>
                  </a:cubicBezTo>
                  <a:lnTo>
                    <a:pt x="15957" y="673"/>
                  </a:lnTo>
                  <a:close/>
                  <a:moveTo>
                    <a:pt x="13263" y="420"/>
                  </a:moveTo>
                  <a:cubicBezTo>
                    <a:pt x="13217" y="238"/>
                    <a:pt x="13217" y="238"/>
                    <a:pt x="13217" y="238"/>
                  </a:cubicBezTo>
                  <a:cubicBezTo>
                    <a:pt x="13528" y="159"/>
                    <a:pt x="13848" y="115"/>
                    <a:pt x="14168" y="109"/>
                  </a:cubicBezTo>
                  <a:cubicBezTo>
                    <a:pt x="14172" y="297"/>
                    <a:pt x="14172" y="297"/>
                    <a:pt x="14172" y="297"/>
                  </a:cubicBezTo>
                  <a:cubicBezTo>
                    <a:pt x="13866" y="303"/>
                    <a:pt x="13560" y="345"/>
                    <a:pt x="13263" y="420"/>
                  </a:cubicBezTo>
                  <a:close/>
                  <a:moveTo>
                    <a:pt x="32185" y="249"/>
                  </a:moveTo>
                  <a:cubicBezTo>
                    <a:pt x="32157" y="63"/>
                    <a:pt x="32157" y="63"/>
                    <a:pt x="32157" y="63"/>
                  </a:cubicBezTo>
                  <a:cubicBezTo>
                    <a:pt x="32472" y="15"/>
                    <a:pt x="32798" y="0"/>
                    <a:pt x="33115" y="18"/>
                  </a:cubicBezTo>
                  <a:cubicBezTo>
                    <a:pt x="33104" y="206"/>
                    <a:pt x="33104" y="206"/>
                    <a:pt x="33104" y="206"/>
                  </a:cubicBezTo>
                  <a:cubicBezTo>
                    <a:pt x="32800" y="188"/>
                    <a:pt x="32487" y="203"/>
                    <a:pt x="32185" y="2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11"/>
          <p:cNvSpPr txBox="1">
            <a:spLocks noGrp="1"/>
          </p:cNvSpPr>
          <p:nvPr>
            <p:ph type="title" hasCustomPrompt="1"/>
          </p:nvPr>
        </p:nvSpPr>
        <p:spPr>
          <a:xfrm>
            <a:off x="1539800" y="2186967"/>
            <a:ext cx="9112400" cy="2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5066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97" name="Google Shape;197;p11"/>
          <p:cNvSpPr txBox="1">
            <a:spLocks noGrp="1"/>
          </p:cNvSpPr>
          <p:nvPr>
            <p:ph type="body" idx="1"/>
          </p:nvPr>
        </p:nvSpPr>
        <p:spPr>
          <a:xfrm>
            <a:off x="1539800" y="4251000"/>
            <a:ext cx="9112400" cy="5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8" name="Google Shape;198;p11"/>
          <p:cNvSpPr/>
          <p:nvPr/>
        </p:nvSpPr>
        <p:spPr>
          <a:xfrm rot="5400000">
            <a:off x="-3291200" y="2479772"/>
            <a:ext cx="4251200" cy="4251200"/>
          </a:xfrm>
          <a:prstGeom prst="chord">
            <a:avLst>
              <a:gd name="adj1" fmla="val 12130194"/>
              <a:gd name="adj2" fmla="val 2028213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9" name="Google Shape;199;p11"/>
          <p:cNvSpPr/>
          <p:nvPr/>
        </p:nvSpPr>
        <p:spPr>
          <a:xfrm>
            <a:off x="7701300" y="-3514544"/>
            <a:ext cx="4251200" cy="4251200"/>
          </a:xfrm>
          <a:prstGeom prst="chord">
            <a:avLst>
              <a:gd name="adj1" fmla="val 1854034"/>
              <a:gd name="adj2" fmla="val 8952286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228694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55497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/>
          <p:cNvSpPr txBox="1">
            <a:spLocks noGrp="1"/>
          </p:cNvSpPr>
          <p:nvPr>
            <p:ph type="title" hasCustomPrompt="1"/>
          </p:nvPr>
        </p:nvSpPr>
        <p:spPr>
          <a:xfrm>
            <a:off x="1763417" y="3884167"/>
            <a:ext cx="1700400" cy="55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03" name="Google Shape;203;p13"/>
          <p:cNvSpPr txBox="1">
            <a:spLocks noGrp="1"/>
          </p:cNvSpPr>
          <p:nvPr>
            <p:ph type="subTitle" idx="1"/>
          </p:nvPr>
        </p:nvSpPr>
        <p:spPr>
          <a:xfrm>
            <a:off x="1056017" y="5233157"/>
            <a:ext cx="3115200" cy="576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204" name="Google Shape;204;p13"/>
          <p:cNvSpPr txBox="1">
            <a:spLocks noGrp="1"/>
          </p:cNvSpPr>
          <p:nvPr>
            <p:ph type="title" idx="2" hasCustomPrompt="1"/>
          </p:nvPr>
        </p:nvSpPr>
        <p:spPr>
          <a:xfrm>
            <a:off x="5245784" y="3878833"/>
            <a:ext cx="1700400" cy="55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05" name="Google Shape;205;p13"/>
          <p:cNvSpPr txBox="1">
            <a:spLocks noGrp="1"/>
          </p:cNvSpPr>
          <p:nvPr>
            <p:ph type="subTitle" idx="3"/>
          </p:nvPr>
        </p:nvSpPr>
        <p:spPr>
          <a:xfrm>
            <a:off x="4538384" y="5222240"/>
            <a:ext cx="3115200" cy="576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206" name="Google Shape;206;p13"/>
          <p:cNvSpPr txBox="1">
            <a:spLocks noGrp="1"/>
          </p:cNvSpPr>
          <p:nvPr>
            <p:ph type="title" idx="4" hasCustomPrompt="1"/>
          </p:nvPr>
        </p:nvSpPr>
        <p:spPr>
          <a:xfrm>
            <a:off x="8728151" y="3878817"/>
            <a:ext cx="1700400" cy="55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07" name="Google Shape;207;p13"/>
          <p:cNvSpPr txBox="1">
            <a:spLocks noGrp="1"/>
          </p:cNvSpPr>
          <p:nvPr>
            <p:ph type="subTitle" idx="5"/>
          </p:nvPr>
        </p:nvSpPr>
        <p:spPr>
          <a:xfrm>
            <a:off x="8020751" y="5222249"/>
            <a:ext cx="3115200" cy="576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208" name="Google Shape;208;p13"/>
          <p:cNvSpPr txBox="1">
            <a:spLocks noGrp="1"/>
          </p:cNvSpPr>
          <p:nvPr>
            <p:ph type="title" idx="6"/>
          </p:nvPr>
        </p:nvSpPr>
        <p:spPr>
          <a:xfrm>
            <a:off x="960000" y="6141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209" name="Google Shape;209;p13"/>
          <p:cNvSpPr txBox="1">
            <a:spLocks noGrp="1"/>
          </p:cNvSpPr>
          <p:nvPr>
            <p:ph type="subTitle" idx="7"/>
          </p:nvPr>
        </p:nvSpPr>
        <p:spPr>
          <a:xfrm>
            <a:off x="1056017" y="4777825"/>
            <a:ext cx="3115200" cy="44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210" name="Google Shape;210;p13"/>
          <p:cNvSpPr txBox="1">
            <a:spLocks noGrp="1"/>
          </p:cNvSpPr>
          <p:nvPr>
            <p:ph type="subTitle" idx="8"/>
          </p:nvPr>
        </p:nvSpPr>
        <p:spPr>
          <a:xfrm>
            <a:off x="4538384" y="4777831"/>
            <a:ext cx="3115200" cy="44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211" name="Google Shape;211;p13"/>
          <p:cNvSpPr txBox="1">
            <a:spLocks noGrp="1"/>
          </p:cNvSpPr>
          <p:nvPr>
            <p:ph type="subTitle" idx="9"/>
          </p:nvPr>
        </p:nvSpPr>
        <p:spPr>
          <a:xfrm>
            <a:off x="8027300" y="4777829"/>
            <a:ext cx="3115200" cy="44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212" name="Google Shape;212;p13"/>
          <p:cNvSpPr/>
          <p:nvPr/>
        </p:nvSpPr>
        <p:spPr>
          <a:xfrm flipH="1">
            <a:off x="-3670033" y="3873356"/>
            <a:ext cx="4251200" cy="4251200"/>
          </a:xfrm>
          <a:prstGeom prst="chord">
            <a:avLst>
              <a:gd name="adj1" fmla="val 7886419"/>
              <a:gd name="adj2" fmla="val 1367073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3" name="Google Shape;213;p13"/>
          <p:cNvSpPr/>
          <p:nvPr/>
        </p:nvSpPr>
        <p:spPr>
          <a:xfrm>
            <a:off x="10953733" y="-1959977"/>
            <a:ext cx="4251200" cy="4251200"/>
          </a:xfrm>
          <a:prstGeom prst="chord">
            <a:avLst>
              <a:gd name="adj1" fmla="val 6701449"/>
              <a:gd name="adj2" fmla="val 14885516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5229646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"/>
          <p:cNvSpPr txBox="1">
            <a:spLocks noGrp="1"/>
          </p:cNvSpPr>
          <p:nvPr>
            <p:ph type="title"/>
          </p:nvPr>
        </p:nvSpPr>
        <p:spPr>
          <a:xfrm>
            <a:off x="960000" y="5351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742234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5"/>
          <p:cNvSpPr txBox="1">
            <a:spLocks noGrp="1"/>
          </p:cNvSpPr>
          <p:nvPr>
            <p:ph type="title"/>
          </p:nvPr>
        </p:nvSpPr>
        <p:spPr>
          <a:xfrm>
            <a:off x="960000" y="5351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218" name="Google Shape;218;p15"/>
          <p:cNvSpPr/>
          <p:nvPr/>
        </p:nvSpPr>
        <p:spPr>
          <a:xfrm rot="10800000" flipH="1">
            <a:off x="9358200" y="-2680299"/>
            <a:ext cx="3747600" cy="3747600"/>
          </a:xfrm>
          <a:prstGeom prst="chord">
            <a:avLst>
              <a:gd name="adj1" fmla="val 10787429"/>
              <a:gd name="adj2" fmla="val 2158447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8726905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6"/>
          <p:cNvSpPr/>
          <p:nvPr/>
        </p:nvSpPr>
        <p:spPr>
          <a:xfrm>
            <a:off x="-1065600" y="5630701"/>
            <a:ext cx="3747600" cy="3747600"/>
          </a:xfrm>
          <a:prstGeom prst="chord">
            <a:avLst>
              <a:gd name="adj1" fmla="val 10787429"/>
              <a:gd name="adj2" fmla="val 2158447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1" name="Google Shape;221;p16"/>
          <p:cNvSpPr/>
          <p:nvPr/>
        </p:nvSpPr>
        <p:spPr>
          <a:xfrm rot="10800000" flipH="1">
            <a:off x="8252267" y="-2448865"/>
            <a:ext cx="3747600" cy="3747600"/>
          </a:xfrm>
          <a:prstGeom prst="chord">
            <a:avLst>
              <a:gd name="adj1" fmla="val 10787429"/>
              <a:gd name="adj2" fmla="val 2158447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2" name="Google Shape;222;p16"/>
          <p:cNvSpPr txBox="1">
            <a:spLocks noGrp="1"/>
          </p:cNvSpPr>
          <p:nvPr>
            <p:ph type="title"/>
          </p:nvPr>
        </p:nvSpPr>
        <p:spPr>
          <a:xfrm>
            <a:off x="960000" y="5351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grpSp>
        <p:nvGrpSpPr>
          <p:cNvPr id="223" name="Google Shape;223;p16"/>
          <p:cNvGrpSpPr/>
          <p:nvPr/>
        </p:nvGrpSpPr>
        <p:grpSpPr>
          <a:xfrm>
            <a:off x="-4911566" y="1455617"/>
            <a:ext cx="11007571" cy="8074939"/>
            <a:chOff x="-3452549" y="1396513"/>
            <a:chExt cx="8255678" cy="6056204"/>
          </a:xfrm>
        </p:grpSpPr>
        <p:grpSp>
          <p:nvGrpSpPr>
            <p:cNvPr id="224" name="Google Shape;224;p16"/>
            <p:cNvGrpSpPr/>
            <p:nvPr/>
          </p:nvGrpSpPr>
          <p:grpSpPr>
            <a:xfrm rot="899960" flipH="1">
              <a:off x="-3023746" y="2280810"/>
              <a:ext cx="7398072" cy="4287609"/>
              <a:chOff x="-2979150" y="-1440600"/>
              <a:chExt cx="7398293" cy="4287738"/>
            </a:xfrm>
          </p:grpSpPr>
          <p:sp>
            <p:nvSpPr>
              <p:cNvPr id="225" name="Google Shape;225;p16"/>
              <p:cNvSpPr/>
              <p:nvPr/>
            </p:nvSpPr>
            <p:spPr>
              <a:xfrm>
                <a:off x="-2979150" y="-1440600"/>
                <a:ext cx="7398293" cy="4287738"/>
              </a:xfrm>
              <a:custGeom>
                <a:avLst/>
                <a:gdLst/>
                <a:ahLst/>
                <a:cxnLst/>
                <a:rect l="l" t="t" r="r" b="b"/>
                <a:pathLst>
                  <a:path w="57682" h="33432" extrusionOk="0">
                    <a:moveTo>
                      <a:pt x="1769" y="20835"/>
                    </a:moveTo>
                    <a:cubicBezTo>
                      <a:pt x="17205" y="28606"/>
                      <a:pt x="24064" y="21282"/>
                      <a:pt x="30602" y="14299"/>
                    </a:cubicBezTo>
                    <a:cubicBezTo>
                      <a:pt x="37449" y="6988"/>
                      <a:pt x="43994" y="0"/>
                      <a:pt x="57682" y="6680"/>
                    </a:cubicBezTo>
                    <a:cubicBezTo>
                      <a:pt x="55959" y="10218"/>
                      <a:pt x="55959" y="10218"/>
                      <a:pt x="55959" y="10218"/>
                    </a:cubicBezTo>
                    <a:cubicBezTo>
                      <a:pt x="44863" y="4804"/>
                      <a:pt x="39292" y="10753"/>
                      <a:pt x="33464" y="16976"/>
                    </a:cubicBezTo>
                    <a:cubicBezTo>
                      <a:pt x="25943" y="25007"/>
                      <a:pt x="18054" y="33432"/>
                      <a:pt x="0" y="24343"/>
                    </a:cubicBezTo>
                    <a:lnTo>
                      <a:pt x="1769" y="208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p16"/>
              <p:cNvSpPr/>
              <p:nvPr/>
            </p:nvSpPr>
            <p:spPr>
              <a:xfrm>
                <a:off x="-2873185" y="-681503"/>
                <a:ext cx="7153629" cy="2620247"/>
              </a:xfrm>
              <a:custGeom>
                <a:avLst/>
                <a:gdLst/>
                <a:ahLst/>
                <a:cxnLst/>
                <a:rect l="l" t="t" r="r" b="b"/>
                <a:pathLst>
                  <a:path w="55769" h="20426" extrusionOk="0">
                    <a:moveTo>
                      <a:pt x="772" y="16883"/>
                    </a:moveTo>
                    <a:cubicBezTo>
                      <a:pt x="482" y="16741"/>
                      <a:pt x="482" y="16741"/>
                      <a:pt x="482" y="16741"/>
                    </a:cubicBezTo>
                    <a:cubicBezTo>
                      <a:pt x="111" y="16557"/>
                      <a:pt x="111" y="16557"/>
                      <a:pt x="111" y="16557"/>
                    </a:cubicBezTo>
                    <a:cubicBezTo>
                      <a:pt x="0" y="16777"/>
                      <a:pt x="0" y="16777"/>
                      <a:pt x="0" y="16777"/>
                    </a:cubicBezTo>
                    <a:cubicBezTo>
                      <a:pt x="373" y="16962"/>
                      <a:pt x="373" y="16962"/>
                      <a:pt x="373" y="16962"/>
                    </a:cubicBezTo>
                    <a:cubicBezTo>
                      <a:pt x="663" y="17104"/>
                      <a:pt x="663" y="17104"/>
                      <a:pt x="663" y="17104"/>
                    </a:cubicBezTo>
                    <a:cubicBezTo>
                      <a:pt x="772" y="16883"/>
                      <a:pt x="772" y="16883"/>
                      <a:pt x="772" y="16883"/>
                    </a:cubicBezTo>
                    <a:close/>
                    <a:moveTo>
                      <a:pt x="55769" y="2283"/>
                    </a:moveTo>
                    <a:cubicBezTo>
                      <a:pt x="55739" y="2269"/>
                      <a:pt x="55739" y="2269"/>
                      <a:pt x="55739" y="2269"/>
                    </a:cubicBezTo>
                    <a:cubicBezTo>
                      <a:pt x="55436" y="2126"/>
                      <a:pt x="55436" y="2126"/>
                      <a:pt x="55436" y="2126"/>
                    </a:cubicBezTo>
                    <a:cubicBezTo>
                      <a:pt x="55135" y="1989"/>
                      <a:pt x="55135" y="1989"/>
                      <a:pt x="55135" y="1989"/>
                    </a:cubicBezTo>
                    <a:cubicBezTo>
                      <a:pt x="55096" y="1972"/>
                      <a:pt x="55096" y="1972"/>
                      <a:pt x="55096" y="1972"/>
                    </a:cubicBezTo>
                    <a:cubicBezTo>
                      <a:pt x="54997" y="2197"/>
                      <a:pt x="54997" y="2197"/>
                      <a:pt x="54997" y="2197"/>
                    </a:cubicBezTo>
                    <a:cubicBezTo>
                      <a:pt x="55034" y="2214"/>
                      <a:pt x="55034" y="2214"/>
                      <a:pt x="55034" y="2214"/>
                    </a:cubicBezTo>
                    <a:cubicBezTo>
                      <a:pt x="55332" y="2350"/>
                      <a:pt x="55332" y="2350"/>
                      <a:pt x="55332" y="2350"/>
                    </a:cubicBezTo>
                    <a:cubicBezTo>
                      <a:pt x="55634" y="2491"/>
                      <a:pt x="55634" y="2491"/>
                      <a:pt x="55634" y="2491"/>
                    </a:cubicBezTo>
                    <a:cubicBezTo>
                      <a:pt x="55664" y="2506"/>
                      <a:pt x="55664" y="2506"/>
                      <a:pt x="55664" y="2506"/>
                    </a:cubicBezTo>
                    <a:cubicBezTo>
                      <a:pt x="55769" y="2283"/>
                      <a:pt x="55769" y="2283"/>
                      <a:pt x="55769" y="2283"/>
                    </a:cubicBezTo>
                    <a:close/>
                    <a:moveTo>
                      <a:pt x="54643" y="1774"/>
                    </a:moveTo>
                    <a:cubicBezTo>
                      <a:pt x="54540" y="1729"/>
                      <a:pt x="54540" y="1729"/>
                      <a:pt x="54540" y="1729"/>
                    </a:cubicBezTo>
                    <a:cubicBezTo>
                      <a:pt x="54246" y="1607"/>
                      <a:pt x="54246" y="1607"/>
                      <a:pt x="54246" y="1607"/>
                    </a:cubicBezTo>
                    <a:cubicBezTo>
                      <a:pt x="53959" y="1490"/>
                      <a:pt x="53959" y="1490"/>
                      <a:pt x="53959" y="1490"/>
                    </a:cubicBezTo>
                    <a:cubicBezTo>
                      <a:pt x="53868" y="1719"/>
                      <a:pt x="53868" y="1719"/>
                      <a:pt x="53868" y="1719"/>
                    </a:cubicBezTo>
                    <a:cubicBezTo>
                      <a:pt x="54153" y="1834"/>
                      <a:pt x="54153" y="1834"/>
                      <a:pt x="54153" y="1834"/>
                    </a:cubicBezTo>
                    <a:cubicBezTo>
                      <a:pt x="54444" y="1956"/>
                      <a:pt x="54444" y="1956"/>
                      <a:pt x="54444" y="1956"/>
                    </a:cubicBezTo>
                    <a:cubicBezTo>
                      <a:pt x="54547" y="2000"/>
                      <a:pt x="54547" y="2000"/>
                      <a:pt x="54547" y="2000"/>
                    </a:cubicBezTo>
                    <a:cubicBezTo>
                      <a:pt x="54643" y="1774"/>
                      <a:pt x="54643" y="1774"/>
                      <a:pt x="54643" y="1774"/>
                    </a:cubicBezTo>
                    <a:close/>
                    <a:moveTo>
                      <a:pt x="53497" y="1312"/>
                    </a:moveTo>
                    <a:cubicBezTo>
                      <a:pt x="53379" y="1268"/>
                      <a:pt x="53379" y="1268"/>
                      <a:pt x="53379" y="1268"/>
                    </a:cubicBezTo>
                    <a:cubicBezTo>
                      <a:pt x="53095" y="1164"/>
                      <a:pt x="53095" y="1164"/>
                      <a:pt x="53095" y="1164"/>
                    </a:cubicBezTo>
                    <a:cubicBezTo>
                      <a:pt x="52798" y="1060"/>
                      <a:pt x="52798" y="1060"/>
                      <a:pt x="52798" y="1060"/>
                    </a:cubicBezTo>
                    <a:cubicBezTo>
                      <a:pt x="52721" y="1294"/>
                      <a:pt x="52721" y="1294"/>
                      <a:pt x="52721" y="1294"/>
                    </a:cubicBezTo>
                    <a:cubicBezTo>
                      <a:pt x="53013" y="1396"/>
                      <a:pt x="53013" y="1396"/>
                      <a:pt x="53013" y="1396"/>
                    </a:cubicBezTo>
                    <a:cubicBezTo>
                      <a:pt x="53294" y="1499"/>
                      <a:pt x="53294" y="1499"/>
                      <a:pt x="53294" y="1499"/>
                    </a:cubicBezTo>
                    <a:cubicBezTo>
                      <a:pt x="53411" y="1543"/>
                      <a:pt x="53411" y="1543"/>
                      <a:pt x="53411" y="1543"/>
                    </a:cubicBezTo>
                    <a:cubicBezTo>
                      <a:pt x="53497" y="1312"/>
                      <a:pt x="53497" y="1312"/>
                      <a:pt x="53497" y="1312"/>
                    </a:cubicBezTo>
                    <a:close/>
                    <a:moveTo>
                      <a:pt x="52329" y="905"/>
                    </a:moveTo>
                    <a:cubicBezTo>
                      <a:pt x="52257" y="882"/>
                      <a:pt x="52257" y="882"/>
                      <a:pt x="52257" y="882"/>
                    </a:cubicBezTo>
                    <a:cubicBezTo>
                      <a:pt x="51982" y="797"/>
                      <a:pt x="51982" y="797"/>
                      <a:pt x="51982" y="797"/>
                    </a:cubicBezTo>
                    <a:cubicBezTo>
                      <a:pt x="51709" y="717"/>
                      <a:pt x="51709" y="717"/>
                      <a:pt x="51709" y="717"/>
                    </a:cubicBezTo>
                    <a:cubicBezTo>
                      <a:pt x="51617" y="691"/>
                      <a:pt x="51617" y="691"/>
                      <a:pt x="51617" y="691"/>
                    </a:cubicBezTo>
                    <a:cubicBezTo>
                      <a:pt x="51552" y="929"/>
                      <a:pt x="51552" y="929"/>
                      <a:pt x="51552" y="929"/>
                    </a:cubicBezTo>
                    <a:cubicBezTo>
                      <a:pt x="51641" y="954"/>
                      <a:pt x="51641" y="954"/>
                      <a:pt x="51641" y="954"/>
                    </a:cubicBezTo>
                    <a:cubicBezTo>
                      <a:pt x="51911" y="1033"/>
                      <a:pt x="51911" y="1033"/>
                      <a:pt x="51911" y="1033"/>
                    </a:cubicBezTo>
                    <a:cubicBezTo>
                      <a:pt x="52183" y="1117"/>
                      <a:pt x="52183" y="1117"/>
                      <a:pt x="52183" y="1117"/>
                    </a:cubicBezTo>
                    <a:cubicBezTo>
                      <a:pt x="52255" y="1140"/>
                      <a:pt x="52255" y="1140"/>
                      <a:pt x="52255" y="1140"/>
                    </a:cubicBezTo>
                    <a:cubicBezTo>
                      <a:pt x="52329" y="905"/>
                      <a:pt x="52329" y="905"/>
                      <a:pt x="52329" y="905"/>
                    </a:cubicBezTo>
                    <a:close/>
                    <a:moveTo>
                      <a:pt x="51139" y="562"/>
                    </a:moveTo>
                    <a:cubicBezTo>
                      <a:pt x="50904" y="503"/>
                      <a:pt x="50904" y="503"/>
                      <a:pt x="50904" y="503"/>
                    </a:cubicBezTo>
                    <a:cubicBezTo>
                      <a:pt x="50640" y="440"/>
                      <a:pt x="50640" y="440"/>
                      <a:pt x="50640" y="440"/>
                    </a:cubicBezTo>
                    <a:cubicBezTo>
                      <a:pt x="50417" y="391"/>
                      <a:pt x="50417" y="391"/>
                      <a:pt x="50417" y="391"/>
                    </a:cubicBezTo>
                    <a:cubicBezTo>
                      <a:pt x="50365" y="631"/>
                      <a:pt x="50365" y="631"/>
                      <a:pt x="50365" y="631"/>
                    </a:cubicBezTo>
                    <a:cubicBezTo>
                      <a:pt x="50585" y="680"/>
                      <a:pt x="50585" y="680"/>
                      <a:pt x="50585" y="680"/>
                    </a:cubicBezTo>
                    <a:cubicBezTo>
                      <a:pt x="50845" y="742"/>
                      <a:pt x="50845" y="742"/>
                      <a:pt x="50845" y="742"/>
                    </a:cubicBezTo>
                    <a:cubicBezTo>
                      <a:pt x="51080" y="801"/>
                      <a:pt x="51080" y="801"/>
                      <a:pt x="51080" y="801"/>
                    </a:cubicBezTo>
                    <a:cubicBezTo>
                      <a:pt x="51139" y="562"/>
                      <a:pt x="51139" y="562"/>
                      <a:pt x="51139" y="562"/>
                    </a:cubicBezTo>
                    <a:close/>
                    <a:moveTo>
                      <a:pt x="49931" y="292"/>
                    </a:moveTo>
                    <a:cubicBezTo>
                      <a:pt x="49860" y="279"/>
                      <a:pt x="49860" y="279"/>
                      <a:pt x="49860" y="279"/>
                    </a:cubicBezTo>
                    <a:cubicBezTo>
                      <a:pt x="49605" y="233"/>
                      <a:pt x="49605" y="233"/>
                      <a:pt x="49605" y="233"/>
                    </a:cubicBezTo>
                    <a:cubicBezTo>
                      <a:pt x="49351" y="192"/>
                      <a:pt x="49351" y="192"/>
                      <a:pt x="49351" y="192"/>
                    </a:cubicBezTo>
                    <a:cubicBezTo>
                      <a:pt x="49197" y="169"/>
                      <a:pt x="49197" y="169"/>
                      <a:pt x="49197" y="169"/>
                    </a:cubicBezTo>
                    <a:cubicBezTo>
                      <a:pt x="49163" y="413"/>
                      <a:pt x="49163" y="413"/>
                      <a:pt x="49163" y="413"/>
                    </a:cubicBezTo>
                    <a:cubicBezTo>
                      <a:pt x="49313" y="435"/>
                      <a:pt x="49313" y="435"/>
                      <a:pt x="49313" y="435"/>
                    </a:cubicBezTo>
                    <a:cubicBezTo>
                      <a:pt x="49563" y="476"/>
                      <a:pt x="49563" y="476"/>
                      <a:pt x="49563" y="476"/>
                    </a:cubicBezTo>
                    <a:cubicBezTo>
                      <a:pt x="49816" y="521"/>
                      <a:pt x="49816" y="521"/>
                      <a:pt x="49816" y="521"/>
                    </a:cubicBezTo>
                    <a:cubicBezTo>
                      <a:pt x="49886" y="534"/>
                      <a:pt x="49886" y="534"/>
                      <a:pt x="49886" y="534"/>
                    </a:cubicBezTo>
                    <a:cubicBezTo>
                      <a:pt x="49931" y="292"/>
                      <a:pt x="49931" y="292"/>
                      <a:pt x="49931" y="292"/>
                    </a:cubicBezTo>
                    <a:close/>
                    <a:moveTo>
                      <a:pt x="48706" y="105"/>
                    </a:moveTo>
                    <a:cubicBezTo>
                      <a:pt x="48602" y="93"/>
                      <a:pt x="48602" y="93"/>
                      <a:pt x="48602" y="93"/>
                    </a:cubicBezTo>
                    <a:cubicBezTo>
                      <a:pt x="48357" y="68"/>
                      <a:pt x="48357" y="68"/>
                      <a:pt x="48357" y="68"/>
                    </a:cubicBezTo>
                    <a:cubicBezTo>
                      <a:pt x="48113" y="47"/>
                      <a:pt x="48113" y="47"/>
                      <a:pt x="48113" y="47"/>
                    </a:cubicBezTo>
                    <a:cubicBezTo>
                      <a:pt x="47965" y="36"/>
                      <a:pt x="47965" y="36"/>
                      <a:pt x="47965" y="36"/>
                    </a:cubicBezTo>
                    <a:cubicBezTo>
                      <a:pt x="47949" y="282"/>
                      <a:pt x="47949" y="282"/>
                      <a:pt x="47949" y="282"/>
                    </a:cubicBezTo>
                    <a:cubicBezTo>
                      <a:pt x="48094" y="292"/>
                      <a:pt x="48094" y="292"/>
                      <a:pt x="48094" y="292"/>
                    </a:cubicBezTo>
                    <a:cubicBezTo>
                      <a:pt x="48334" y="313"/>
                      <a:pt x="48334" y="313"/>
                      <a:pt x="48334" y="313"/>
                    </a:cubicBezTo>
                    <a:cubicBezTo>
                      <a:pt x="48576" y="337"/>
                      <a:pt x="48576" y="337"/>
                      <a:pt x="48576" y="337"/>
                    </a:cubicBezTo>
                    <a:cubicBezTo>
                      <a:pt x="48679" y="349"/>
                      <a:pt x="48679" y="349"/>
                      <a:pt x="48679" y="349"/>
                    </a:cubicBezTo>
                    <a:cubicBezTo>
                      <a:pt x="48706" y="105"/>
                      <a:pt x="48706" y="105"/>
                      <a:pt x="48706" y="105"/>
                    </a:cubicBezTo>
                    <a:close/>
                    <a:moveTo>
                      <a:pt x="47469" y="10"/>
                    </a:moveTo>
                    <a:cubicBezTo>
                      <a:pt x="47394" y="7"/>
                      <a:pt x="47394" y="7"/>
                      <a:pt x="47394" y="7"/>
                    </a:cubicBezTo>
                    <a:cubicBezTo>
                      <a:pt x="47157" y="2"/>
                      <a:pt x="47157" y="2"/>
                      <a:pt x="47157" y="2"/>
                    </a:cubicBezTo>
                    <a:cubicBezTo>
                      <a:pt x="46923" y="0"/>
                      <a:pt x="46923" y="0"/>
                      <a:pt x="46923" y="0"/>
                    </a:cubicBezTo>
                    <a:cubicBezTo>
                      <a:pt x="46725" y="2"/>
                      <a:pt x="46725" y="2"/>
                      <a:pt x="46725" y="2"/>
                    </a:cubicBezTo>
                    <a:cubicBezTo>
                      <a:pt x="46729" y="248"/>
                      <a:pt x="46729" y="248"/>
                      <a:pt x="46729" y="248"/>
                    </a:cubicBezTo>
                    <a:cubicBezTo>
                      <a:pt x="46923" y="246"/>
                      <a:pt x="46923" y="246"/>
                      <a:pt x="46923" y="246"/>
                    </a:cubicBezTo>
                    <a:cubicBezTo>
                      <a:pt x="47154" y="248"/>
                      <a:pt x="47154" y="248"/>
                      <a:pt x="47154" y="248"/>
                    </a:cubicBezTo>
                    <a:cubicBezTo>
                      <a:pt x="47386" y="253"/>
                      <a:pt x="47386" y="253"/>
                      <a:pt x="47386" y="253"/>
                    </a:cubicBezTo>
                    <a:cubicBezTo>
                      <a:pt x="47462" y="256"/>
                      <a:pt x="47462" y="256"/>
                      <a:pt x="47462" y="256"/>
                    </a:cubicBezTo>
                    <a:cubicBezTo>
                      <a:pt x="47469" y="10"/>
                      <a:pt x="47469" y="10"/>
                      <a:pt x="47469" y="10"/>
                    </a:cubicBezTo>
                    <a:close/>
                    <a:moveTo>
                      <a:pt x="46227" y="17"/>
                    </a:moveTo>
                    <a:cubicBezTo>
                      <a:pt x="46004" y="30"/>
                      <a:pt x="46004" y="30"/>
                      <a:pt x="46004" y="30"/>
                    </a:cubicBezTo>
                    <a:cubicBezTo>
                      <a:pt x="45779" y="47"/>
                      <a:pt x="45779" y="47"/>
                      <a:pt x="45779" y="47"/>
                    </a:cubicBezTo>
                    <a:cubicBezTo>
                      <a:pt x="45555" y="67"/>
                      <a:pt x="45555" y="67"/>
                      <a:pt x="45555" y="67"/>
                    </a:cubicBezTo>
                    <a:cubicBezTo>
                      <a:pt x="45485" y="74"/>
                      <a:pt x="45485" y="74"/>
                      <a:pt x="45485" y="74"/>
                    </a:cubicBezTo>
                    <a:cubicBezTo>
                      <a:pt x="45513" y="319"/>
                      <a:pt x="45513" y="319"/>
                      <a:pt x="45513" y="319"/>
                    </a:cubicBezTo>
                    <a:cubicBezTo>
                      <a:pt x="45579" y="312"/>
                      <a:pt x="45579" y="312"/>
                      <a:pt x="45579" y="312"/>
                    </a:cubicBezTo>
                    <a:cubicBezTo>
                      <a:pt x="45799" y="292"/>
                      <a:pt x="45799" y="292"/>
                      <a:pt x="45799" y="292"/>
                    </a:cubicBezTo>
                    <a:cubicBezTo>
                      <a:pt x="46020" y="276"/>
                      <a:pt x="46020" y="276"/>
                      <a:pt x="46020" y="276"/>
                    </a:cubicBezTo>
                    <a:cubicBezTo>
                      <a:pt x="46243" y="263"/>
                      <a:pt x="46243" y="263"/>
                      <a:pt x="46243" y="263"/>
                    </a:cubicBezTo>
                    <a:cubicBezTo>
                      <a:pt x="46227" y="17"/>
                      <a:pt x="46227" y="17"/>
                      <a:pt x="46227" y="17"/>
                    </a:cubicBezTo>
                    <a:close/>
                    <a:moveTo>
                      <a:pt x="44992" y="134"/>
                    </a:moveTo>
                    <a:cubicBezTo>
                      <a:pt x="44894" y="148"/>
                      <a:pt x="44894" y="148"/>
                      <a:pt x="44894" y="148"/>
                    </a:cubicBezTo>
                    <a:cubicBezTo>
                      <a:pt x="44677" y="181"/>
                      <a:pt x="44677" y="181"/>
                      <a:pt x="44677" y="181"/>
                    </a:cubicBezTo>
                    <a:cubicBezTo>
                      <a:pt x="44461" y="219"/>
                      <a:pt x="44461" y="219"/>
                      <a:pt x="44461" y="219"/>
                    </a:cubicBezTo>
                    <a:cubicBezTo>
                      <a:pt x="44258" y="257"/>
                      <a:pt x="44258" y="257"/>
                      <a:pt x="44258" y="257"/>
                    </a:cubicBezTo>
                    <a:cubicBezTo>
                      <a:pt x="44306" y="498"/>
                      <a:pt x="44306" y="498"/>
                      <a:pt x="44306" y="498"/>
                    </a:cubicBezTo>
                    <a:cubicBezTo>
                      <a:pt x="44505" y="461"/>
                      <a:pt x="44505" y="461"/>
                      <a:pt x="44505" y="461"/>
                    </a:cubicBezTo>
                    <a:cubicBezTo>
                      <a:pt x="44717" y="424"/>
                      <a:pt x="44717" y="424"/>
                      <a:pt x="44717" y="424"/>
                    </a:cubicBezTo>
                    <a:cubicBezTo>
                      <a:pt x="44930" y="391"/>
                      <a:pt x="44930" y="391"/>
                      <a:pt x="44930" y="391"/>
                    </a:cubicBezTo>
                    <a:cubicBezTo>
                      <a:pt x="45028" y="377"/>
                      <a:pt x="45028" y="377"/>
                      <a:pt x="45028" y="377"/>
                    </a:cubicBezTo>
                    <a:cubicBezTo>
                      <a:pt x="44992" y="134"/>
                      <a:pt x="44992" y="134"/>
                      <a:pt x="44992" y="134"/>
                    </a:cubicBezTo>
                    <a:close/>
                    <a:moveTo>
                      <a:pt x="43771" y="362"/>
                    </a:moveTo>
                    <a:cubicBezTo>
                      <a:pt x="43615" y="399"/>
                      <a:pt x="43615" y="399"/>
                      <a:pt x="43615" y="399"/>
                    </a:cubicBezTo>
                    <a:cubicBezTo>
                      <a:pt x="43408" y="453"/>
                      <a:pt x="43408" y="453"/>
                      <a:pt x="43408" y="453"/>
                    </a:cubicBezTo>
                    <a:cubicBezTo>
                      <a:pt x="43202" y="509"/>
                      <a:pt x="43202" y="509"/>
                      <a:pt x="43202" y="509"/>
                    </a:cubicBezTo>
                    <a:cubicBezTo>
                      <a:pt x="43052" y="552"/>
                      <a:pt x="43052" y="552"/>
                      <a:pt x="43052" y="552"/>
                    </a:cubicBezTo>
                    <a:cubicBezTo>
                      <a:pt x="43122" y="788"/>
                      <a:pt x="43122" y="788"/>
                      <a:pt x="43122" y="788"/>
                    </a:cubicBezTo>
                    <a:cubicBezTo>
                      <a:pt x="43268" y="746"/>
                      <a:pt x="43268" y="746"/>
                      <a:pt x="43268" y="746"/>
                    </a:cubicBezTo>
                    <a:cubicBezTo>
                      <a:pt x="43471" y="691"/>
                      <a:pt x="43471" y="691"/>
                      <a:pt x="43471" y="691"/>
                    </a:cubicBezTo>
                    <a:cubicBezTo>
                      <a:pt x="43675" y="638"/>
                      <a:pt x="43675" y="638"/>
                      <a:pt x="43675" y="638"/>
                    </a:cubicBezTo>
                    <a:cubicBezTo>
                      <a:pt x="43831" y="601"/>
                      <a:pt x="43831" y="601"/>
                      <a:pt x="43831" y="601"/>
                    </a:cubicBezTo>
                    <a:cubicBezTo>
                      <a:pt x="43771" y="362"/>
                      <a:pt x="43771" y="362"/>
                      <a:pt x="43771" y="362"/>
                    </a:cubicBezTo>
                    <a:close/>
                    <a:moveTo>
                      <a:pt x="42577" y="700"/>
                    </a:moveTo>
                    <a:cubicBezTo>
                      <a:pt x="42391" y="763"/>
                      <a:pt x="42391" y="763"/>
                      <a:pt x="42391" y="763"/>
                    </a:cubicBezTo>
                    <a:cubicBezTo>
                      <a:pt x="42192" y="834"/>
                      <a:pt x="42192" y="834"/>
                      <a:pt x="42192" y="834"/>
                    </a:cubicBezTo>
                    <a:cubicBezTo>
                      <a:pt x="41995" y="908"/>
                      <a:pt x="41995" y="908"/>
                      <a:pt x="41995" y="908"/>
                    </a:cubicBezTo>
                    <a:cubicBezTo>
                      <a:pt x="41877" y="954"/>
                      <a:pt x="41877" y="954"/>
                      <a:pt x="41877" y="954"/>
                    </a:cubicBezTo>
                    <a:cubicBezTo>
                      <a:pt x="41968" y="1182"/>
                      <a:pt x="41968" y="1182"/>
                      <a:pt x="41968" y="1182"/>
                    </a:cubicBezTo>
                    <a:cubicBezTo>
                      <a:pt x="42082" y="1138"/>
                      <a:pt x="42082" y="1138"/>
                      <a:pt x="42082" y="1138"/>
                    </a:cubicBezTo>
                    <a:cubicBezTo>
                      <a:pt x="42277" y="1065"/>
                      <a:pt x="42277" y="1065"/>
                      <a:pt x="42277" y="1065"/>
                    </a:cubicBezTo>
                    <a:cubicBezTo>
                      <a:pt x="42472" y="996"/>
                      <a:pt x="42472" y="996"/>
                      <a:pt x="42472" y="996"/>
                    </a:cubicBezTo>
                    <a:cubicBezTo>
                      <a:pt x="42658" y="933"/>
                      <a:pt x="42658" y="933"/>
                      <a:pt x="42658" y="933"/>
                    </a:cubicBezTo>
                    <a:cubicBezTo>
                      <a:pt x="42577" y="700"/>
                      <a:pt x="42577" y="700"/>
                      <a:pt x="42577" y="700"/>
                    </a:cubicBezTo>
                    <a:close/>
                    <a:moveTo>
                      <a:pt x="41419" y="1142"/>
                    </a:moveTo>
                    <a:cubicBezTo>
                      <a:pt x="41217" y="1230"/>
                      <a:pt x="41217" y="1230"/>
                      <a:pt x="41217" y="1230"/>
                    </a:cubicBezTo>
                    <a:cubicBezTo>
                      <a:pt x="41026" y="1317"/>
                      <a:pt x="41026" y="1317"/>
                      <a:pt x="41026" y="1317"/>
                    </a:cubicBezTo>
                    <a:cubicBezTo>
                      <a:pt x="40836" y="1407"/>
                      <a:pt x="40836" y="1407"/>
                      <a:pt x="40836" y="1407"/>
                    </a:cubicBezTo>
                    <a:cubicBezTo>
                      <a:pt x="40742" y="1453"/>
                      <a:pt x="40742" y="1453"/>
                      <a:pt x="40742" y="1453"/>
                    </a:cubicBezTo>
                    <a:cubicBezTo>
                      <a:pt x="40852" y="1674"/>
                      <a:pt x="40852" y="1674"/>
                      <a:pt x="40852" y="1674"/>
                    </a:cubicBezTo>
                    <a:cubicBezTo>
                      <a:pt x="40943" y="1629"/>
                      <a:pt x="40943" y="1629"/>
                      <a:pt x="40943" y="1629"/>
                    </a:cubicBezTo>
                    <a:cubicBezTo>
                      <a:pt x="41130" y="1541"/>
                      <a:pt x="41130" y="1541"/>
                      <a:pt x="41130" y="1541"/>
                    </a:cubicBezTo>
                    <a:cubicBezTo>
                      <a:pt x="41318" y="1455"/>
                      <a:pt x="41318" y="1455"/>
                      <a:pt x="41318" y="1455"/>
                    </a:cubicBezTo>
                    <a:cubicBezTo>
                      <a:pt x="41516" y="1368"/>
                      <a:pt x="41516" y="1368"/>
                      <a:pt x="41516" y="1368"/>
                    </a:cubicBezTo>
                    <a:cubicBezTo>
                      <a:pt x="41419" y="1142"/>
                      <a:pt x="41419" y="1142"/>
                      <a:pt x="41419" y="1142"/>
                    </a:cubicBezTo>
                    <a:close/>
                    <a:moveTo>
                      <a:pt x="40300" y="1678"/>
                    </a:moveTo>
                    <a:cubicBezTo>
                      <a:pt x="40274" y="1692"/>
                      <a:pt x="40274" y="1692"/>
                      <a:pt x="40274" y="1692"/>
                    </a:cubicBezTo>
                    <a:cubicBezTo>
                      <a:pt x="40089" y="1791"/>
                      <a:pt x="40089" y="1791"/>
                      <a:pt x="40089" y="1791"/>
                    </a:cubicBezTo>
                    <a:cubicBezTo>
                      <a:pt x="39905" y="1893"/>
                      <a:pt x="39905" y="1893"/>
                      <a:pt x="39905" y="1893"/>
                    </a:cubicBezTo>
                    <a:cubicBezTo>
                      <a:pt x="39722" y="1997"/>
                      <a:pt x="39722" y="1997"/>
                      <a:pt x="39722" y="1997"/>
                    </a:cubicBezTo>
                    <a:cubicBezTo>
                      <a:pt x="39650" y="2040"/>
                      <a:pt x="39650" y="2040"/>
                      <a:pt x="39650" y="2040"/>
                    </a:cubicBezTo>
                    <a:cubicBezTo>
                      <a:pt x="39775" y="2251"/>
                      <a:pt x="39775" y="2251"/>
                      <a:pt x="39775" y="2251"/>
                    </a:cubicBezTo>
                    <a:cubicBezTo>
                      <a:pt x="39845" y="2210"/>
                      <a:pt x="39845" y="2210"/>
                      <a:pt x="39845" y="2210"/>
                    </a:cubicBezTo>
                    <a:cubicBezTo>
                      <a:pt x="40025" y="2108"/>
                      <a:pt x="40025" y="2108"/>
                      <a:pt x="40025" y="2108"/>
                    </a:cubicBezTo>
                    <a:cubicBezTo>
                      <a:pt x="40207" y="2007"/>
                      <a:pt x="40207" y="2007"/>
                      <a:pt x="40207" y="2007"/>
                    </a:cubicBezTo>
                    <a:cubicBezTo>
                      <a:pt x="40389" y="1909"/>
                      <a:pt x="40389" y="1909"/>
                      <a:pt x="40389" y="1909"/>
                    </a:cubicBezTo>
                    <a:cubicBezTo>
                      <a:pt x="40416" y="1895"/>
                      <a:pt x="40416" y="1895"/>
                      <a:pt x="40416" y="1895"/>
                    </a:cubicBezTo>
                    <a:cubicBezTo>
                      <a:pt x="40300" y="1678"/>
                      <a:pt x="40300" y="1678"/>
                      <a:pt x="40300" y="1678"/>
                    </a:cubicBezTo>
                    <a:close/>
                    <a:moveTo>
                      <a:pt x="39226" y="2295"/>
                    </a:moveTo>
                    <a:cubicBezTo>
                      <a:pt x="39179" y="2324"/>
                      <a:pt x="39179" y="2324"/>
                      <a:pt x="39179" y="2324"/>
                    </a:cubicBezTo>
                    <a:cubicBezTo>
                      <a:pt x="39001" y="2437"/>
                      <a:pt x="39001" y="2437"/>
                      <a:pt x="39001" y="2437"/>
                    </a:cubicBezTo>
                    <a:cubicBezTo>
                      <a:pt x="38823" y="2552"/>
                      <a:pt x="38823" y="2552"/>
                      <a:pt x="38823" y="2552"/>
                    </a:cubicBezTo>
                    <a:cubicBezTo>
                      <a:pt x="38646" y="2669"/>
                      <a:pt x="38646" y="2669"/>
                      <a:pt x="38646" y="2669"/>
                    </a:cubicBezTo>
                    <a:cubicBezTo>
                      <a:pt x="38602" y="2699"/>
                      <a:pt x="38602" y="2699"/>
                      <a:pt x="38602" y="2699"/>
                    </a:cubicBezTo>
                    <a:cubicBezTo>
                      <a:pt x="38741" y="2902"/>
                      <a:pt x="38741" y="2902"/>
                      <a:pt x="38741" y="2902"/>
                    </a:cubicBezTo>
                    <a:cubicBezTo>
                      <a:pt x="38783" y="2874"/>
                      <a:pt x="38783" y="2874"/>
                      <a:pt x="38783" y="2874"/>
                    </a:cubicBezTo>
                    <a:cubicBezTo>
                      <a:pt x="38958" y="2758"/>
                      <a:pt x="38958" y="2758"/>
                      <a:pt x="38958" y="2758"/>
                    </a:cubicBezTo>
                    <a:cubicBezTo>
                      <a:pt x="39133" y="2644"/>
                      <a:pt x="39133" y="2644"/>
                      <a:pt x="39133" y="2644"/>
                    </a:cubicBezTo>
                    <a:cubicBezTo>
                      <a:pt x="39310" y="2532"/>
                      <a:pt x="39310" y="2532"/>
                      <a:pt x="39310" y="2532"/>
                    </a:cubicBezTo>
                    <a:cubicBezTo>
                      <a:pt x="39356" y="2504"/>
                      <a:pt x="39356" y="2504"/>
                      <a:pt x="39356" y="2504"/>
                    </a:cubicBezTo>
                    <a:cubicBezTo>
                      <a:pt x="39226" y="2295"/>
                      <a:pt x="39226" y="2295"/>
                      <a:pt x="39226" y="2295"/>
                    </a:cubicBezTo>
                    <a:close/>
                    <a:moveTo>
                      <a:pt x="38195" y="2981"/>
                    </a:moveTo>
                    <a:cubicBezTo>
                      <a:pt x="38121" y="3033"/>
                      <a:pt x="38121" y="3033"/>
                      <a:pt x="38121" y="3033"/>
                    </a:cubicBezTo>
                    <a:cubicBezTo>
                      <a:pt x="37948" y="3158"/>
                      <a:pt x="37948" y="3158"/>
                      <a:pt x="37948" y="3158"/>
                    </a:cubicBezTo>
                    <a:cubicBezTo>
                      <a:pt x="37776" y="3285"/>
                      <a:pt x="37776" y="3285"/>
                      <a:pt x="37776" y="3285"/>
                    </a:cubicBezTo>
                    <a:cubicBezTo>
                      <a:pt x="37596" y="3420"/>
                      <a:pt x="37596" y="3420"/>
                      <a:pt x="37596" y="3420"/>
                    </a:cubicBezTo>
                    <a:cubicBezTo>
                      <a:pt x="37746" y="3615"/>
                      <a:pt x="37746" y="3615"/>
                      <a:pt x="37746" y="3615"/>
                    </a:cubicBezTo>
                    <a:cubicBezTo>
                      <a:pt x="37923" y="3482"/>
                      <a:pt x="37923" y="3482"/>
                      <a:pt x="37923" y="3482"/>
                    </a:cubicBezTo>
                    <a:cubicBezTo>
                      <a:pt x="38093" y="3357"/>
                      <a:pt x="38093" y="3357"/>
                      <a:pt x="38093" y="3357"/>
                    </a:cubicBezTo>
                    <a:cubicBezTo>
                      <a:pt x="38265" y="3233"/>
                      <a:pt x="38265" y="3233"/>
                      <a:pt x="38265" y="3233"/>
                    </a:cubicBezTo>
                    <a:cubicBezTo>
                      <a:pt x="38338" y="3181"/>
                      <a:pt x="38338" y="3181"/>
                      <a:pt x="38338" y="3181"/>
                    </a:cubicBezTo>
                    <a:cubicBezTo>
                      <a:pt x="38195" y="2981"/>
                      <a:pt x="38195" y="2981"/>
                      <a:pt x="38195" y="2981"/>
                    </a:cubicBezTo>
                    <a:close/>
                    <a:moveTo>
                      <a:pt x="37205" y="3723"/>
                    </a:moveTo>
                    <a:cubicBezTo>
                      <a:pt x="37095" y="3810"/>
                      <a:pt x="37095" y="3810"/>
                      <a:pt x="37095" y="3810"/>
                    </a:cubicBezTo>
                    <a:cubicBezTo>
                      <a:pt x="36927" y="3946"/>
                      <a:pt x="36927" y="3946"/>
                      <a:pt x="36927" y="3946"/>
                    </a:cubicBezTo>
                    <a:cubicBezTo>
                      <a:pt x="36759" y="4083"/>
                      <a:pt x="36759" y="4083"/>
                      <a:pt x="36759" y="4083"/>
                    </a:cubicBezTo>
                    <a:cubicBezTo>
                      <a:pt x="36630" y="4190"/>
                      <a:pt x="36630" y="4190"/>
                      <a:pt x="36630" y="4190"/>
                    </a:cubicBezTo>
                    <a:cubicBezTo>
                      <a:pt x="36788" y="4379"/>
                      <a:pt x="36788" y="4379"/>
                      <a:pt x="36788" y="4379"/>
                    </a:cubicBezTo>
                    <a:cubicBezTo>
                      <a:pt x="36916" y="4273"/>
                      <a:pt x="36916" y="4273"/>
                      <a:pt x="36916" y="4273"/>
                    </a:cubicBezTo>
                    <a:cubicBezTo>
                      <a:pt x="37082" y="4137"/>
                      <a:pt x="37082" y="4137"/>
                      <a:pt x="37082" y="4137"/>
                    </a:cubicBezTo>
                    <a:cubicBezTo>
                      <a:pt x="37249" y="4002"/>
                      <a:pt x="37249" y="4002"/>
                      <a:pt x="37249" y="4002"/>
                    </a:cubicBezTo>
                    <a:cubicBezTo>
                      <a:pt x="37359" y="3915"/>
                      <a:pt x="37359" y="3915"/>
                      <a:pt x="37359" y="3915"/>
                    </a:cubicBezTo>
                    <a:cubicBezTo>
                      <a:pt x="37205" y="3723"/>
                      <a:pt x="37205" y="3723"/>
                      <a:pt x="37205" y="3723"/>
                    </a:cubicBezTo>
                    <a:close/>
                    <a:moveTo>
                      <a:pt x="36252" y="4510"/>
                    </a:moveTo>
                    <a:cubicBezTo>
                      <a:pt x="36096" y="4646"/>
                      <a:pt x="36096" y="4646"/>
                      <a:pt x="36096" y="4646"/>
                    </a:cubicBezTo>
                    <a:cubicBezTo>
                      <a:pt x="35931" y="4791"/>
                      <a:pt x="35931" y="4791"/>
                      <a:pt x="35931" y="4791"/>
                    </a:cubicBezTo>
                    <a:cubicBezTo>
                      <a:pt x="35768" y="4937"/>
                      <a:pt x="35768" y="4937"/>
                      <a:pt x="35768" y="4937"/>
                    </a:cubicBezTo>
                    <a:cubicBezTo>
                      <a:pt x="35697" y="5001"/>
                      <a:pt x="35697" y="5001"/>
                      <a:pt x="35697" y="5001"/>
                    </a:cubicBezTo>
                    <a:cubicBezTo>
                      <a:pt x="35862" y="5183"/>
                      <a:pt x="35862" y="5183"/>
                      <a:pt x="35862" y="5183"/>
                    </a:cubicBezTo>
                    <a:cubicBezTo>
                      <a:pt x="35932" y="5120"/>
                      <a:pt x="35932" y="5120"/>
                      <a:pt x="35932" y="5120"/>
                    </a:cubicBezTo>
                    <a:cubicBezTo>
                      <a:pt x="36095" y="4975"/>
                      <a:pt x="36095" y="4975"/>
                      <a:pt x="36095" y="4975"/>
                    </a:cubicBezTo>
                    <a:cubicBezTo>
                      <a:pt x="36258" y="4832"/>
                      <a:pt x="36258" y="4832"/>
                      <a:pt x="36258" y="4832"/>
                    </a:cubicBezTo>
                    <a:cubicBezTo>
                      <a:pt x="36414" y="4696"/>
                      <a:pt x="36414" y="4696"/>
                      <a:pt x="36414" y="4696"/>
                    </a:cubicBezTo>
                    <a:cubicBezTo>
                      <a:pt x="36252" y="4510"/>
                      <a:pt x="36252" y="4510"/>
                      <a:pt x="36252" y="4510"/>
                    </a:cubicBezTo>
                    <a:close/>
                    <a:moveTo>
                      <a:pt x="35332" y="5334"/>
                    </a:moveTo>
                    <a:cubicBezTo>
                      <a:pt x="35280" y="5382"/>
                      <a:pt x="35280" y="5382"/>
                      <a:pt x="35280" y="5382"/>
                    </a:cubicBezTo>
                    <a:cubicBezTo>
                      <a:pt x="35118" y="5533"/>
                      <a:pt x="35118" y="5533"/>
                      <a:pt x="35118" y="5533"/>
                    </a:cubicBezTo>
                    <a:cubicBezTo>
                      <a:pt x="34957" y="5685"/>
                      <a:pt x="34957" y="5685"/>
                      <a:pt x="34957" y="5685"/>
                    </a:cubicBezTo>
                    <a:cubicBezTo>
                      <a:pt x="34793" y="5841"/>
                      <a:pt x="34793" y="5841"/>
                      <a:pt x="34793" y="5841"/>
                    </a:cubicBezTo>
                    <a:cubicBezTo>
                      <a:pt x="34964" y="6018"/>
                      <a:pt x="34964" y="6018"/>
                      <a:pt x="34964" y="6018"/>
                    </a:cubicBezTo>
                    <a:cubicBezTo>
                      <a:pt x="35127" y="5863"/>
                      <a:pt x="35127" y="5863"/>
                      <a:pt x="35127" y="5863"/>
                    </a:cubicBezTo>
                    <a:cubicBezTo>
                      <a:pt x="35287" y="5712"/>
                      <a:pt x="35287" y="5712"/>
                      <a:pt x="35287" y="5712"/>
                    </a:cubicBezTo>
                    <a:cubicBezTo>
                      <a:pt x="35447" y="5562"/>
                      <a:pt x="35447" y="5562"/>
                      <a:pt x="35447" y="5562"/>
                    </a:cubicBezTo>
                    <a:cubicBezTo>
                      <a:pt x="35500" y="5514"/>
                      <a:pt x="35500" y="5514"/>
                      <a:pt x="35500" y="5514"/>
                    </a:cubicBezTo>
                    <a:cubicBezTo>
                      <a:pt x="35332" y="5334"/>
                      <a:pt x="35332" y="5334"/>
                      <a:pt x="35332" y="5334"/>
                    </a:cubicBezTo>
                    <a:close/>
                    <a:moveTo>
                      <a:pt x="34438" y="6184"/>
                    </a:moveTo>
                    <a:cubicBezTo>
                      <a:pt x="34317" y="6303"/>
                      <a:pt x="34317" y="6303"/>
                      <a:pt x="34317" y="6303"/>
                    </a:cubicBezTo>
                    <a:cubicBezTo>
                      <a:pt x="34158" y="6461"/>
                      <a:pt x="34158" y="6461"/>
                      <a:pt x="34158" y="6461"/>
                    </a:cubicBezTo>
                    <a:cubicBezTo>
                      <a:pt x="33913" y="6705"/>
                      <a:pt x="33913" y="6705"/>
                      <a:pt x="33913" y="6705"/>
                    </a:cubicBezTo>
                    <a:cubicBezTo>
                      <a:pt x="34087" y="6878"/>
                      <a:pt x="34087" y="6878"/>
                      <a:pt x="34087" y="6878"/>
                    </a:cubicBezTo>
                    <a:cubicBezTo>
                      <a:pt x="34331" y="6635"/>
                      <a:pt x="34331" y="6635"/>
                      <a:pt x="34331" y="6635"/>
                    </a:cubicBezTo>
                    <a:cubicBezTo>
                      <a:pt x="34489" y="6479"/>
                      <a:pt x="34489" y="6479"/>
                      <a:pt x="34489" y="6479"/>
                    </a:cubicBezTo>
                    <a:cubicBezTo>
                      <a:pt x="34611" y="6360"/>
                      <a:pt x="34611" y="6360"/>
                      <a:pt x="34611" y="6360"/>
                    </a:cubicBezTo>
                    <a:cubicBezTo>
                      <a:pt x="34438" y="6184"/>
                      <a:pt x="34438" y="6184"/>
                      <a:pt x="34438" y="6184"/>
                    </a:cubicBezTo>
                    <a:close/>
                    <a:moveTo>
                      <a:pt x="33566" y="7055"/>
                    </a:moveTo>
                    <a:cubicBezTo>
                      <a:pt x="33367" y="7259"/>
                      <a:pt x="33367" y="7259"/>
                      <a:pt x="33367" y="7259"/>
                    </a:cubicBezTo>
                    <a:cubicBezTo>
                      <a:pt x="33209" y="7421"/>
                      <a:pt x="33209" y="7421"/>
                      <a:pt x="33209" y="7421"/>
                    </a:cubicBezTo>
                    <a:cubicBezTo>
                      <a:pt x="33050" y="7585"/>
                      <a:pt x="33050" y="7585"/>
                      <a:pt x="33050" y="7585"/>
                    </a:cubicBezTo>
                    <a:cubicBezTo>
                      <a:pt x="33227" y="7756"/>
                      <a:pt x="33227" y="7756"/>
                      <a:pt x="33227" y="7756"/>
                    </a:cubicBezTo>
                    <a:cubicBezTo>
                      <a:pt x="33386" y="7592"/>
                      <a:pt x="33386" y="7592"/>
                      <a:pt x="33386" y="7592"/>
                    </a:cubicBezTo>
                    <a:cubicBezTo>
                      <a:pt x="33543" y="7431"/>
                      <a:pt x="33543" y="7431"/>
                      <a:pt x="33543" y="7431"/>
                    </a:cubicBezTo>
                    <a:cubicBezTo>
                      <a:pt x="33742" y="7228"/>
                      <a:pt x="33742" y="7228"/>
                      <a:pt x="33742" y="7228"/>
                    </a:cubicBezTo>
                    <a:cubicBezTo>
                      <a:pt x="33566" y="7055"/>
                      <a:pt x="33566" y="7055"/>
                      <a:pt x="33566" y="7055"/>
                    </a:cubicBezTo>
                    <a:close/>
                    <a:moveTo>
                      <a:pt x="32709" y="7941"/>
                    </a:moveTo>
                    <a:cubicBezTo>
                      <a:pt x="32538" y="8119"/>
                      <a:pt x="32369" y="8298"/>
                      <a:pt x="32200" y="8477"/>
                    </a:cubicBezTo>
                    <a:cubicBezTo>
                      <a:pt x="32379" y="8646"/>
                      <a:pt x="32379" y="8646"/>
                      <a:pt x="32379" y="8646"/>
                    </a:cubicBezTo>
                    <a:cubicBezTo>
                      <a:pt x="32547" y="8467"/>
                      <a:pt x="32717" y="8289"/>
                      <a:pt x="32887" y="8111"/>
                    </a:cubicBezTo>
                    <a:cubicBezTo>
                      <a:pt x="32709" y="7941"/>
                      <a:pt x="32709" y="7941"/>
                      <a:pt x="32709" y="7941"/>
                    </a:cubicBezTo>
                    <a:close/>
                    <a:moveTo>
                      <a:pt x="31862" y="8835"/>
                    </a:moveTo>
                    <a:cubicBezTo>
                      <a:pt x="31693" y="9014"/>
                      <a:pt x="31525" y="9194"/>
                      <a:pt x="31356" y="9374"/>
                    </a:cubicBezTo>
                    <a:cubicBezTo>
                      <a:pt x="31536" y="9542"/>
                      <a:pt x="31536" y="9542"/>
                      <a:pt x="31536" y="9542"/>
                    </a:cubicBezTo>
                    <a:cubicBezTo>
                      <a:pt x="31704" y="9362"/>
                      <a:pt x="31872" y="9183"/>
                      <a:pt x="32041" y="9004"/>
                    </a:cubicBezTo>
                    <a:cubicBezTo>
                      <a:pt x="31862" y="8835"/>
                      <a:pt x="31862" y="8835"/>
                      <a:pt x="31862" y="8835"/>
                    </a:cubicBezTo>
                    <a:close/>
                    <a:moveTo>
                      <a:pt x="31020" y="9733"/>
                    </a:moveTo>
                    <a:cubicBezTo>
                      <a:pt x="30852" y="9913"/>
                      <a:pt x="30683" y="10092"/>
                      <a:pt x="30515" y="10271"/>
                    </a:cubicBezTo>
                    <a:cubicBezTo>
                      <a:pt x="30694" y="10440"/>
                      <a:pt x="30694" y="10440"/>
                      <a:pt x="30694" y="10440"/>
                    </a:cubicBezTo>
                    <a:cubicBezTo>
                      <a:pt x="30863" y="10261"/>
                      <a:pt x="31032" y="10081"/>
                      <a:pt x="31199" y="9901"/>
                    </a:cubicBezTo>
                    <a:cubicBezTo>
                      <a:pt x="31020" y="9733"/>
                      <a:pt x="31020" y="9733"/>
                      <a:pt x="31020" y="9733"/>
                    </a:cubicBezTo>
                    <a:close/>
                    <a:moveTo>
                      <a:pt x="30178" y="10630"/>
                    </a:moveTo>
                    <a:cubicBezTo>
                      <a:pt x="30009" y="10809"/>
                      <a:pt x="29840" y="10987"/>
                      <a:pt x="29670" y="11166"/>
                    </a:cubicBezTo>
                    <a:cubicBezTo>
                      <a:pt x="29848" y="11335"/>
                      <a:pt x="29848" y="11335"/>
                      <a:pt x="29848" y="11335"/>
                    </a:cubicBezTo>
                    <a:cubicBezTo>
                      <a:pt x="30018" y="11157"/>
                      <a:pt x="30187" y="10978"/>
                      <a:pt x="30357" y="10799"/>
                    </a:cubicBezTo>
                    <a:cubicBezTo>
                      <a:pt x="30178" y="10630"/>
                      <a:pt x="30178" y="10630"/>
                      <a:pt x="30178" y="10630"/>
                    </a:cubicBezTo>
                    <a:close/>
                    <a:moveTo>
                      <a:pt x="29330" y="11521"/>
                    </a:moveTo>
                    <a:cubicBezTo>
                      <a:pt x="29121" y="11739"/>
                      <a:pt x="29121" y="11739"/>
                      <a:pt x="29121" y="11739"/>
                    </a:cubicBezTo>
                    <a:cubicBezTo>
                      <a:pt x="28818" y="12051"/>
                      <a:pt x="28818" y="12051"/>
                      <a:pt x="28818" y="12051"/>
                    </a:cubicBezTo>
                    <a:cubicBezTo>
                      <a:pt x="28994" y="12223"/>
                      <a:pt x="28994" y="12223"/>
                      <a:pt x="28994" y="12223"/>
                    </a:cubicBezTo>
                    <a:cubicBezTo>
                      <a:pt x="29298" y="11910"/>
                      <a:pt x="29298" y="11910"/>
                      <a:pt x="29298" y="11910"/>
                    </a:cubicBezTo>
                    <a:cubicBezTo>
                      <a:pt x="29508" y="11692"/>
                      <a:pt x="29508" y="11692"/>
                      <a:pt x="29508" y="11692"/>
                    </a:cubicBezTo>
                    <a:cubicBezTo>
                      <a:pt x="29330" y="11521"/>
                      <a:pt x="29330" y="11521"/>
                      <a:pt x="29330" y="11521"/>
                    </a:cubicBezTo>
                    <a:close/>
                    <a:moveTo>
                      <a:pt x="28474" y="12402"/>
                    </a:moveTo>
                    <a:cubicBezTo>
                      <a:pt x="28318" y="12559"/>
                      <a:pt x="28318" y="12559"/>
                      <a:pt x="28318" y="12559"/>
                    </a:cubicBezTo>
                    <a:cubicBezTo>
                      <a:pt x="28156" y="12722"/>
                      <a:pt x="28156" y="12722"/>
                      <a:pt x="28156" y="12722"/>
                    </a:cubicBezTo>
                    <a:cubicBezTo>
                      <a:pt x="27953" y="12923"/>
                      <a:pt x="27953" y="12923"/>
                      <a:pt x="27953" y="12923"/>
                    </a:cubicBezTo>
                    <a:cubicBezTo>
                      <a:pt x="28125" y="13099"/>
                      <a:pt x="28125" y="13099"/>
                      <a:pt x="28125" y="13099"/>
                    </a:cubicBezTo>
                    <a:cubicBezTo>
                      <a:pt x="28330" y="12896"/>
                      <a:pt x="28330" y="12896"/>
                      <a:pt x="28330" y="12896"/>
                    </a:cubicBezTo>
                    <a:cubicBezTo>
                      <a:pt x="28492" y="12733"/>
                      <a:pt x="28492" y="12733"/>
                      <a:pt x="28492" y="12733"/>
                    </a:cubicBezTo>
                    <a:cubicBezTo>
                      <a:pt x="28648" y="12575"/>
                      <a:pt x="28648" y="12575"/>
                      <a:pt x="28648" y="12575"/>
                    </a:cubicBezTo>
                    <a:cubicBezTo>
                      <a:pt x="28474" y="12402"/>
                      <a:pt x="28474" y="12402"/>
                      <a:pt x="28474" y="12402"/>
                    </a:cubicBezTo>
                    <a:close/>
                    <a:moveTo>
                      <a:pt x="27602" y="13267"/>
                    </a:moveTo>
                    <a:cubicBezTo>
                      <a:pt x="27502" y="13364"/>
                      <a:pt x="27502" y="13364"/>
                      <a:pt x="27502" y="13364"/>
                    </a:cubicBezTo>
                    <a:cubicBezTo>
                      <a:pt x="27337" y="13523"/>
                      <a:pt x="27337" y="13523"/>
                      <a:pt x="27337" y="13523"/>
                    </a:cubicBezTo>
                    <a:cubicBezTo>
                      <a:pt x="27172" y="13681"/>
                      <a:pt x="27172" y="13681"/>
                      <a:pt x="27172" y="13681"/>
                    </a:cubicBezTo>
                    <a:cubicBezTo>
                      <a:pt x="27070" y="13777"/>
                      <a:pt x="27070" y="13777"/>
                      <a:pt x="27070" y="13777"/>
                    </a:cubicBezTo>
                    <a:cubicBezTo>
                      <a:pt x="27239" y="13956"/>
                      <a:pt x="27239" y="13956"/>
                      <a:pt x="27239" y="13956"/>
                    </a:cubicBezTo>
                    <a:cubicBezTo>
                      <a:pt x="27341" y="13860"/>
                      <a:pt x="27341" y="13860"/>
                      <a:pt x="27341" y="13860"/>
                    </a:cubicBezTo>
                    <a:cubicBezTo>
                      <a:pt x="27508" y="13701"/>
                      <a:pt x="27508" y="13701"/>
                      <a:pt x="27508" y="13701"/>
                    </a:cubicBezTo>
                    <a:cubicBezTo>
                      <a:pt x="27673" y="13541"/>
                      <a:pt x="27673" y="13541"/>
                      <a:pt x="27673" y="13541"/>
                    </a:cubicBezTo>
                    <a:cubicBezTo>
                      <a:pt x="27773" y="13444"/>
                      <a:pt x="27773" y="13444"/>
                      <a:pt x="27773" y="13444"/>
                    </a:cubicBezTo>
                    <a:cubicBezTo>
                      <a:pt x="27602" y="13267"/>
                      <a:pt x="27602" y="13267"/>
                      <a:pt x="27602" y="13267"/>
                    </a:cubicBezTo>
                    <a:close/>
                    <a:moveTo>
                      <a:pt x="26711" y="14112"/>
                    </a:moveTo>
                    <a:cubicBezTo>
                      <a:pt x="26503" y="14303"/>
                      <a:pt x="26503" y="14303"/>
                      <a:pt x="26503" y="14303"/>
                    </a:cubicBezTo>
                    <a:cubicBezTo>
                      <a:pt x="26335" y="14456"/>
                      <a:pt x="26335" y="14456"/>
                      <a:pt x="26335" y="14456"/>
                    </a:cubicBezTo>
                    <a:cubicBezTo>
                      <a:pt x="26166" y="14607"/>
                      <a:pt x="26166" y="14607"/>
                      <a:pt x="26166" y="14607"/>
                    </a:cubicBezTo>
                    <a:cubicBezTo>
                      <a:pt x="26330" y="14791"/>
                      <a:pt x="26330" y="14791"/>
                      <a:pt x="26330" y="14791"/>
                    </a:cubicBezTo>
                    <a:cubicBezTo>
                      <a:pt x="26499" y="14639"/>
                      <a:pt x="26499" y="14639"/>
                      <a:pt x="26499" y="14639"/>
                    </a:cubicBezTo>
                    <a:cubicBezTo>
                      <a:pt x="26669" y="14485"/>
                      <a:pt x="26669" y="14485"/>
                      <a:pt x="26669" y="14485"/>
                    </a:cubicBezTo>
                    <a:cubicBezTo>
                      <a:pt x="26878" y="14293"/>
                      <a:pt x="26878" y="14293"/>
                      <a:pt x="26878" y="14293"/>
                    </a:cubicBezTo>
                    <a:cubicBezTo>
                      <a:pt x="26711" y="14112"/>
                      <a:pt x="26711" y="14112"/>
                      <a:pt x="26711" y="14112"/>
                    </a:cubicBezTo>
                    <a:close/>
                    <a:moveTo>
                      <a:pt x="25798" y="14930"/>
                    </a:moveTo>
                    <a:cubicBezTo>
                      <a:pt x="25651" y="15056"/>
                      <a:pt x="25651" y="15056"/>
                      <a:pt x="25651" y="15056"/>
                    </a:cubicBezTo>
                    <a:cubicBezTo>
                      <a:pt x="25479" y="15203"/>
                      <a:pt x="25479" y="15203"/>
                      <a:pt x="25479" y="15203"/>
                    </a:cubicBezTo>
                    <a:cubicBezTo>
                      <a:pt x="25305" y="15349"/>
                      <a:pt x="25305" y="15349"/>
                      <a:pt x="25305" y="15349"/>
                    </a:cubicBezTo>
                    <a:cubicBezTo>
                      <a:pt x="25236" y="15406"/>
                      <a:pt x="25236" y="15406"/>
                      <a:pt x="25236" y="15406"/>
                    </a:cubicBezTo>
                    <a:cubicBezTo>
                      <a:pt x="25393" y="15596"/>
                      <a:pt x="25393" y="15596"/>
                      <a:pt x="25393" y="15596"/>
                    </a:cubicBezTo>
                    <a:cubicBezTo>
                      <a:pt x="25462" y="15538"/>
                      <a:pt x="25462" y="15538"/>
                      <a:pt x="25462" y="15538"/>
                    </a:cubicBezTo>
                    <a:cubicBezTo>
                      <a:pt x="25637" y="15391"/>
                      <a:pt x="25637" y="15391"/>
                      <a:pt x="25637" y="15391"/>
                    </a:cubicBezTo>
                    <a:cubicBezTo>
                      <a:pt x="25811" y="15243"/>
                      <a:pt x="25811" y="15243"/>
                      <a:pt x="25811" y="15243"/>
                    </a:cubicBezTo>
                    <a:cubicBezTo>
                      <a:pt x="25958" y="15117"/>
                      <a:pt x="25958" y="15117"/>
                      <a:pt x="25958" y="15117"/>
                    </a:cubicBezTo>
                    <a:cubicBezTo>
                      <a:pt x="25798" y="14930"/>
                      <a:pt x="25798" y="14930"/>
                      <a:pt x="25798" y="14930"/>
                    </a:cubicBezTo>
                    <a:close/>
                    <a:moveTo>
                      <a:pt x="24856" y="15716"/>
                    </a:moveTo>
                    <a:cubicBezTo>
                      <a:pt x="24778" y="15778"/>
                      <a:pt x="24778" y="15778"/>
                      <a:pt x="24778" y="15778"/>
                    </a:cubicBezTo>
                    <a:cubicBezTo>
                      <a:pt x="24601" y="15918"/>
                      <a:pt x="24601" y="15918"/>
                      <a:pt x="24601" y="15918"/>
                    </a:cubicBezTo>
                    <a:cubicBezTo>
                      <a:pt x="24423" y="16057"/>
                      <a:pt x="24423" y="16057"/>
                      <a:pt x="24423" y="16057"/>
                    </a:cubicBezTo>
                    <a:cubicBezTo>
                      <a:pt x="24277" y="16168"/>
                      <a:pt x="24277" y="16168"/>
                      <a:pt x="24277" y="16168"/>
                    </a:cubicBezTo>
                    <a:cubicBezTo>
                      <a:pt x="24425" y="16364"/>
                      <a:pt x="24425" y="16364"/>
                      <a:pt x="24425" y="16364"/>
                    </a:cubicBezTo>
                    <a:cubicBezTo>
                      <a:pt x="24573" y="16252"/>
                      <a:pt x="24573" y="16252"/>
                      <a:pt x="24573" y="16252"/>
                    </a:cubicBezTo>
                    <a:cubicBezTo>
                      <a:pt x="24753" y="16112"/>
                      <a:pt x="24753" y="16112"/>
                      <a:pt x="24753" y="16112"/>
                    </a:cubicBezTo>
                    <a:cubicBezTo>
                      <a:pt x="24932" y="15971"/>
                      <a:pt x="24932" y="15971"/>
                      <a:pt x="24932" y="15971"/>
                    </a:cubicBezTo>
                    <a:cubicBezTo>
                      <a:pt x="25010" y="15908"/>
                      <a:pt x="25010" y="15908"/>
                      <a:pt x="25010" y="15908"/>
                    </a:cubicBezTo>
                    <a:cubicBezTo>
                      <a:pt x="24856" y="15716"/>
                      <a:pt x="24856" y="15716"/>
                      <a:pt x="24856" y="15716"/>
                    </a:cubicBezTo>
                    <a:close/>
                    <a:moveTo>
                      <a:pt x="23884" y="16461"/>
                    </a:moveTo>
                    <a:cubicBezTo>
                      <a:pt x="23699" y="16595"/>
                      <a:pt x="23699" y="16595"/>
                      <a:pt x="23699" y="16595"/>
                    </a:cubicBezTo>
                    <a:cubicBezTo>
                      <a:pt x="23516" y="16725"/>
                      <a:pt x="23516" y="16725"/>
                      <a:pt x="23516" y="16725"/>
                    </a:cubicBezTo>
                    <a:cubicBezTo>
                      <a:pt x="23331" y="16854"/>
                      <a:pt x="23331" y="16854"/>
                      <a:pt x="23331" y="16854"/>
                    </a:cubicBezTo>
                    <a:cubicBezTo>
                      <a:pt x="23285" y="16886"/>
                      <a:pt x="23285" y="16886"/>
                      <a:pt x="23285" y="16886"/>
                    </a:cubicBezTo>
                    <a:cubicBezTo>
                      <a:pt x="23423" y="17089"/>
                      <a:pt x="23423" y="17089"/>
                      <a:pt x="23423" y="17089"/>
                    </a:cubicBezTo>
                    <a:cubicBezTo>
                      <a:pt x="23471" y="17056"/>
                      <a:pt x="23471" y="17056"/>
                      <a:pt x="23471" y="17056"/>
                    </a:cubicBezTo>
                    <a:cubicBezTo>
                      <a:pt x="23658" y="16926"/>
                      <a:pt x="23658" y="16926"/>
                      <a:pt x="23658" y="16926"/>
                    </a:cubicBezTo>
                    <a:cubicBezTo>
                      <a:pt x="23843" y="16795"/>
                      <a:pt x="23843" y="16795"/>
                      <a:pt x="23843" y="16795"/>
                    </a:cubicBezTo>
                    <a:cubicBezTo>
                      <a:pt x="24029" y="16660"/>
                      <a:pt x="24029" y="16660"/>
                      <a:pt x="24029" y="16660"/>
                    </a:cubicBezTo>
                    <a:cubicBezTo>
                      <a:pt x="23884" y="16461"/>
                      <a:pt x="23884" y="16461"/>
                      <a:pt x="23884" y="16461"/>
                    </a:cubicBezTo>
                    <a:close/>
                    <a:moveTo>
                      <a:pt x="22878" y="17158"/>
                    </a:moveTo>
                    <a:cubicBezTo>
                      <a:pt x="22771" y="17229"/>
                      <a:pt x="22771" y="17229"/>
                      <a:pt x="22771" y="17229"/>
                    </a:cubicBezTo>
                    <a:cubicBezTo>
                      <a:pt x="22582" y="17350"/>
                      <a:pt x="22582" y="17350"/>
                      <a:pt x="22582" y="17350"/>
                    </a:cubicBezTo>
                    <a:cubicBezTo>
                      <a:pt x="22391" y="17469"/>
                      <a:pt x="22391" y="17469"/>
                      <a:pt x="22391" y="17469"/>
                    </a:cubicBezTo>
                    <a:cubicBezTo>
                      <a:pt x="22257" y="17551"/>
                      <a:pt x="22257" y="17551"/>
                      <a:pt x="22257" y="17551"/>
                    </a:cubicBezTo>
                    <a:cubicBezTo>
                      <a:pt x="22385" y="17762"/>
                      <a:pt x="22385" y="17762"/>
                      <a:pt x="22385" y="17762"/>
                    </a:cubicBezTo>
                    <a:cubicBezTo>
                      <a:pt x="22521" y="17678"/>
                      <a:pt x="22521" y="17678"/>
                      <a:pt x="22521" y="17678"/>
                    </a:cubicBezTo>
                    <a:cubicBezTo>
                      <a:pt x="22713" y="17558"/>
                      <a:pt x="22713" y="17558"/>
                      <a:pt x="22713" y="17558"/>
                    </a:cubicBezTo>
                    <a:cubicBezTo>
                      <a:pt x="22905" y="17435"/>
                      <a:pt x="22905" y="17435"/>
                      <a:pt x="22905" y="17435"/>
                    </a:cubicBezTo>
                    <a:cubicBezTo>
                      <a:pt x="23012" y="17365"/>
                      <a:pt x="23012" y="17365"/>
                      <a:pt x="23012" y="17365"/>
                    </a:cubicBezTo>
                    <a:cubicBezTo>
                      <a:pt x="22878" y="17158"/>
                      <a:pt x="22878" y="17158"/>
                      <a:pt x="22878" y="17158"/>
                    </a:cubicBezTo>
                    <a:close/>
                    <a:moveTo>
                      <a:pt x="21836" y="17801"/>
                    </a:moveTo>
                    <a:cubicBezTo>
                      <a:pt x="21617" y="17926"/>
                      <a:pt x="21617" y="17926"/>
                      <a:pt x="21617" y="17926"/>
                    </a:cubicBezTo>
                    <a:cubicBezTo>
                      <a:pt x="21420" y="18035"/>
                      <a:pt x="21420" y="18035"/>
                      <a:pt x="21420" y="18035"/>
                    </a:cubicBezTo>
                    <a:cubicBezTo>
                      <a:pt x="21222" y="18141"/>
                      <a:pt x="21222" y="18141"/>
                      <a:pt x="21222" y="18141"/>
                    </a:cubicBezTo>
                    <a:cubicBezTo>
                      <a:pt x="21195" y="18155"/>
                      <a:pt x="21195" y="18155"/>
                      <a:pt x="21195" y="18155"/>
                    </a:cubicBezTo>
                    <a:cubicBezTo>
                      <a:pt x="21308" y="18374"/>
                      <a:pt x="21308" y="18374"/>
                      <a:pt x="21308" y="18374"/>
                    </a:cubicBezTo>
                    <a:cubicBezTo>
                      <a:pt x="21337" y="18359"/>
                      <a:pt x="21337" y="18359"/>
                      <a:pt x="21337" y="18359"/>
                    </a:cubicBezTo>
                    <a:cubicBezTo>
                      <a:pt x="21538" y="18251"/>
                      <a:pt x="21538" y="18251"/>
                      <a:pt x="21538" y="18251"/>
                    </a:cubicBezTo>
                    <a:cubicBezTo>
                      <a:pt x="21737" y="18140"/>
                      <a:pt x="21737" y="18140"/>
                      <a:pt x="21737" y="18140"/>
                    </a:cubicBezTo>
                    <a:cubicBezTo>
                      <a:pt x="21959" y="18014"/>
                      <a:pt x="21959" y="18014"/>
                      <a:pt x="21959" y="18014"/>
                    </a:cubicBezTo>
                    <a:cubicBezTo>
                      <a:pt x="21836" y="17801"/>
                      <a:pt x="21836" y="17801"/>
                      <a:pt x="21836" y="17801"/>
                    </a:cubicBezTo>
                    <a:close/>
                    <a:moveTo>
                      <a:pt x="20759" y="18379"/>
                    </a:moveTo>
                    <a:cubicBezTo>
                      <a:pt x="20619" y="18448"/>
                      <a:pt x="20619" y="18448"/>
                      <a:pt x="20619" y="18448"/>
                    </a:cubicBezTo>
                    <a:cubicBezTo>
                      <a:pt x="20416" y="18545"/>
                      <a:pt x="20416" y="18545"/>
                      <a:pt x="20416" y="18545"/>
                    </a:cubicBezTo>
                    <a:cubicBezTo>
                      <a:pt x="20210" y="18640"/>
                      <a:pt x="20210" y="18640"/>
                      <a:pt x="20210" y="18640"/>
                    </a:cubicBezTo>
                    <a:cubicBezTo>
                      <a:pt x="20096" y="18692"/>
                      <a:pt x="20096" y="18692"/>
                      <a:pt x="20096" y="18692"/>
                    </a:cubicBezTo>
                    <a:cubicBezTo>
                      <a:pt x="20195" y="18917"/>
                      <a:pt x="20195" y="18917"/>
                      <a:pt x="20195" y="18917"/>
                    </a:cubicBezTo>
                    <a:cubicBezTo>
                      <a:pt x="20313" y="18864"/>
                      <a:pt x="20313" y="18864"/>
                      <a:pt x="20313" y="18864"/>
                    </a:cubicBezTo>
                    <a:cubicBezTo>
                      <a:pt x="20521" y="18768"/>
                      <a:pt x="20521" y="18768"/>
                      <a:pt x="20521" y="18768"/>
                    </a:cubicBezTo>
                    <a:cubicBezTo>
                      <a:pt x="20727" y="18669"/>
                      <a:pt x="20727" y="18669"/>
                      <a:pt x="20727" y="18669"/>
                    </a:cubicBezTo>
                    <a:cubicBezTo>
                      <a:pt x="20867" y="18600"/>
                      <a:pt x="20867" y="18600"/>
                      <a:pt x="20867" y="18600"/>
                    </a:cubicBezTo>
                    <a:cubicBezTo>
                      <a:pt x="20759" y="18379"/>
                      <a:pt x="20759" y="18379"/>
                      <a:pt x="20759" y="18379"/>
                    </a:cubicBezTo>
                    <a:close/>
                    <a:moveTo>
                      <a:pt x="19647" y="18885"/>
                    </a:moveTo>
                    <a:cubicBezTo>
                      <a:pt x="19586" y="18911"/>
                      <a:pt x="19586" y="18911"/>
                      <a:pt x="19586" y="18911"/>
                    </a:cubicBezTo>
                    <a:cubicBezTo>
                      <a:pt x="19375" y="18996"/>
                      <a:pt x="19375" y="18996"/>
                      <a:pt x="19375" y="18996"/>
                    </a:cubicBezTo>
                    <a:cubicBezTo>
                      <a:pt x="19162" y="19078"/>
                      <a:pt x="19162" y="19078"/>
                      <a:pt x="19162" y="19078"/>
                    </a:cubicBezTo>
                    <a:cubicBezTo>
                      <a:pt x="18963" y="19152"/>
                      <a:pt x="18963" y="19152"/>
                      <a:pt x="18963" y="19152"/>
                    </a:cubicBezTo>
                    <a:cubicBezTo>
                      <a:pt x="19048" y="19383"/>
                      <a:pt x="19048" y="19383"/>
                      <a:pt x="19048" y="19383"/>
                    </a:cubicBezTo>
                    <a:cubicBezTo>
                      <a:pt x="19249" y="19308"/>
                      <a:pt x="19249" y="19308"/>
                      <a:pt x="19249" y="19308"/>
                    </a:cubicBezTo>
                    <a:cubicBezTo>
                      <a:pt x="19465" y="19225"/>
                      <a:pt x="19465" y="19225"/>
                      <a:pt x="19465" y="19225"/>
                    </a:cubicBezTo>
                    <a:cubicBezTo>
                      <a:pt x="19679" y="19138"/>
                      <a:pt x="19679" y="19138"/>
                      <a:pt x="19679" y="19138"/>
                    </a:cubicBezTo>
                    <a:cubicBezTo>
                      <a:pt x="19740" y="19113"/>
                      <a:pt x="19740" y="19113"/>
                      <a:pt x="19740" y="19113"/>
                    </a:cubicBezTo>
                    <a:cubicBezTo>
                      <a:pt x="19647" y="18885"/>
                      <a:pt x="19647" y="18885"/>
                      <a:pt x="19647" y="18885"/>
                    </a:cubicBezTo>
                    <a:close/>
                    <a:moveTo>
                      <a:pt x="18504" y="19313"/>
                    </a:moveTo>
                    <a:cubicBezTo>
                      <a:pt x="18295" y="19381"/>
                      <a:pt x="18295" y="19381"/>
                      <a:pt x="18295" y="19381"/>
                    </a:cubicBezTo>
                    <a:cubicBezTo>
                      <a:pt x="18074" y="19450"/>
                      <a:pt x="18074" y="19450"/>
                      <a:pt x="18074" y="19450"/>
                    </a:cubicBezTo>
                    <a:cubicBezTo>
                      <a:pt x="17851" y="19516"/>
                      <a:pt x="17851" y="19516"/>
                      <a:pt x="17851" y="19516"/>
                    </a:cubicBezTo>
                    <a:cubicBezTo>
                      <a:pt x="17803" y="19530"/>
                      <a:pt x="17803" y="19530"/>
                      <a:pt x="17803" y="19530"/>
                    </a:cubicBezTo>
                    <a:cubicBezTo>
                      <a:pt x="17868" y="19767"/>
                      <a:pt x="17868" y="19767"/>
                      <a:pt x="17868" y="19767"/>
                    </a:cubicBezTo>
                    <a:cubicBezTo>
                      <a:pt x="17919" y="19753"/>
                      <a:pt x="17919" y="19753"/>
                      <a:pt x="17919" y="19753"/>
                    </a:cubicBezTo>
                    <a:cubicBezTo>
                      <a:pt x="18145" y="19686"/>
                      <a:pt x="18145" y="19686"/>
                      <a:pt x="18145" y="19686"/>
                    </a:cubicBezTo>
                    <a:cubicBezTo>
                      <a:pt x="18370" y="19616"/>
                      <a:pt x="18370" y="19616"/>
                      <a:pt x="18370" y="19616"/>
                    </a:cubicBezTo>
                    <a:cubicBezTo>
                      <a:pt x="18578" y="19548"/>
                      <a:pt x="18578" y="19548"/>
                      <a:pt x="18578" y="19548"/>
                    </a:cubicBezTo>
                    <a:cubicBezTo>
                      <a:pt x="18504" y="19313"/>
                      <a:pt x="18504" y="19313"/>
                      <a:pt x="18504" y="19313"/>
                    </a:cubicBezTo>
                    <a:close/>
                    <a:moveTo>
                      <a:pt x="17331" y="19657"/>
                    </a:moveTo>
                    <a:cubicBezTo>
                      <a:pt x="17172" y="19697"/>
                      <a:pt x="17172" y="19697"/>
                      <a:pt x="17172" y="19697"/>
                    </a:cubicBezTo>
                    <a:cubicBezTo>
                      <a:pt x="16943" y="19752"/>
                      <a:pt x="16943" y="19752"/>
                      <a:pt x="16943" y="19752"/>
                    </a:cubicBezTo>
                    <a:cubicBezTo>
                      <a:pt x="16711" y="19803"/>
                      <a:pt x="16711" y="19803"/>
                      <a:pt x="16711" y="19803"/>
                    </a:cubicBezTo>
                    <a:cubicBezTo>
                      <a:pt x="16617" y="19822"/>
                      <a:pt x="16617" y="19822"/>
                      <a:pt x="16617" y="19822"/>
                    </a:cubicBezTo>
                    <a:cubicBezTo>
                      <a:pt x="16665" y="20064"/>
                      <a:pt x="16665" y="20064"/>
                      <a:pt x="16665" y="20064"/>
                    </a:cubicBezTo>
                    <a:cubicBezTo>
                      <a:pt x="16763" y="20043"/>
                      <a:pt x="16763" y="20043"/>
                      <a:pt x="16763" y="20043"/>
                    </a:cubicBezTo>
                    <a:cubicBezTo>
                      <a:pt x="16998" y="19991"/>
                      <a:pt x="16998" y="19991"/>
                      <a:pt x="16998" y="19991"/>
                    </a:cubicBezTo>
                    <a:cubicBezTo>
                      <a:pt x="17231" y="19936"/>
                      <a:pt x="17231" y="19936"/>
                      <a:pt x="17231" y="19936"/>
                    </a:cubicBezTo>
                    <a:cubicBezTo>
                      <a:pt x="17389" y="19896"/>
                      <a:pt x="17389" y="19896"/>
                      <a:pt x="17389" y="19896"/>
                    </a:cubicBezTo>
                    <a:cubicBezTo>
                      <a:pt x="17331" y="19657"/>
                      <a:pt x="17331" y="19657"/>
                      <a:pt x="17331" y="19657"/>
                    </a:cubicBezTo>
                    <a:close/>
                    <a:moveTo>
                      <a:pt x="16137" y="19915"/>
                    </a:moveTo>
                    <a:cubicBezTo>
                      <a:pt x="16005" y="19938"/>
                      <a:pt x="16005" y="19938"/>
                      <a:pt x="16005" y="19938"/>
                    </a:cubicBezTo>
                    <a:cubicBezTo>
                      <a:pt x="15766" y="19977"/>
                      <a:pt x="15766" y="19977"/>
                      <a:pt x="15766" y="19977"/>
                    </a:cubicBezTo>
                    <a:cubicBezTo>
                      <a:pt x="15525" y="20012"/>
                      <a:pt x="15525" y="20012"/>
                      <a:pt x="15525" y="20012"/>
                    </a:cubicBezTo>
                    <a:cubicBezTo>
                      <a:pt x="15413" y="20027"/>
                      <a:pt x="15413" y="20027"/>
                      <a:pt x="15413" y="20027"/>
                    </a:cubicBezTo>
                    <a:cubicBezTo>
                      <a:pt x="15443" y="20271"/>
                      <a:pt x="15443" y="20271"/>
                      <a:pt x="15443" y="20271"/>
                    </a:cubicBezTo>
                    <a:cubicBezTo>
                      <a:pt x="15559" y="20256"/>
                      <a:pt x="15559" y="20256"/>
                      <a:pt x="15559" y="20256"/>
                    </a:cubicBezTo>
                    <a:cubicBezTo>
                      <a:pt x="15804" y="20220"/>
                      <a:pt x="15804" y="20220"/>
                      <a:pt x="15804" y="20220"/>
                    </a:cubicBezTo>
                    <a:cubicBezTo>
                      <a:pt x="16046" y="20181"/>
                      <a:pt x="16046" y="20181"/>
                      <a:pt x="16046" y="20181"/>
                    </a:cubicBezTo>
                    <a:cubicBezTo>
                      <a:pt x="16178" y="20157"/>
                      <a:pt x="16178" y="20157"/>
                      <a:pt x="16178" y="20157"/>
                    </a:cubicBezTo>
                    <a:cubicBezTo>
                      <a:pt x="16137" y="19915"/>
                      <a:pt x="16137" y="19915"/>
                      <a:pt x="16137" y="19915"/>
                    </a:cubicBezTo>
                    <a:close/>
                    <a:moveTo>
                      <a:pt x="14927" y="20085"/>
                    </a:moveTo>
                    <a:cubicBezTo>
                      <a:pt x="14790" y="20099"/>
                      <a:pt x="14790" y="20099"/>
                      <a:pt x="14790" y="20099"/>
                    </a:cubicBezTo>
                    <a:cubicBezTo>
                      <a:pt x="14541" y="20121"/>
                      <a:pt x="14541" y="20121"/>
                      <a:pt x="14541" y="20121"/>
                    </a:cubicBezTo>
                    <a:cubicBezTo>
                      <a:pt x="14290" y="20140"/>
                      <a:pt x="14290" y="20140"/>
                      <a:pt x="14290" y="20140"/>
                    </a:cubicBezTo>
                    <a:cubicBezTo>
                      <a:pt x="14197" y="20145"/>
                      <a:pt x="14197" y="20145"/>
                      <a:pt x="14197" y="20145"/>
                    </a:cubicBezTo>
                    <a:cubicBezTo>
                      <a:pt x="14210" y="20391"/>
                      <a:pt x="14210" y="20391"/>
                      <a:pt x="14210" y="20391"/>
                    </a:cubicBezTo>
                    <a:cubicBezTo>
                      <a:pt x="14306" y="20385"/>
                      <a:pt x="14306" y="20385"/>
                      <a:pt x="14306" y="20385"/>
                    </a:cubicBezTo>
                    <a:cubicBezTo>
                      <a:pt x="14561" y="20366"/>
                      <a:pt x="14561" y="20366"/>
                      <a:pt x="14561" y="20366"/>
                    </a:cubicBezTo>
                    <a:cubicBezTo>
                      <a:pt x="14813" y="20344"/>
                      <a:pt x="14813" y="20344"/>
                      <a:pt x="14813" y="20344"/>
                    </a:cubicBezTo>
                    <a:cubicBezTo>
                      <a:pt x="14951" y="20330"/>
                      <a:pt x="14951" y="20330"/>
                      <a:pt x="14951" y="20330"/>
                    </a:cubicBezTo>
                    <a:cubicBezTo>
                      <a:pt x="14927" y="20085"/>
                      <a:pt x="14927" y="20085"/>
                      <a:pt x="14927" y="20085"/>
                    </a:cubicBezTo>
                    <a:close/>
                    <a:moveTo>
                      <a:pt x="13709" y="20169"/>
                    </a:moveTo>
                    <a:cubicBezTo>
                      <a:pt x="13524" y="20175"/>
                      <a:pt x="13524" y="20175"/>
                      <a:pt x="13524" y="20175"/>
                    </a:cubicBezTo>
                    <a:cubicBezTo>
                      <a:pt x="13264" y="20179"/>
                      <a:pt x="13264" y="20179"/>
                      <a:pt x="13264" y="20179"/>
                    </a:cubicBezTo>
                    <a:cubicBezTo>
                      <a:pt x="13002" y="20180"/>
                      <a:pt x="13002" y="20180"/>
                      <a:pt x="13002" y="20180"/>
                    </a:cubicBezTo>
                    <a:cubicBezTo>
                      <a:pt x="12975" y="20180"/>
                      <a:pt x="12975" y="20180"/>
                      <a:pt x="12975" y="20180"/>
                    </a:cubicBezTo>
                    <a:cubicBezTo>
                      <a:pt x="12971" y="20426"/>
                      <a:pt x="12971" y="20426"/>
                      <a:pt x="12971" y="20426"/>
                    </a:cubicBezTo>
                    <a:cubicBezTo>
                      <a:pt x="13001" y="20426"/>
                      <a:pt x="13001" y="20426"/>
                      <a:pt x="13001" y="20426"/>
                    </a:cubicBezTo>
                    <a:cubicBezTo>
                      <a:pt x="13267" y="20425"/>
                      <a:pt x="13267" y="20425"/>
                      <a:pt x="13267" y="20425"/>
                    </a:cubicBezTo>
                    <a:cubicBezTo>
                      <a:pt x="13530" y="20421"/>
                      <a:pt x="13530" y="20421"/>
                      <a:pt x="13530" y="20421"/>
                    </a:cubicBezTo>
                    <a:cubicBezTo>
                      <a:pt x="13715" y="20415"/>
                      <a:pt x="13715" y="20415"/>
                      <a:pt x="13715" y="20415"/>
                    </a:cubicBezTo>
                    <a:cubicBezTo>
                      <a:pt x="13709" y="20169"/>
                      <a:pt x="13709" y="20169"/>
                      <a:pt x="13709" y="20169"/>
                    </a:cubicBezTo>
                    <a:close/>
                    <a:moveTo>
                      <a:pt x="12485" y="20171"/>
                    </a:moveTo>
                    <a:cubicBezTo>
                      <a:pt x="12204" y="20160"/>
                      <a:pt x="12204" y="20160"/>
                      <a:pt x="12204" y="20160"/>
                    </a:cubicBezTo>
                    <a:cubicBezTo>
                      <a:pt x="11933" y="20146"/>
                      <a:pt x="11933" y="20146"/>
                      <a:pt x="11933" y="20146"/>
                    </a:cubicBezTo>
                    <a:cubicBezTo>
                      <a:pt x="11753" y="20134"/>
                      <a:pt x="11753" y="20134"/>
                      <a:pt x="11753" y="20134"/>
                    </a:cubicBezTo>
                    <a:cubicBezTo>
                      <a:pt x="11735" y="20379"/>
                      <a:pt x="11735" y="20379"/>
                      <a:pt x="11735" y="20379"/>
                    </a:cubicBezTo>
                    <a:cubicBezTo>
                      <a:pt x="11918" y="20392"/>
                      <a:pt x="11918" y="20392"/>
                      <a:pt x="11918" y="20392"/>
                    </a:cubicBezTo>
                    <a:cubicBezTo>
                      <a:pt x="12192" y="20406"/>
                      <a:pt x="12192" y="20406"/>
                      <a:pt x="12192" y="20406"/>
                    </a:cubicBezTo>
                    <a:cubicBezTo>
                      <a:pt x="12477" y="20417"/>
                      <a:pt x="12477" y="20417"/>
                      <a:pt x="12477" y="20417"/>
                    </a:cubicBezTo>
                    <a:cubicBezTo>
                      <a:pt x="12485" y="20171"/>
                      <a:pt x="12485" y="20171"/>
                      <a:pt x="12485" y="20171"/>
                    </a:cubicBezTo>
                    <a:close/>
                    <a:moveTo>
                      <a:pt x="11265" y="20095"/>
                    </a:moveTo>
                    <a:cubicBezTo>
                      <a:pt x="11107" y="20080"/>
                      <a:pt x="11107" y="20080"/>
                      <a:pt x="11107" y="20080"/>
                    </a:cubicBezTo>
                    <a:cubicBezTo>
                      <a:pt x="10827" y="20050"/>
                      <a:pt x="10827" y="20050"/>
                      <a:pt x="10827" y="20050"/>
                    </a:cubicBezTo>
                    <a:cubicBezTo>
                      <a:pt x="10536" y="20015"/>
                      <a:pt x="10536" y="20015"/>
                      <a:pt x="10536" y="20015"/>
                    </a:cubicBezTo>
                    <a:cubicBezTo>
                      <a:pt x="10502" y="20259"/>
                      <a:pt x="10502" y="20259"/>
                      <a:pt x="10502" y="20259"/>
                    </a:cubicBezTo>
                    <a:cubicBezTo>
                      <a:pt x="10799" y="20295"/>
                      <a:pt x="10799" y="20295"/>
                      <a:pt x="10799" y="20295"/>
                    </a:cubicBezTo>
                    <a:cubicBezTo>
                      <a:pt x="11082" y="20325"/>
                      <a:pt x="11082" y="20325"/>
                      <a:pt x="11082" y="20325"/>
                    </a:cubicBezTo>
                    <a:cubicBezTo>
                      <a:pt x="11241" y="20340"/>
                      <a:pt x="11241" y="20340"/>
                      <a:pt x="11241" y="20340"/>
                    </a:cubicBezTo>
                    <a:cubicBezTo>
                      <a:pt x="11265" y="20095"/>
                      <a:pt x="11265" y="20095"/>
                      <a:pt x="11265" y="20095"/>
                    </a:cubicBezTo>
                    <a:close/>
                    <a:moveTo>
                      <a:pt x="10050" y="19948"/>
                    </a:moveTo>
                    <a:cubicBezTo>
                      <a:pt x="9972" y="19936"/>
                      <a:pt x="9972" y="19936"/>
                      <a:pt x="9972" y="19936"/>
                    </a:cubicBezTo>
                    <a:cubicBezTo>
                      <a:pt x="9683" y="19890"/>
                      <a:pt x="9683" y="19890"/>
                      <a:pt x="9683" y="19890"/>
                    </a:cubicBezTo>
                    <a:cubicBezTo>
                      <a:pt x="9390" y="19840"/>
                      <a:pt x="9390" y="19840"/>
                      <a:pt x="9390" y="19840"/>
                    </a:cubicBezTo>
                    <a:cubicBezTo>
                      <a:pt x="9326" y="19828"/>
                      <a:pt x="9326" y="19828"/>
                      <a:pt x="9326" y="19828"/>
                    </a:cubicBezTo>
                    <a:cubicBezTo>
                      <a:pt x="9280" y="20069"/>
                      <a:pt x="9280" y="20069"/>
                      <a:pt x="9280" y="20069"/>
                    </a:cubicBezTo>
                    <a:cubicBezTo>
                      <a:pt x="9347" y="20082"/>
                      <a:pt x="9347" y="20082"/>
                      <a:pt x="9347" y="20082"/>
                    </a:cubicBezTo>
                    <a:cubicBezTo>
                      <a:pt x="9642" y="20133"/>
                      <a:pt x="9642" y="20133"/>
                      <a:pt x="9642" y="20133"/>
                    </a:cubicBezTo>
                    <a:cubicBezTo>
                      <a:pt x="9935" y="20179"/>
                      <a:pt x="9935" y="20179"/>
                      <a:pt x="9935" y="20179"/>
                    </a:cubicBezTo>
                    <a:cubicBezTo>
                      <a:pt x="10013" y="20191"/>
                      <a:pt x="10013" y="20191"/>
                      <a:pt x="10013" y="20191"/>
                    </a:cubicBezTo>
                    <a:cubicBezTo>
                      <a:pt x="10050" y="19948"/>
                      <a:pt x="10050" y="19948"/>
                      <a:pt x="10050" y="19948"/>
                    </a:cubicBezTo>
                    <a:close/>
                    <a:moveTo>
                      <a:pt x="8844" y="19735"/>
                    </a:moveTo>
                    <a:cubicBezTo>
                      <a:pt x="8798" y="19726"/>
                      <a:pt x="8798" y="19726"/>
                      <a:pt x="8798" y="19726"/>
                    </a:cubicBezTo>
                    <a:cubicBezTo>
                      <a:pt x="8499" y="19663"/>
                      <a:pt x="8499" y="19663"/>
                      <a:pt x="8499" y="19663"/>
                    </a:cubicBezTo>
                    <a:cubicBezTo>
                      <a:pt x="8196" y="19595"/>
                      <a:pt x="8196" y="19595"/>
                      <a:pt x="8196" y="19595"/>
                    </a:cubicBezTo>
                    <a:cubicBezTo>
                      <a:pt x="8127" y="19579"/>
                      <a:pt x="8127" y="19579"/>
                      <a:pt x="8127" y="19579"/>
                    </a:cubicBezTo>
                    <a:cubicBezTo>
                      <a:pt x="8069" y="19818"/>
                      <a:pt x="8069" y="19818"/>
                      <a:pt x="8069" y="19818"/>
                    </a:cubicBezTo>
                    <a:cubicBezTo>
                      <a:pt x="8141" y="19835"/>
                      <a:pt x="8141" y="19835"/>
                      <a:pt x="8141" y="19835"/>
                    </a:cubicBezTo>
                    <a:cubicBezTo>
                      <a:pt x="8446" y="19903"/>
                      <a:pt x="8446" y="19903"/>
                      <a:pt x="8446" y="19903"/>
                    </a:cubicBezTo>
                    <a:cubicBezTo>
                      <a:pt x="8749" y="19967"/>
                      <a:pt x="8749" y="19967"/>
                      <a:pt x="8749" y="19967"/>
                    </a:cubicBezTo>
                    <a:cubicBezTo>
                      <a:pt x="8795" y="19976"/>
                      <a:pt x="8795" y="19976"/>
                      <a:pt x="8795" y="19976"/>
                    </a:cubicBezTo>
                    <a:cubicBezTo>
                      <a:pt x="8844" y="19735"/>
                      <a:pt x="8844" y="19735"/>
                      <a:pt x="8844" y="19735"/>
                    </a:cubicBezTo>
                    <a:close/>
                    <a:moveTo>
                      <a:pt x="7650" y="19463"/>
                    </a:moveTo>
                    <a:cubicBezTo>
                      <a:pt x="7584" y="19447"/>
                      <a:pt x="7584" y="19447"/>
                      <a:pt x="7584" y="19447"/>
                    </a:cubicBezTo>
                    <a:cubicBezTo>
                      <a:pt x="7273" y="19366"/>
                      <a:pt x="7273" y="19366"/>
                      <a:pt x="7273" y="19366"/>
                    </a:cubicBezTo>
                    <a:cubicBezTo>
                      <a:pt x="6940" y="19275"/>
                      <a:pt x="6940" y="19275"/>
                      <a:pt x="6940" y="19275"/>
                    </a:cubicBezTo>
                    <a:cubicBezTo>
                      <a:pt x="6871" y="19511"/>
                      <a:pt x="6871" y="19511"/>
                      <a:pt x="6871" y="19511"/>
                    </a:cubicBezTo>
                    <a:cubicBezTo>
                      <a:pt x="7210" y="19604"/>
                      <a:pt x="7210" y="19604"/>
                      <a:pt x="7210" y="19604"/>
                    </a:cubicBezTo>
                    <a:cubicBezTo>
                      <a:pt x="7523" y="19685"/>
                      <a:pt x="7523" y="19685"/>
                      <a:pt x="7523" y="19685"/>
                    </a:cubicBezTo>
                    <a:cubicBezTo>
                      <a:pt x="7589" y="19702"/>
                      <a:pt x="7589" y="19702"/>
                      <a:pt x="7589" y="19702"/>
                    </a:cubicBezTo>
                    <a:cubicBezTo>
                      <a:pt x="7650" y="19463"/>
                      <a:pt x="7650" y="19463"/>
                      <a:pt x="7650" y="19463"/>
                    </a:cubicBezTo>
                    <a:close/>
                    <a:moveTo>
                      <a:pt x="6469" y="19138"/>
                    </a:moveTo>
                    <a:cubicBezTo>
                      <a:pt x="6327" y="19096"/>
                      <a:pt x="6327" y="19096"/>
                      <a:pt x="6327" y="19096"/>
                    </a:cubicBezTo>
                    <a:cubicBezTo>
                      <a:pt x="6006" y="18996"/>
                      <a:pt x="6006" y="18996"/>
                      <a:pt x="6006" y="18996"/>
                    </a:cubicBezTo>
                    <a:cubicBezTo>
                      <a:pt x="5766" y="18919"/>
                      <a:pt x="5766" y="18919"/>
                      <a:pt x="5766" y="18919"/>
                    </a:cubicBezTo>
                    <a:cubicBezTo>
                      <a:pt x="5690" y="19153"/>
                      <a:pt x="5690" y="19153"/>
                      <a:pt x="5690" y="19153"/>
                    </a:cubicBezTo>
                    <a:cubicBezTo>
                      <a:pt x="5932" y="19231"/>
                      <a:pt x="5932" y="19231"/>
                      <a:pt x="5932" y="19231"/>
                    </a:cubicBezTo>
                    <a:cubicBezTo>
                      <a:pt x="6255" y="19331"/>
                      <a:pt x="6255" y="19331"/>
                      <a:pt x="6255" y="19331"/>
                    </a:cubicBezTo>
                    <a:cubicBezTo>
                      <a:pt x="6397" y="19373"/>
                      <a:pt x="6397" y="19373"/>
                      <a:pt x="6397" y="19373"/>
                    </a:cubicBezTo>
                    <a:cubicBezTo>
                      <a:pt x="6469" y="19138"/>
                      <a:pt x="6469" y="19138"/>
                      <a:pt x="6469" y="19138"/>
                    </a:cubicBezTo>
                    <a:close/>
                    <a:moveTo>
                      <a:pt x="5301" y="18765"/>
                    </a:moveTo>
                    <a:cubicBezTo>
                      <a:pt x="5026" y="18670"/>
                      <a:pt x="5026" y="18670"/>
                      <a:pt x="5026" y="18670"/>
                    </a:cubicBezTo>
                    <a:cubicBezTo>
                      <a:pt x="4694" y="18552"/>
                      <a:pt x="4694" y="18552"/>
                      <a:pt x="4694" y="18552"/>
                    </a:cubicBezTo>
                    <a:cubicBezTo>
                      <a:pt x="4608" y="18520"/>
                      <a:pt x="4608" y="18520"/>
                      <a:pt x="4608" y="18520"/>
                    </a:cubicBezTo>
                    <a:cubicBezTo>
                      <a:pt x="4521" y="18751"/>
                      <a:pt x="4521" y="18751"/>
                      <a:pt x="4521" y="18751"/>
                    </a:cubicBezTo>
                    <a:cubicBezTo>
                      <a:pt x="4610" y="18783"/>
                      <a:pt x="4610" y="18783"/>
                      <a:pt x="4610" y="18783"/>
                    </a:cubicBezTo>
                    <a:cubicBezTo>
                      <a:pt x="4945" y="18903"/>
                      <a:pt x="4945" y="18903"/>
                      <a:pt x="4945" y="18903"/>
                    </a:cubicBezTo>
                    <a:cubicBezTo>
                      <a:pt x="5220" y="18997"/>
                      <a:pt x="5220" y="18997"/>
                      <a:pt x="5220" y="18997"/>
                    </a:cubicBezTo>
                    <a:cubicBezTo>
                      <a:pt x="5301" y="18765"/>
                      <a:pt x="5301" y="18765"/>
                      <a:pt x="5301" y="18765"/>
                    </a:cubicBezTo>
                    <a:close/>
                    <a:moveTo>
                      <a:pt x="4147" y="18348"/>
                    </a:moveTo>
                    <a:cubicBezTo>
                      <a:pt x="4021" y="18301"/>
                      <a:pt x="4021" y="18301"/>
                      <a:pt x="4021" y="18301"/>
                    </a:cubicBezTo>
                    <a:cubicBezTo>
                      <a:pt x="3681" y="18168"/>
                      <a:pt x="3681" y="18168"/>
                      <a:pt x="3681" y="18168"/>
                    </a:cubicBezTo>
                    <a:cubicBezTo>
                      <a:pt x="3462" y="18080"/>
                      <a:pt x="3462" y="18080"/>
                      <a:pt x="3462" y="18080"/>
                    </a:cubicBezTo>
                    <a:cubicBezTo>
                      <a:pt x="3369" y="18308"/>
                      <a:pt x="3369" y="18308"/>
                      <a:pt x="3369" y="18308"/>
                    </a:cubicBezTo>
                    <a:cubicBezTo>
                      <a:pt x="3590" y="18397"/>
                      <a:pt x="3590" y="18397"/>
                      <a:pt x="3590" y="18397"/>
                    </a:cubicBezTo>
                    <a:cubicBezTo>
                      <a:pt x="3933" y="18530"/>
                      <a:pt x="3933" y="18530"/>
                      <a:pt x="3933" y="18530"/>
                    </a:cubicBezTo>
                    <a:cubicBezTo>
                      <a:pt x="4059" y="18578"/>
                      <a:pt x="4059" y="18578"/>
                      <a:pt x="4059" y="18578"/>
                    </a:cubicBezTo>
                    <a:cubicBezTo>
                      <a:pt x="4147" y="18348"/>
                      <a:pt x="4147" y="18348"/>
                      <a:pt x="4147" y="18348"/>
                    </a:cubicBezTo>
                    <a:close/>
                    <a:moveTo>
                      <a:pt x="3008" y="17894"/>
                    </a:moveTo>
                    <a:cubicBezTo>
                      <a:pt x="2641" y="17739"/>
                      <a:pt x="2641" y="17739"/>
                      <a:pt x="2641" y="17739"/>
                    </a:cubicBezTo>
                    <a:cubicBezTo>
                      <a:pt x="2331" y="17604"/>
                      <a:pt x="2331" y="17604"/>
                      <a:pt x="2331" y="17604"/>
                    </a:cubicBezTo>
                    <a:cubicBezTo>
                      <a:pt x="2232" y="17829"/>
                      <a:pt x="2232" y="17829"/>
                      <a:pt x="2232" y="17829"/>
                    </a:cubicBezTo>
                    <a:cubicBezTo>
                      <a:pt x="2544" y="17965"/>
                      <a:pt x="2544" y="17965"/>
                      <a:pt x="2544" y="17965"/>
                    </a:cubicBezTo>
                    <a:cubicBezTo>
                      <a:pt x="2913" y="18121"/>
                      <a:pt x="2913" y="18121"/>
                      <a:pt x="2913" y="18121"/>
                    </a:cubicBezTo>
                    <a:cubicBezTo>
                      <a:pt x="3008" y="17894"/>
                      <a:pt x="3008" y="17894"/>
                      <a:pt x="3008" y="17894"/>
                    </a:cubicBezTo>
                    <a:close/>
                    <a:moveTo>
                      <a:pt x="1883" y="17404"/>
                    </a:moveTo>
                    <a:cubicBezTo>
                      <a:pt x="1575" y="17264"/>
                      <a:pt x="1575" y="17264"/>
                      <a:pt x="1575" y="17264"/>
                    </a:cubicBezTo>
                    <a:cubicBezTo>
                      <a:pt x="1214" y="17095"/>
                      <a:pt x="1214" y="17095"/>
                      <a:pt x="1214" y="17095"/>
                    </a:cubicBezTo>
                    <a:cubicBezTo>
                      <a:pt x="1109" y="17318"/>
                      <a:pt x="1109" y="17318"/>
                      <a:pt x="1109" y="17318"/>
                    </a:cubicBezTo>
                    <a:cubicBezTo>
                      <a:pt x="1472" y="17487"/>
                      <a:pt x="1472" y="17487"/>
                      <a:pt x="1472" y="17487"/>
                    </a:cubicBezTo>
                    <a:cubicBezTo>
                      <a:pt x="1780" y="17628"/>
                      <a:pt x="1780" y="17628"/>
                      <a:pt x="1780" y="17628"/>
                    </a:cubicBezTo>
                    <a:lnTo>
                      <a:pt x="1883" y="1740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7" name="Google Shape;227;p16"/>
            <p:cNvGrpSpPr/>
            <p:nvPr/>
          </p:nvGrpSpPr>
          <p:grpSpPr>
            <a:xfrm rot="8999956">
              <a:off x="82885" y="3509839"/>
              <a:ext cx="146303" cy="261934"/>
              <a:chOff x="7419591" y="3612333"/>
              <a:chExt cx="146306" cy="261940"/>
            </a:xfrm>
          </p:grpSpPr>
          <p:sp>
            <p:nvSpPr>
              <p:cNvPr id="228" name="Google Shape;228;p16"/>
              <p:cNvSpPr/>
              <p:nvPr/>
            </p:nvSpPr>
            <p:spPr>
              <a:xfrm>
                <a:off x="7426735" y="3612333"/>
                <a:ext cx="132160" cy="26194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002" extrusionOk="0">
                    <a:moveTo>
                      <a:pt x="0" y="2644"/>
                    </a:moveTo>
                    <a:cubicBezTo>
                      <a:pt x="0" y="184"/>
                      <a:pt x="0" y="184"/>
                      <a:pt x="0" y="184"/>
                    </a:cubicBezTo>
                    <a:cubicBezTo>
                      <a:pt x="0" y="82"/>
                      <a:pt x="83" y="0"/>
                      <a:pt x="184" y="0"/>
                    </a:cubicBezTo>
                    <a:cubicBezTo>
                      <a:pt x="1323" y="0"/>
                      <a:pt x="1323" y="0"/>
                      <a:pt x="1323" y="0"/>
                    </a:cubicBezTo>
                    <a:cubicBezTo>
                      <a:pt x="1424" y="0"/>
                      <a:pt x="1507" y="82"/>
                      <a:pt x="1507" y="184"/>
                    </a:cubicBezTo>
                    <a:cubicBezTo>
                      <a:pt x="1507" y="2644"/>
                      <a:pt x="1507" y="2644"/>
                      <a:pt x="1507" y="2644"/>
                    </a:cubicBezTo>
                    <a:cubicBezTo>
                      <a:pt x="1507" y="2821"/>
                      <a:pt x="1377" y="2969"/>
                      <a:pt x="1208" y="2997"/>
                    </a:cubicBezTo>
                    <a:cubicBezTo>
                      <a:pt x="1189" y="3001"/>
                      <a:pt x="1169" y="3002"/>
                      <a:pt x="1149" y="3002"/>
                    </a:cubicBezTo>
                    <a:cubicBezTo>
                      <a:pt x="358" y="3002"/>
                      <a:pt x="358" y="3002"/>
                      <a:pt x="358" y="3002"/>
                    </a:cubicBezTo>
                    <a:cubicBezTo>
                      <a:pt x="161" y="3002"/>
                      <a:pt x="0" y="2841"/>
                      <a:pt x="0" y="264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16"/>
              <p:cNvSpPr/>
              <p:nvPr/>
            </p:nvSpPr>
            <p:spPr>
              <a:xfrm>
                <a:off x="7523175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283" y="0"/>
                    </a:moveTo>
                    <a:cubicBezTo>
                      <a:pt x="308" y="0"/>
                      <a:pt x="328" y="20"/>
                      <a:pt x="328" y="44"/>
                    </a:cubicBezTo>
                    <a:cubicBezTo>
                      <a:pt x="328" y="201"/>
                      <a:pt x="201" y="328"/>
                      <a:pt x="44" y="328"/>
                    </a:cubicBezTo>
                    <a:cubicBezTo>
                      <a:pt x="20" y="328"/>
                      <a:pt x="0" y="308"/>
                      <a:pt x="0" y="283"/>
                    </a:cubicBezTo>
                    <a:cubicBezTo>
                      <a:pt x="0" y="258"/>
                      <a:pt x="20" y="238"/>
                      <a:pt x="44" y="238"/>
                    </a:cubicBezTo>
                    <a:cubicBezTo>
                      <a:pt x="151" y="238"/>
                      <a:pt x="238" y="151"/>
                      <a:pt x="238" y="44"/>
                    </a:cubicBezTo>
                    <a:cubicBezTo>
                      <a:pt x="238" y="20"/>
                      <a:pt x="258" y="0"/>
                      <a:pt x="283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16"/>
              <p:cNvSpPr/>
              <p:nvPr/>
            </p:nvSpPr>
            <p:spPr>
              <a:xfrm>
                <a:off x="7433879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45" y="0"/>
                    </a:moveTo>
                    <a:cubicBezTo>
                      <a:pt x="70" y="0"/>
                      <a:pt x="90" y="20"/>
                      <a:pt x="90" y="44"/>
                    </a:cubicBezTo>
                    <a:cubicBezTo>
                      <a:pt x="90" y="151"/>
                      <a:pt x="177" y="238"/>
                      <a:pt x="284" y="238"/>
                    </a:cubicBezTo>
                    <a:cubicBezTo>
                      <a:pt x="308" y="238"/>
                      <a:pt x="328" y="258"/>
                      <a:pt x="328" y="283"/>
                    </a:cubicBezTo>
                    <a:cubicBezTo>
                      <a:pt x="328" y="308"/>
                      <a:pt x="308" y="328"/>
                      <a:pt x="284" y="328"/>
                    </a:cubicBezTo>
                    <a:cubicBezTo>
                      <a:pt x="128" y="328"/>
                      <a:pt x="0" y="201"/>
                      <a:pt x="0" y="44"/>
                    </a:cubicBezTo>
                    <a:cubicBezTo>
                      <a:pt x="0" y="20"/>
                      <a:pt x="20" y="0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16"/>
              <p:cNvSpPr/>
              <p:nvPr/>
            </p:nvSpPr>
            <p:spPr>
              <a:xfrm>
                <a:off x="7519603" y="3619477"/>
                <a:ext cx="238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2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63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3" y="104"/>
                      <a:pt x="262" y="104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16"/>
              <p:cNvSpPr/>
              <p:nvPr/>
            </p:nvSpPr>
            <p:spPr>
              <a:xfrm>
                <a:off x="7445785" y="3619477"/>
                <a:ext cx="226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1" y="0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62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2" y="104"/>
                      <a:pt x="261" y="104"/>
                    </a:cubicBezTo>
                    <a:cubicBezTo>
                      <a:pt x="1" y="104"/>
                      <a:pt x="1" y="104"/>
                      <a:pt x="1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16"/>
              <p:cNvSpPr/>
              <p:nvPr/>
            </p:nvSpPr>
            <p:spPr>
              <a:xfrm>
                <a:off x="7455310" y="3649243"/>
                <a:ext cx="7858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31" extrusionOk="0">
                    <a:moveTo>
                      <a:pt x="94" y="131"/>
                    </a:moveTo>
                    <a:cubicBezTo>
                      <a:pt x="33" y="80"/>
                      <a:pt x="33" y="80"/>
                      <a:pt x="33" y="80"/>
                    </a:cubicBezTo>
                    <a:cubicBezTo>
                      <a:pt x="0" y="53"/>
                      <a:pt x="19" y="0"/>
                      <a:pt x="61" y="0"/>
                    </a:cubicBezTo>
                    <a:cubicBezTo>
                      <a:pt x="840" y="0"/>
                      <a:pt x="840" y="0"/>
                      <a:pt x="840" y="0"/>
                    </a:cubicBezTo>
                    <a:cubicBezTo>
                      <a:pt x="882" y="0"/>
                      <a:pt x="901" y="53"/>
                      <a:pt x="868" y="80"/>
                    </a:cubicBezTo>
                    <a:cubicBezTo>
                      <a:pt x="807" y="131"/>
                      <a:pt x="807" y="131"/>
                      <a:pt x="807" y="131"/>
                    </a:cubicBezTo>
                    <a:lnTo>
                      <a:pt x="94" y="131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16"/>
              <p:cNvSpPr/>
              <p:nvPr/>
            </p:nvSpPr>
            <p:spPr>
              <a:xfrm>
                <a:off x="7452928" y="3770686"/>
                <a:ext cx="82152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941" h="450" extrusionOk="0">
                    <a:moveTo>
                      <a:pt x="36" y="257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807" y="0"/>
                      <a:pt x="807" y="0"/>
                      <a:pt x="807" y="0"/>
                    </a:cubicBezTo>
                    <a:cubicBezTo>
                      <a:pt x="905" y="257"/>
                      <a:pt x="905" y="257"/>
                      <a:pt x="905" y="257"/>
                    </a:cubicBezTo>
                    <a:cubicBezTo>
                      <a:pt x="941" y="350"/>
                      <a:pt x="872" y="450"/>
                      <a:pt x="772" y="450"/>
                    </a:cubicBezTo>
                    <a:cubicBezTo>
                      <a:pt x="169" y="450"/>
                      <a:pt x="169" y="450"/>
                      <a:pt x="169" y="450"/>
                    </a:cubicBezTo>
                    <a:cubicBezTo>
                      <a:pt x="69" y="450"/>
                      <a:pt x="0" y="350"/>
                      <a:pt x="36" y="257"/>
                    </a:cubicBezTo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16"/>
              <p:cNvSpPr/>
              <p:nvPr/>
            </p:nvSpPr>
            <p:spPr>
              <a:xfrm>
                <a:off x="7449356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0"/>
                    </a:moveTo>
                    <a:lnTo>
                      <a:pt x="7" y="30"/>
                    </a:lnTo>
                    <a:lnTo>
                      <a:pt x="0" y="33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16"/>
              <p:cNvSpPr/>
              <p:nvPr/>
            </p:nvSpPr>
            <p:spPr>
              <a:xfrm>
                <a:off x="7449356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33"/>
                    </a:moveTo>
                    <a:lnTo>
                      <a:pt x="7" y="3"/>
                    </a:lnTo>
                    <a:lnTo>
                      <a:pt x="0" y="0"/>
                    </a:lnTo>
                    <a:lnTo>
                      <a:pt x="0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16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16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16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16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16"/>
              <p:cNvSpPr/>
              <p:nvPr/>
            </p:nvSpPr>
            <p:spPr>
              <a:xfrm>
                <a:off x="7529128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151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84"/>
                      <a:pt x="112" y="84"/>
                      <a:pt x="112" y="84"/>
                    </a:cubicBezTo>
                    <a:cubicBezTo>
                      <a:pt x="157" y="84"/>
                      <a:pt x="157" y="84"/>
                      <a:pt x="157" y="84"/>
                    </a:cubicBezTo>
                    <a:cubicBezTo>
                      <a:pt x="158" y="84"/>
                      <a:pt x="158" y="85"/>
                      <a:pt x="158" y="86"/>
                    </a:cubicBezTo>
                    <a:cubicBezTo>
                      <a:pt x="158" y="187"/>
                      <a:pt x="158" y="187"/>
                      <a:pt x="158" y="187"/>
                    </a:cubicBezTo>
                    <a:cubicBezTo>
                      <a:pt x="158" y="188"/>
                      <a:pt x="158" y="188"/>
                      <a:pt x="157" y="188"/>
                    </a:cubicBezTo>
                    <a:cubicBezTo>
                      <a:pt x="112" y="188"/>
                      <a:pt x="112" y="188"/>
                      <a:pt x="112" y="188"/>
                    </a:cubicBezTo>
                    <a:cubicBezTo>
                      <a:pt x="112" y="1541"/>
                      <a:pt x="112" y="1541"/>
                      <a:pt x="112" y="1541"/>
                    </a:cubicBezTo>
                    <a:cubicBezTo>
                      <a:pt x="112" y="1542"/>
                      <a:pt x="112" y="1542"/>
                      <a:pt x="112" y="1542"/>
                    </a:cubicBezTo>
                    <a:cubicBezTo>
                      <a:pt x="112" y="1685"/>
                      <a:pt x="112" y="1685"/>
                      <a:pt x="112" y="1685"/>
                    </a:cubicBezTo>
                    <a:cubicBezTo>
                      <a:pt x="95" y="1678"/>
                      <a:pt x="95" y="1678"/>
                      <a:pt x="95" y="1678"/>
                    </a:cubicBezTo>
                    <a:cubicBezTo>
                      <a:pt x="41" y="2107"/>
                      <a:pt x="41" y="2107"/>
                      <a:pt x="41" y="2107"/>
                    </a:cubicBezTo>
                    <a:cubicBezTo>
                      <a:pt x="43" y="2130"/>
                      <a:pt x="40" y="2154"/>
                      <a:pt x="32" y="2175"/>
                    </a:cubicBezTo>
                    <a:cubicBezTo>
                      <a:pt x="32" y="2175"/>
                      <a:pt x="32" y="2175"/>
                      <a:pt x="32" y="2175"/>
                    </a:cubicBezTo>
                    <a:cubicBezTo>
                      <a:pt x="0" y="2373"/>
                      <a:pt x="4" y="2615"/>
                      <a:pt x="21" y="2833"/>
                    </a:cubicBezTo>
                    <a:cubicBezTo>
                      <a:pt x="107" y="2814"/>
                      <a:pt x="171" y="2736"/>
                      <a:pt x="171" y="2644"/>
                    </a:cubicBezTo>
                    <a:cubicBezTo>
                      <a:pt x="171" y="2620"/>
                      <a:pt x="191" y="2600"/>
                      <a:pt x="216" y="2600"/>
                    </a:cubicBezTo>
                    <a:cubicBezTo>
                      <a:pt x="241" y="2600"/>
                      <a:pt x="261" y="2620"/>
                      <a:pt x="261" y="2644"/>
                    </a:cubicBezTo>
                    <a:cubicBezTo>
                      <a:pt x="261" y="2783"/>
                      <a:pt x="160" y="2899"/>
                      <a:pt x="28" y="2923"/>
                    </a:cubicBezTo>
                    <a:cubicBezTo>
                      <a:pt x="31" y="2948"/>
                      <a:pt x="33" y="2973"/>
                      <a:pt x="36" y="2997"/>
                    </a:cubicBezTo>
                    <a:cubicBezTo>
                      <a:pt x="205" y="2969"/>
                      <a:pt x="335" y="2821"/>
                      <a:pt x="335" y="2644"/>
                    </a:cubicBezTo>
                    <a:cubicBezTo>
                      <a:pt x="335" y="184"/>
                      <a:pt x="335" y="184"/>
                      <a:pt x="335" y="184"/>
                    </a:cubicBezTo>
                    <a:cubicBezTo>
                      <a:pt x="335" y="82"/>
                      <a:pt x="252" y="0"/>
                      <a:pt x="151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16"/>
              <p:cNvSpPr/>
              <p:nvPr/>
            </p:nvSpPr>
            <p:spPr>
              <a:xfrm>
                <a:off x="7538653" y="3619477"/>
                <a:ext cx="47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" h="104" extrusionOk="0">
                    <a:moveTo>
                      <a:pt x="4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6" y="104"/>
                      <a:pt x="46" y="104"/>
                      <a:pt x="46" y="103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6" y="1"/>
                      <a:pt x="46" y="0"/>
                      <a:pt x="45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16"/>
              <p:cNvSpPr/>
              <p:nvPr/>
            </p:nvSpPr>
            <p:spPr>
              <a:xfrm>
                <a:off x="7532700" y="3795688"/>
                <a:ext cx="0" cy="5953"/>
              </a:xfrm>
              <a:custGeom>
                <a:avLst/>
                <a:gdLst/>
                <a:ahLst/>
                <a:cxnLst/>
                <a:rect l="l" t="t" r="r" b="b"/>
                <a:pathLst>
                  <a:path w="11" h="68" extrusionOk="0">
                    <a:moveTo>
                      <a:pt x="0" y="0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47"/>
                      <a:pt x="0" y="23"/>
                      <a:pt x="0" y="0"/>
                    </a:cubicBezTo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16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16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16"/>
              <p:cNvSpPr/>
              <p:nvPr/>
            </p:nvSpPr>
            <p:spPr>
              <a:xfrm>
                <a:off x="7426735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223" y="0"/>
                    </a:moveTo>
                    <a:cubicBezTo>
                      <a:pt x="184" y="0"/>
                      <a:pt x="184" y="0"/>
                      <a:pt x="184" y="0"/>
                    </a:cubicBezTo>
                    <a:cubicBezTo>
                      <a:pt x="83" y="0"/>
                      <a:pt x="0" y="82"/>
                      <a:pt x="0" y="184"/>
                    </a:cubicBezTo>
                    <a:cubicBezTo>
                      <a:pt x="0" y="2644"/>
                      <a:pt x="0" y="2644"/>
                      <a:pt x="0" y="2644"/>
                    </a:cubicBezTo>
                    <a:cubicBezTo>
                      <a:pt x="0" y="2821"/>
                      <a:pt x="130" y="2969"/>
                      <a:pt x="299" y="2997"/>
                    </a:cubicBezTo>
                    <a:cubicBezTo>
                      <a:pt x="302" y="2973"/>
                      <a:pt x="304" y="2949"/>
                      <a:pt x="307" y="2923"/>
                    </a:cubicBezTo>
                    <a:cubicBezTo>
                      <a:pt x="174" y="2900"/>
                      <a:pt x="72" y="2784"/>
                      <a:pt x="72" y="2644"/>
                    </a:cubicBezTo>
                    <a:cubicBezTo>
                      <a:pt x="72" y="2620"/>
                      <a:pt x="92" y="2600"/>
                      <a:pt x="117" y="2600"/>
                    </a:cubicBezTo>
                    <a:cubicBezTo>
                      <a:pt x="142" y="2600"/>
                      <a:pt x="162" y="2620"/>
                      <a:pt x="162" y="2644"/>
                    </a:cubicBezTo>
                    <a:cubicBezTo>
                      <a:pt x="162" y="2737"/>
                      <a:pt x="227" y="2815"/>
                      <a:pt x="314" y="2834"/>
                    </a:cubicBezTo>
                    <a:cubicBezTo>
                      <a:pt x="331" y="2615"/>
                      <a:pt x="335" y="2373"/>
                      <a:pt x="303" y="2175"/>
                    </a:cubicBezTo>
                    <a:cubicBezTo>
                      <a:pt x="223" y="1541"/>
                      <a:pt x="223" y="1541"/>
                      <a:pt x="223" y="1541"/>
                    </a:cubicBezTo>
                    <a:cubicBezTo>
                      <a:pt x="223" y="188"/>
                      <a:pt x="223" y="188"/>
                      <a:pt x="223" y="188"/>
                    </a:cubicBezTo>
                    <a:cubicBezTo>
                      <a:pt x="208" y="188"/>
                      <a:pt x="208" y="188"/>
                      <a:pt x="208" y="188"/>
                    </a:cubicBezTo>
                    <a:cubicBezTo>
                      <a:pt x="208" y="188"/>
                      <a:pt x="207" y="188"/>
                      <a:pt x="207" y="187"/>
                    </a:cubicBezTo>
                    <a:cubicBezTo>
                      <a:pt x="207" y="86"/>
                      <a:pt x="207" y="86"/>
                      <a:pt x="207" y="86"/>
                    </a:cubicBezTo>
                    <a:cubicBezTo>
                      <a:pt x="207" y="85"/>
                      <a:pt x="208" y="84"/>
                      <a:pt x="208" y="84"/>
                    </a:cubicBezTo>
                    <a:cubicBezTo>
                      <a:pt x="223" y="84"/>
                      <a:pt x="223" y="84"/>
                      <a:pt x="223" y="84"/>
                    </a:cubicBezTo>
                    <a:cubicBezTo>
                      <a:pt x="223" y="0"/>
                      <a:pt x="223" y="0"/>
                      <a:pt x="223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16"/>
              <p:cNvSpPr/>
              <p:nvPr/>
            </p:nvSpPr>
            <p:spPr>
              <a:xfrm>
                <a:off x="7445785" y="3619477"/>
                <a:ext cx="11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04" extrusionOk="0">
                    <a:moveTo>
                      <a:pt x="16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1" y="104"/>
                      <a:pt x="1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16"/>
              <p:cNvSpPr/>
              <p:nvPr/>
            </p:nvSpPr>
            <p:spPr>
              <a:xfrm>
                <a:off x="7545797" y="3780211"/>
                <a:ext cx="20100" cy="15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16"/>
              <p:cNvSpPr/>
              <p:nvPr/>
            </p:nvSpPr>
            <p:spPr>
              <a:xfrm>
                <a:off x="7419591" y="3780211"/>
                <a:ext cx="20100" cy="15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0" name="Google Shape;250;p16"/>
            <p:cNvGrpSpPr/>
            <p:nvPr/>
          </p:nvGrpSpPr>
          <p:grpSpPr>
            <a:xfrm rot="-1800044" flipH="1">
              <a:off x="494603" y="4783183"/>
              <a:ext cx="146303" cy="261934"/>
              <a:chOff x="7419591" y="3612333"/>
              <a:chExt cx="146306" cy="261940"/>
            </a:xfrm>
          </p:grpSpPr>
          <p:sp>
            <p:nvSpPr>
              <p:cNvPr id="251" name="Google Shape;251;p16"/>
              <p:cNvSpPr/>
              <p:nvPr/>
            </p:nvSpPr>
            <p:spPr>
              <a:xfrm>
                <a:off x="7426735" y="3612333"/>
                <a:ext cx="132160" cy="26194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002" extrusionOk="0">
                    <a:moveTo>
                      <a:pt x="0" y="2644"/>
                    </a:moveTo>
                    <a:cubicBezTo>
                      <a:pt x="0" y="184"/>
                      <a:pt x="0" y="184"/>
                      <a:pt x="0" y="184"/>
                    </a:cubicBezTo>
                    <a:cubicBezTo>
                      <a:pt x="0" y="82"/>
                      <a:pt x="83" y="0"/>
                      <a:pt x="184" y="0"/>
                    </a:cubicBezTo>
                    <a:cubicBezTo>
                      <a:pt x="1323" y="0"/>
                      <a:pt x="1323" y="0"/>
                      <a:pt x="1323" y="0"/>
                    </a:cubicBezTo>
                    <a:cubicBezTo>
                      <a:pt x="1424" y="0"/>
                      <a:pt x="1507" y="82"/>
                      <a:pt x="1507" y="184"/>
                    </a:cubicBezTo>
                    <a:cubicBezTo>
                      <a:pt x="1507" y="2644"/>
                      <a:pt x="1507" y="2644"/>
                      <a:pt x="1507" y="2644"/>
                    </a:cubicBezTo>
                    <a:cubicBezTo>
                      <a:pt x="1507" y="2821"/>
                      <a:pt x="1377" y="2969"/>
                      <a:pt x="1208" y="2997"/>
                    </a:cubicBezTo>
                    <a:cubicBezTo>
                      <a:pt x="1189" y="3001"/>
                      <a:pt x="1169" y="3002"/>
                      <a:pt x="1149" y="3002"/>
                    </a:cubicBezTo>
                    <a:cubicBezTo>
                      <a:pt x="358" y="3002"/>
                      <a:pt x="358" y="3002"/>
                      <a:pt x="358" y="3002"/>
                    </a:cubicBezTo>
                    <a:cubicBezTo>
                      <a:pt x="161" y="3002"/>
                      <a:pt x="0" y="2841"/>
                      <a:pt x="0" y="2644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16"/>
              <p:cNvSpPr/>
              <p:nvPr/>
            </p:nvSpPr>
            <p:spPr>
              <a:xfrm>
                <a:off x="7523175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283" y="0"/>
                    </a:moveTo>
                    <a:cubicBezTo>
                      <a:pt x="308" y="0"/>
                      <a:pt x="328" y="20"/>
                      <a:pt x="328" y="44"/>
                    </a:cubicBezTo>
                    <a:cubicBezTo>
                      <a:pt x="328" y="201"/>
                      <a:pt x="201" y="328"/>
                      <a:pt x="44" y="328"/>
                    </a:cubicBezTo>
                    <a:cubicBezTo>
                      <a:pt x="20" y="328"/>
                      <a:pt x="0" y="308"/>
                      <a:pt x="0" y="283"/>
                    </a:cubicBezTo>
                    <a:cubicBezTo>
                      <a:pt x="0" y="258"/>
                      <a:pt x="20" y="238"/>
                      <a:pt x="44" y="238"/>
                    </a:cubicBezTo>
                    <a:cubicBezTo>
                      <a:pt x="151" y="238"/>
                      <a:pt x="238" y="151"/>
                      <a:pt x="238" y="44"/>
                    </a:cubicBezTo>
                    <a:cubicBezTo>
                      <a:pt x="238" y="20"/>
                      <a:pt x="258" y="0"/>
                      <a:pt x="283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16"/>
              <p:cNvSpPr/>
              <p:nvPr/>
            </p:nvSpPr>
            <p:spPr>
              <a:xfrm>
                <a:off x="7433879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45" y="0"/>
                    </a:moveTo>
                    <a:cubicBezTo>
                      <a:pt x="70" y="0"/>
                      <a:pt x="90" y="20"/>
                      <a:pt x="90" y="44"/>
                    </a:cubicBezTo>
                    <a:cubicBezTo>
                      <a:pt x="90" y="151"/>
                      <a:pt x="177" y="238"/>
                      <a:pt x="284" y="238"/>
                    </a:cubicBezTo>
                    <a:cubicBezTo>
                      <a:pt x="308" y="238"/>
                      <a:pt x="328" y="258"/>
                      <a:pt x="328" y="283"/>
                    </a:cubicBezTo>
                    <a:cubicBezTo>
                      <a:pt x="328" y="308"/>
                      <a:pt x="308" y="328"/>
                      <a:pt x="284" y="328"/>
                    </a:cubicBezTo>
                    <a:cubicBezTo>
                      <a:pt x="128" y="328"/>
                      <a:pt x="0" y="201"/>
                      <a:pt x="0" y="44"/>
                    </a:cubicBezTo>
                    <a:cubicBezTo>
                      <a:pt x="0" y="20"/>
                      <a:pt x="20" y="0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16"/>
              <p:cNvSpPr/>
              <p:nvPr/>
            </p:nvSpPr>
            <p:spPr>
              <a:xfrm>
                <a:off x="7519603" y="3619477"/>
                <a:ext cx="238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2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63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3" y="104"/>
                      <a:pt x="262" y="104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16"/>
              <p:cNvSpPr/>
              <p:nvPr/>
            </p:nvSpPr>
            <p:spPr>
              <a:xfrm>
                <a:off x="7445785" y="3619477"/>
                <a:ext cx="226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1" y="0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62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2" y="104"/>
                      <a:pt x="261" y="104"/>
                    </a:cubicBezTo>
                    <a:cubicBezTo>
                      <a:pt x="1" y="104"/>
                      <a:pt x="1" y="104"/>
                      <a:pt x="1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16"/>
              <p:cNvSpPr/>
              <p:nvPr/>
            </p:nvSpPr>
            <p:spPr>
              <a:xfrm>
                <a:off x="7455310" y="3649243"/>
                <a:ext cx="7858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31" extrusionOk="0">
                    <a:moveTo>
                      <a:pt x="94" y="131"/>
                    </a:moveTo>
                    <a:cubicBezTo>
                      <a:pt x="33" y="80"/>
                      <a:pt x="33" y="80"/>
                      <a:pt x="33" y="80"/>
                    </a:cubicBezTo>
                    <a:cubicBezTo>
                      <a:pt x="0" y="53"/>
                      <a:pt x="19" y="0"/>
                      <a:pt x="61" y="0"/>
                    </a:cubicBezTo>
                    <a:cubicBezTo>
                      <a:pt x="840" y="0"/>
                      <a:pt x="840" y="0"/>
                      <a:pt x="840" y="0"/>
                    </a:cubicBezTo>
                    <a:cubicBezTo>
                      <a:pt x="882" y="0"/>
                      <a:pt x="901" y="53"/>
                      <a:pt x="868" y="80"/>
                    </a:cubicBezTo>
                    <a:cubicBezTo>
                      <a:pt x="807" y="131"/>
                      <a:pt x="807" y="131"/>
                      <a:pt x="807" y="131"/>
                    </a:cubicBezTo>
                    <a:lnTo>
                      <a:pt x="94" y="131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16"/>
              <p:cNvSpPr/>
              <p:nvPr/>
            </p:nvSpPr>
            <p:spPr>
              <a:xfrm>
                <a:off x="7452928" y="3770686"/>
                <a:ext cx="82152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941" h="450" extrusionOk="0">
                    <a:moveTo>
                      <a:pt x="36" y="257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807" y="0"/>
                      <a:pt x="807" y="0"/>
                      <a:pt x="807" y="0"/>
                    </a:cubicBezTo>
                    <a:cubicBezTo>
                      <a:pt x="905" y="257"/>
                      <a:pt x="905" y="257"/>
                      <a:pt x="905" y="257"/>
                    </a:cubicBezTo>
                    <a:cubicBezTo>
                      <a:pt x="941" y="350"/>
                      <a:pt x="872" y="450"/>
                      <a:pt x="772" y="450"/>
                    </a:cubicBezTo>
                    <a:cubicBezTo>
                      <a:pt x="169" y="450"/>
                      <a:pt x="169" y="450"/>
                      <a:pt x="169" y="450"/>
                    </a:cubicBezTo>
                    <a:cubicBezTo>
                      <a:pt x="69" y="450"/>
                      <a:pt x="0" y="350"/>
                      <a:pt x="36" y="257"/>
                    </a:cubicBezTo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16"/>
              <p:cNvSpPr/>
              <p:nvPr/>
            </p:nvSpPr>
            <p:spPr>
              <a:xfrm>
                <a:off x="7449356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0"/>
                    </a:moveTo>
                    <a:lnTo>
                      <a:pt x="7" y="30"/>
                    </a:lnTo>
                    <a:lnTo>
                      <a:pt x="0" y="33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16"/>
              <p:cNvSpPr/>
              <p:nvPr/>
            </p:nvSpPr>
            <p:spPr>
              <a:xfrm>
                <a:off x="7449356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33"/>
                    </a:moveTo>
                    <a:lnTo>
                      <a:pt x="7" y="3"/>
                    </a:lnTo>
                    <a:lnTo>
                      <a:pt x="0" y="0"/>
                    </a:lnTo>
                    <a:lnTo>
                      <a:pt x="0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16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16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16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16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16"/>
              <p:cNvSpPr/>
              <p:nvPr/>
            </p:nvSpPr>
            <p:spPr>
              <a:xfrm>
                <a:off x="7529128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151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84"/>
                      <a:pt x="112" y="84"/>
                      <a:pt x="112" y="84"/>
                    </a:cubicBezTo>
                    <a:cubicBezTo>
                      <a:pt x="157" y="84"/>
                      <a:pt x="157" y="84"/>
                      <a:pt x="157" y="84"/>
                    </a:cubicBezTo>
                    <a:cubicBezTo>
                      <a:pt x="158" y="84"/>
                      <a:pt x="158" y="85"/>
                      <a:pt x="158" y="86"/>
                    </a:cubicBezTo>
                    <a:cubicBezTo>
                      <a:pt x="158" y="187"/>
                      <a:pt x="158" y="187"/>
                      <a:pt x="158" y="187"/>
                    </a:cubicBezTo>
                    <a:cubicBezTo>
                      <a:pt x="158" y="188"/>
                      <a:pt x="158" y="188"/>
                      <a:pt x="157" y="188"/>
                    </a:cubicBezTo>
                    <a:cubicBezTo>
                      <a:pt x="112" y="188"/>
                      <a:pt x="112" y="188"/>
                      <a:pt x="112" y="188"/>
                    </a:cubicBezTo>
                    <a:cubicBezTo>
                      <a:pt x="112" y="1541"/>
                      <a:pt x="112" y="1541"/>
                      <a:pt x="112" y="1541"/>
                    </a:cubicBezTo>
                    <a:cubicBezTo>
                      <a:pt x="112" y="1542"/>
                      <a:pt x="112" y="1542"/>
                      <a:pt x="112" y="1542"/>
                    </a:cubicBezTo>
                    <a:cubicBezTo>
                      <a:pt x="112" y="1685"/>
                      <a:pt x="112" y="1685"/>
                      <a:pt x="112" y="1685"/>
                    </a:cubicBezTo>
                    <a:cubicBezTo>
                      <a:pt x="95" y="1678"/>
                      <a:pt x="95" y="1678"/>
                      <a:pt x="95" y="1678"/>
                    </a:cubicBezTo>
                    <a:cubicBezTo>
                      <a:pt x="41" y="2107"/>
                      <a:pt x="41" y="2107"/>
                      <a:pt x="41" y="2107"/>
                    </a:cubicBezTo>
                    <a:cubicBezTo>
                      <a:pt x="43" y="2130"/>
                      <a:pt x="40" y="2154"/>
                      <a:pt x="32" y="2175"/>
                    </a:cubicBezTo>
                    <a:cubicBezTo>
                      <a:pt x="32" y="2175"/>
                      <a:pt x="32" y="2175"/>
                      <a:pt x="32" y="2175"/>
                    </a:cubicBezTo>
                    <a:cubicBezTo>
                      <a:pt x="0" y="2373"/>
                      <a:pt x="4" y="2615"/>
                      <a:pt x="21" y="2833"/>
                    </a:cubicBezTo>
                    <a:cubicBezTo>
                      <a:pt x="107" y="2814"/>
                      <a:pt x="171" y="2736"/>
                      <a:pt x="171" y="2644"/>
                    </a:cubicBezTo>
                    <a:cubicBezTo>
                      <a:pt x="171" y="2620"/>
                      <a:pt x="191" y="2600"/>
                      <a:pt x="216" y="2600"/>
                    </a:cubicBezTo>
                    <a:cubicBezTo>
                      <a:pt x="241" y="2600"/>
                      <a:pt x="261" y="2620"/>
                      <a:pt x="261" y="2644"/>
                    </a:cubicBezTo>
                    <a:cubicBezTo>
                      <a:pt x="261" y="2783"/>
                      <a:pt x="160" y="2899"/>
                      <a:pt x="28" y="2923"/>
                    </a:cubicBezTo>
                    <a:cubicBezTo>
                      <a:pt x="31" y="2948"/>
                      <a:pt x="33" y="2973"/>
                      <a:pt x="36" y="2997"/>
                    </a:cubicBezTo>
                    <a:cubicBezTo>
                      <a:pt x="205" y="2969"/>
                      <a:pt x="335" y="2821"/>
                      <a:pt x="335" y="2644"/>
                    </a:cubicBezTo>
                    <a:cubicBezTo>
                      <a:pt x="335" y="184"/>
                      <a:pt x="335" y="184"/>
                      <a:pt x="335" y="184"/>
                    </a:cubicBezTo>
                    <a:cubicBezTo>
                      <a:pt x="335" y="82"/>
                      <a:pt x="252" y="0"/>
                      <a:pt x="151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16"/>
              <p:cNvSpPr/>
              <p:nvPr/>
            </p:nvSpPr>
            <p:spPr>
              <a:xfrm>
                <a:off x="7538653" y="3619477"/>
                <a:ext cx="47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" h="104" extrusionOk="0">
                    <a:moveTo>
                      <a:pt x="4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6" y="104"/>
                      <a:pt x="46" y="104"/>
                      <a:pt x="46" y="103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6" y="1"/>
                      <a:pt x="46" y="0"/>
                      <a:pt x="45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16"/>
              <p:cNvSpPr/>
              <p:nvPr/>
            </p:nvSpPr>
            <p:spPr>
              <a:xfrm>
                <a:off x="7532700" y="3795688"/>
                <a:ext cx="0" cy="5953"/>
              </a:xfrm>
              <a:custGeom>
                <a:avLst/>
                <a:gdLst/>
                <a:ahLst/>
                <a:cxnLst/>
                <a:rect l="l" t="t" r="r" b="b"/>
                <a:pathLst>
                  <a:path w="11" h="68" extrusionOk="0">
                    <a:moveTo>
                      <a:pt x="0" y="0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47"/>
                      <a:pt x="0" y="23"/>
                      <a:pt x="0" y="0"/>
                    </a:cubicBezTo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16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16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16"/>
              <p:cNvSpPr/>
              <p:nvPr/>
            </p:nvSpPr>
            <p:spPr>
              <a:xfrm>
                <a:off x="7426735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223" y="0"/>
                    </a:moveTo>
                    <a:cubicBezTo>
                      <a:pt x="184" y="0"/>
                      <a:pt x="184" y="0"/>
                      <a:pt x="184" y="0"/>
                    </a:cubicBezTo>
                    <a:cubicBezTo>
                      <a:pt x="83" y="0"/>
                      <a:pt x="0" y="82"/>
                      <a:pt x="0" y="184"/>
                    </a:cubicBezTo>
                    <a:cubicBezTo>
                      <a:pt x="0" y="2644"/>
                      <a:pt x="0" y="2644"/>
                      <a:pt x="0" y="2644"/>
                    </a:cubicBezTo>
                    <a:cubicBezTo>
                      <a:pt x="0" y="2821"/>
                      <a:pt x="130" y="2969"/>
                      <a:pt x="299" y="2997"/>
                    </a:cubicBezTo>
                    <a:cubicBezTo>
                      <a:pt x="302" y="2973"/>
                      <a:pt x="304" y="2949"/>
                      <a:pt x="307" y="2923"/>
                    </a:cubicBezTo>
                    <a:cubicBezTo>
                      <a:pt x="174" y="2900"/>
                      <a:pt x="72" y="2784"/>
                      <a:pt x="72" y="2644"/>
                    </a:cubicBezTo>
                    <a:cubicBezTo>
                      <a:pt x="72" y="2620"/>
                      <a:pt x="92" y="2600"/>
                      <a:pt x="117" y="2600"/>
                    </a:cubicBezTo>
                    <a:cubicBezTo>
                      <a:pt x="142" y="2600"/>
                      <a:pt x="162" y="2620"/>
                      <a:pt x="162" y="2644"/>
                    </a:cubicBezTo>
                    <a:cubicBezTo>
                      <a:pt x="162" y="2737"/>
                      <a:pt x="227" y="2815"/>
                      <a:pt x="314" y="2834"/>
                    </a:cubicBezTo>
                    <a:cubicBezTo>
                      <a:pt x="331" y="2615"/>
                      <a:pt x="335" y="2373"/>
                      <a:pt x="303" y="2175"/>
                    </a:cubicBezTo>
                    <a:cubicBezTo>
                      <a:pt x="223" y="1541"/>
                      <a:pt x="223" y="1541"/>
                      <a:pt x="223" y="1541"/>
                    </a:cubicBezTo>
                    <a:cubicBezTo>
                      <a:pt x="223" y="188"/>
                      <a:pt x="223" y="188"/>
                      <a:pt x="223" y="188"/>
                    </a:cubicBezTo>
                    <a:cubicBezTo>
                      <a:pt x="208" y="188"/>
                      <a:pt x="208" y="188"/>
                      <a:pt x="208" y="188"/>
                    </a:cubicBezTo>
                    <a:cubicBezTo>
                      <a:pt x="208" y="188"/>
                      <a:pt x="207" y="188"/>
                      <a:pt x="207" y="187"/>
                    </a:cubicBezTo>
                    <a:cubicBezTo>
                      <a:pt x="207" y="86"/>
                      <a:pt x="207" y="86"/>
                      <a:pt x="207" y="86"/>
                    </a:cubicBezTo>
                    <a:cubicBezTo>
                      <a:pt x="207" y="85"/>
                      <a:pt x="208" y="84"/>
                      <a:pt x="208" y="84"/>
                    </a:cubicBezTo>
                    <a:cubicBezTo>
                      <a:pt x="223" y="84"/>
                      <a:pt x="223" y="84"/>
                      <a:pt x="223" y="84"/>
                    </a:cubicBezTo>
                    <a:cubicBezTo>
                      <a:pt x="223" y="0"/>
                      <a:pt x="223" y="0"/>
                      <a:pt x="223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16"/>
              <p:cNvSpPr/>
              <p:nvPr/>
            </p:nvSpPr>
            <p:spPr>
              <a:xfrm>
                <a:off x="7445785" y="3619477"/>
                <a:ext cx="11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04" extrusionOk="0">
                    <a:moveTo>
                      <a:pt x="16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1" y="104"/>
                      <a:pt x="1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16"/>
              <p:cNvSpPr/>
              <p:nvPr/>
            </p:nvSpPr>
            <p:spPr>
              <a:xfrm>
                <a:off x="7545797" y="3780211"/>
                <a:ext cx="20100" cy="156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16"/>
              <p:cNvSpPr/>
              <p:nvPr/>
            </p:nvSpPr>
            <p:spPr>
              <a:xfrm>
                <a:off x="7419591" y="3780211"/>
                <a:ext cx="20100" cy="156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3" name="Google Shape;273;p16"/>
          <p:cNvGrpSpPr/>
          <p:nvPr/>
        </p:nvGrpSpPr>
        <p:grpSpPr>
          <a:xfrm flipH="1">
            <a:off x="6404268" y="-2704316"/>
            <a:ext cx="11007571" cy="8074939"/>
            <a:chOff x="4371876" y="1396513"/>
            <a:chExt cx="8255678" cy="6056204"/>
          </a:xfrm>
        </p:grpSpPr>
        <p:grpSp>
          <p:nvGrpSpPr>
            <p:cNvPr id="274" name="Google Shape;274;p16"/>
            <p:cNvGrpSpPr/>
            <p:nvPr/>
          </p:nvGrpSpPr>
          <p:grpSpPr>
            <a:xfrm rot="-899960">
              <a:off x="4800679" y="2280810"/>
              <a:ext cx="7398072" cy="4287609"/>
              <a:chOff x="-2979150" y="-1440600"/>
              <a:chExt cx="7398293" cy="4287738"/>
            </a:xfrm>
          </p:grpSpPr>
          <p:sp>
            <p:nvSpPr>
              <p:cNvPr id="275" name="Google Shape;275;p16"/>
              <p:cNvSpPr/>
              <p:nvPr/>
            </p:nvSpPr>
            <p:spPr>
              <a:xfrm>
                <a:off x="-2979150" y="-1440600"/>
                <a:ext cx="7398293" cy="4287738"/>
              </a:xfrm>
              <a:custGeom>
                <a:avLst/>
                <a:gdLst/>
                <a:ahLst/>
                <a:cxnLst/>
                <a:rect l="l" t="t" r="r" b="b"/>
                <a:pathLst>
                  <a:path w="57682" h="33432" extrusionOk="0">
                    <a:moveTo>
                      <a:pt x="1769" y="20835"/>
                    </a:moveTo>
                    <a:cubicBezTo>
                      <a:pt x="17205" y="28606"/>
                      <a:pt x="24064" y="21282"/>
                      <a:pt x="30602" y="14299"/>
                    </a:cubicBezTo>
                    <a:cubicBezTo>
                      <a:pt x="37449" y="6988"/>
                      <a:pt x="43994" y="0"/>
                      <a:pt x="57682" y="6680"/>
                    </a:cubicBezTo>
                    <a:cubicBezTo>
                      <a:pt x="55959" y="10218"/>
                      <a:pt x="55959" y="10218"/>
                      <a:pt x="55959" y="10218"/>
                    </a:cubicBezTo>
                    <a:cubicBezTo>
                      <a:pt x="44863" y="4804"/>
                      <a:pt x="39292" y="10753"/>
                      <a:pt x="33464" y="16976"/>
                    </a:cubicBezTo>
                    <a:cubicBezTo>
                      <a:pt x="25943" y="25007"/>
                      <a:pt x="18054" y="33432"/>
                      <a:pt x="0" y="24343"/>
                    </a:cubicBezTo>
                    <a:lnTo>
                      <a:pt x="1769" y="208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16"/>
              <p:cNvSpPr/>
              <p:nvPr/>
            </p:nvSpPr>
            <p:spPr>
              <a:xfrm>
                <a:off x="-2873185" y="-681503"/>
                <a:ext cx="7153629" cy="2620247"/>
              </a:xfrm>
              <a:custGeom>
                <a:avLst/>
                <a:gdLst/>
                <a:ahLst/>
                <a:cxnLst/>
                <a:rect l="l" t="t" r="r" b="b"/>
                <a:pathLst>
                  <a:path w="55769" h="20426" extrusionOk="0">
                    <a:moveTo>
                      <a:pt x="772" y="16883"/>
                    </a:moveTo>
                    <a:cubicBezTo>
                      <a:pt x="482" y="16741"/>
                      <a:pt x="482" y="16741"/>
                      <a:pt x="482" y="16741"/>
                    </a:cubicBezTo>
                    <a:cubicBezTo>
                      <a:pt x="111" y="16557"/>
                      <a:pt x="111" y="16557"/>
                      <a:pt x="111" y="16557"/>
                    </a:cubicBezTo>
                    <a:cubicBezTo>
                      <a:pt x="0" y="16777"/>
                      <a:pt x="0" y="16777"/>
                      <a:pt x="0" y="16777"/>
                    </a:cubicBezTo>
                    <a:cubicBezTo>
                      <a:pt x="373" y="16962"/>
                      <a:pt x="373" y="16962"/>
                      <a:pt x="373" y="16962"/>
                    </a:cubicBezTo>
                    <a:cubicBezTo>
                      <a:pt x="663" y="17104"/>
                      <a:pt x="663" y="17104"/>
                      <a:pt x="663" y="17104"/>
                    </a:cubicBezTo>
                    <a:cubicBezTo>
                      <a:pt x="772" y="16883"/>
                      <a:pt x="772" y="16883"/>
                      <a:pt x="772" y="16883"/>
                    </a:cubicBezTo>
                    <a:close/>
                    <a:moveTo>
                      <a:pt x="55769" y="2283"/>
                    </a:moveTo>
                    <a:cubicBezTo>
                      <a:pt x="55739" y="2269"/>
                      <a:pt x="55739" y="2269"/>
                      <a:pt x="55739" y="2269"/>
                    </a:cubicBezTo>
                    <a:cubicBezTo>
                      <a:pt x="55436" y="2126"/>
                      <a:pt x="55436" y="2126"/>
                      <a:pt x="55436" y="2126"/>
                    </a:cubicBezTo>
                    <a:cubicBezTo>
                      <a:pt x="55135" y="1989"/>
                      <a:pt x="55135" y="1989"/>
                      <a:pt x="55135" y="1989"/>
                    </a:cubicBezTo>
                    <a:cubicBezTo>
                      <a:pt x="55096" y="1972"/>
                      <a:pt x="55096" y="1972"/>
                      <a:pt x="55096" y="1972"/>
                    </a:cubicBezTo>
                    <a:cubicBezTo>
                      <a:pt x="54997" y="2197"/>
                      <a:pt x="54997" y="2197"/>
                      <a:pt x="54997" y="2197"/>
                    </a:cubicBezTo>
                    <a:cubicBezTo>
                      <a:pt x="55034" y="2214"/>
                      <a:pt x="55034" y="2214"/>
                      <a:pt x="55034" y="2214"/>
                    </a:cubicBezTo>
                    <a:cubicBezTo>
                      <a:pt x="55332" y="2350"/>
                      <a:pt x="55332" y="2350"/>
                      <a:pt x="55332" y="2350"/>
                    </a:cubicBezTo>
                    <a:cubicBezTo>
                      <a:pt x="55634" y="2491"/>
                      <a:pt x="55634" y="2491"/>
                      <a:pt x="55634" y="2491"/>
                    </a:cubicBezTo>
                    <a:cubicBezTo>
                      <a:pt x="55664" y="2506"/>
                      <a:pt x="55664" y="2506"/>
                      <a:pt x="55664" y="2506"/>
                    </a:cubicBezTo>
                    <a:cubicBezTo>
                      <a:pt x="55769" y="2283"/>
                      <a:pt x="55769" y="2283"/>
                      <a:pt x="55769" y="2283"/>
                    </a:cubicBezTo>
                    <a:close/>
                    <a:moveTo>
                      <a:pt x="54643" y="1774"/>
                    </a:moveTo>
                    <a:cubicBezTo>
                      <a:pt x="54540" y="1729"/>
                      <a:pt x="54540" y="1729"/>
                      <a:pt x="54540" y="1729"/>
                    </a:cubicBezTo>
                    <a:cubicBezTo>
                      <a:pt x="54246" y="1607"/>
                      <a:pt x="54246" y="1607"/>
                      <a:pt x="54246" y="1607"/>
                    </a:cubicBezTo>
                    <a:cubicBezTo>
                      <a:pt x="53959" y="1490"/>
                      <a:pt x="53959" y="1490"/>
                      <a:pt x="53959" y="1490"/>
                    </a:cubicBezTo>
                    <a:cubicBezTo>
                      <a:pt x="53868" y="1719"/>
                      <a:pt x="53868" y="1719"/>
                      <a:pt x="53868" y="1719"/>
                    </a:cubicBezTo>
                    <a:cubicBezTo>
                      <a:pt x="54153" y="1834"/>
                      <a:pt x="54153" y="1834"/>
                      <a:pt x="54153" y="1834"/>
                    </a:cubicBezTo>
                    <a:cubicBezTo>
                      <a:pt x="54444" y="1956"/>
                      <a:pt x="54444" y="1956"/>
                      <a:pt x="54444" y="1956"/>
                    </a:cubicBezTo>
                    <a:cubicBezTo>
                      <a:pt x="54547" y="2000"/>
                      <a:pt x="54547" y="2000"/>
                      <a:pt x="54547" y="2000"/>
                    </a:cubicBezTo>
                    <a:cubicBezTo>
                      <a:pt x="54643" y="1774"/>
                      <a:pt x="54643" y="1774"/>
                      <a:pt x="54643" y="1774"/>
                    </a:cubicBezTo>
                    <a:close/>
                    <a:moveTo>
                      <a:pt x="53497" y="1312"/>
                    </a:moveTo>
                    <a:cubicBezTo>
                      <a:pt x="53379" y="1268"/>
                      <a:pt x="53379" y="1268"/>
                      <a:pt x="53379" y="1268"/>
                    </a:cubicBezTo>
                    <a:cubicBezTo>
                      <a:pt x="53095" y="1164"/>
                      <a:pt x="53095" y="1164"/>
                      <a:pt x="53095" y="1164"/>
                    </a:cubicBezTo>
                    <a:cubicBezTo>
                      <a:pt x="52798" y="1060"/>
                      <a:pt x="52798" y="1060"/>
                      <a:pt x="52798" y="1060"/>
                    </a:cubicBezTo>
                    <a:cubicBezTo>
                      <a:pt x="52721" y="1294"/>
                      <a:pt x="52721" y="1294"/>
                      <a:pt x="52721" y="1294"/>
                    </a:cubicBezTo>
                    <a:cubicBezTo>
                      <a:pt x="53013" y="1396"/>
                      <a:pt x="53013" y="1396"/>
                      <a:pt x="53013" y="1396"/>
                    </a:cubicBezTo>
                    <a:cubicBezTo>
                      <a:pt x="53294" y="1499"/>
                      <a:pt x="53294" y="1499"/>
                      <a:pt x="53294" y="1499"/>
                    </a:cubicBezTo>
                    <a:cubicBezTo>
                      <a:pt x="53411" y="1543"/>
                      <a:pt x="53411" y="1543"/>
                      <a:pt x="53411" y="1543"/>
                    </a:cubicBezTo>
                    <a:cubicBezTo>
                      <a:pt x="53497" y="1312"/>
                      <a:pt x="53497" y="1312"/>
                      <a:pt x="53497" y="1312"/>
                    </a:cubicBezTo>
                    <a:close/>
                    <a:moveTo>
                      <a:pt x="52329" y="905"/>
                    </a:moveTo>
                    <a:cubicBezTo>
                      <a:pt x="52257" y="882"/>
                      <a:pt x="52257" y="882"/>
                      <a:pt x="52257" y="882"/>
                    </a:cubicBezTo>
                    <a:cubicBezTo>
                      <a:pt x="51982" y="797"/>
                      <a:pt x="51982" y="797"/>
                      <a:pt x="51982" y="797"/>
                    </a:cubicBezTo>
                    <a:cubicBezTo>
                      <a:pt x="51709" y="717"/>
                      <a:pt x="51709" y="717"/>
                      <a:pt x="51709" y="717"/>
                    </a:cubicBezTo>
                    <a:cubicBezTo>
                      <a:pt x="51617" y="691"/>
                      <a:pt x="51617" y="691"/>
                      <a:pt x="51617" y="691"/>
                    </a:cubicBezTo>
                    <a:cubicBezTo>
                      <a:pt x="51552" y="929"/>
                      <a:pt x="51552" y="929"/>
                      <a:pt x="51552" y="929"/>
                    </a:cubicBezTo>
                    <a:cubicBezTo>
                      <a:pt x="51641" y="954"/>
                      <a:pt x="51641" y="954"/>
                      <a:pt x="51641" y="954"/>
                    </a:cubicBezTo>
                    <a:cubicBezTo>
                      <a:pt x="51911" y="1033"/>
                      <a:pt x="51911" y="1033"/>
                      <a:pt x="51911" y="1033"/>
                    </a:cubicBezTo>
                    <a:cubicBezTo>
                      <a:pt x="52183" y="1117"/>
                      <a:pt x="52183" y="1117"/>
                      <a:pt x="52183" y="1117"/>
                    </a:cubicBezTo>
                    <a:cubicBezTo>
                      <a:pt x="52255" y="1140"/>
                      <a:pt x="52255" y="1140"/>
                      <a:pt x="52255" y="1140"/>
                    </a:cubicBezTo>
                    <a:cubicBezTo>
                      <a:pt x="52329" y="905"/>
                      <a:pt x="52329" y="905"/>
                      <a:pt x="52329" y="905"/>
                    </a:cubicBezTo>
                    <a:close/>
                    <a:moveTo>
                      <a:pt x="51139" y="562"/>
                    </a:moveTo>
                    <a:cubicBezTo>
                      <a:pt x="50904" y="503"/>
                      <a:pt x="50904" y="503"/>
                      <a:pt x="50904" y="503"/>
                    </a:cubicBezTo>
                    <a:cubicBezTo>
                      <a:pt x="50640" y="440"/>
                      <a:pt x="50640" y="440"/>
                      <a:pt x="50640" y="440"/>
                    </a:cubicBezTo>
                    <a:cubicBezTo>
                      <a:pt x="50417" y="391"/>
                      <a:pt x="50417" y="391"/>
                      <a:pt x="50417" y="391"/>
                    </a:cubicBezTo>
                    <a:cubicBezTo>
                      <a:pt x="50365" y="631"/>
                      <a:pt x="50365" y="631"/>
                      <a:pt x="50365" y="631"/>
                    </a:cubicBezTo>
                    <a:cubicBezTo>
                      <a:pt x="50585" y="680"/>
                      <a:pt x="50585" y="680"/>
                      <a:pt x="50585" y="680"/>
                    </a:cubicBezTo>
                    <a:cubicBezTo>
                      <a:pt x="50845" y="742"/>
                      <a:pt x="50845" y="742"/>
                      <a:pt x="50845" y="742"/>
                    </a:cubicBezTo>
                    <a:cubicBezTo>
                      <a:pt x="51080" y="801"/>
                      <a:pt x="51080" y="801"/>
                      <a:pt x="51080" y="801"/>
                    </a:cubicBezTo>
                    <a:cubicBezTo>
                      <a:pt x="51139" y="562"/>
                      <a:pt x="51139" y="562"/>
                      <a:pt x="51139" y="562"/>
                    </a:cubicBezTo>
                    <a:close/>
                    <a:moveTo>
                      <a:pt x="49931" y="292"/>
                    </a:moveTo>
                    <a:cubicBezTo>
                      <a:pt x="49860" y="279"/>
                      <a:pt x="49860" y="279"/>
                      <a:pt x="49860" y="279"/>
                    </a:cubicBezTo>
                    <a:cubicBezTo>
                      <a:pt x="49605" y="233"/>
                      <a:pt x="49605" y="233"/>
                      <a:pt x="49605" y="233"/>
                    </a:cubicBezTo>
                    <a:cubicBezTo>
                      <a:pt x="49351" y="192"/>
                      <a:pt x="49351" y="192"/>
                      <a:pt x="49351" y="192"/>
                    </a:cubicBezTo>
                    <a:cubicBezTo>
                      <a:pt x="49197" y="169"/>
                      <a:pt x="49197" y="169"/>
                      <a:pt x="49197" y="169"/>
                    </a:cubicBezTo>
                    <a:cubicBezTo>
                      <a:pt x="49163" y="413"/>
                      <a:pt x="49163" y="413"/>
                      <a:pt x="49163" y="413"/>
                    </a:cubicBezTo>
                    <a:cubicBezTo>
                      <a:pt x="49313" y="435"/>
                      <a:pt x="49313" y="435"/>
                      <a:pt x="49313" y="435"/>
                    </a:cubicBezTo>
                    <a:cubicBezTo>
                      <a:pt x="49563" y="476"/>
                      <a:pt x="49563" y="476"/>
                      <a:pt x="49563" y="476"/>
                    </a:cubicBezTo>
                    <a:cubicBezTo>
                      <a:pt x="49816" y="521"/>
                      <a:pt x="49816" y="521"/>
                      <a:pt x="49816" y="521"/>
                    </a:cubicBezTo>
                    <a:cubicBezTo>
                      <a:pt x="49886" y="534"/>
                      <a:pt x="49886" y="534"/>
                      <a:pt x="49886" y="534"/>
                    </a:cubicBezTo>
                    <a:cubicBezTo>
                      <a:pt x="49931" y="292"/>
                      <a:pt x="49931" y="292"/>
                      <a:pt x="49931" y="292"/>
                    </a:cubicBezTo>
                    <a:close/>
                    <a:moveTo>
                      <a:pt x="48706" y="105"/>
                    </a:moveTo>
                    <a:cubicBezTo>
                      <a:pt x="48602" y="93"/>
                      <a:pt x="48602" y="93"/>
                      <a:pt x="48602" y="93"/>
                    </a:cubicBezTo>
                    <a:cubicBezTo>
                      <a:pt x="48357" y="68"/>
                      <a:pt x="48357" y="68"/>
                      <a:pt x="48357" y="68"/>
                    </a:cubicBezTo>
                    <a:cubicBezTo>
                      <a:pt x="48113" y="47"/>
                      <a:pt x="48113" y="47"/>
                      <a:pt x="48113" y="47"/>
                    </a:cubicBezTo>
                    <a:cubicBezTo>
                      <a:pt x="47965" y="36"/>
                      <a:pt x="47965" y="36"/>
                      <a:pt x="47965" y="36"/>
                    </a:cubicBezTo>
                    <a:cubicBezTo>
                      <a:pt x="47949" y="282"/>
                      <a:pt x="47949" y="282"/>
                      <a:pt x="47949" y="282"/>
                    </a:cubicBezTo>
                    <a:cubicBezTo>
                      <a:pt x="48094" y="292"/>
                      <a:pt x="48094" y="292"/>
                      <a:pt x="48094" y="292"/>
                    </a:cubicBezTo>
                    <a:cubicBezTo>
                      <a:pt x="48334" y="313"/>
                      <a:pt x="48334" y="313"/>
                      <a:pt x="48334" y="313"/>
                    </a:cubicBezTo>
                    <a:cubicBezTo>
                      <a:pt x="48576" y="337"/>
                      <a:pt x="48576" y="337"/>
                      <a:pt x="48576" y="337"/>
                    </a:cubicBezTo>
                    <a:cubicBezTo>
                      <a:pt x="48679" y="349"/>
                      <a:pt x="48679" y="349"/>
                      <a:pt x="48679" y="349"/>
                    </a:cubicBezTo>
                    <a:cubicBezTo>
                      <a:pt x="48706" y="105"/>
                      <a:pt x="48706" y="105"/>
                      <a:pt x="48706" y="105"/>
                    </a:cubicBezTo>
                    <a:close/>
                    <a:moveTo>
                      <a:pt x="47469" y="10"/>
                    </a:moveTo>
                    <a:cubicBezTo>
                      <a:pt x="47394" y="7"/>
                      <a:pt x="47394" y="7"/>
                      <a:pt x="47394" y="7"/>
                    </a:cubicBezTo>
                    <a:cubicBezTo>
                      <a:pt x="47157" y="2"/>
                      <a:pt x="47157" y="2"/>
                      <a:pt x="47157" y="2"/>
                    </a:cubicBezTo>
                    <a:cubicBezTo>
                      <a:pt x="46923" y="0"/>
                      <a:pt x="46923" y="0"/>
                      <a:pt x="46923" y="0"/>
                    </a:cubicBezTo>
                    <a:cubicBezTo>
                      <a:pt x="46725" y="2"/>
                      <a:pt x="46725" y="2"/>
                      <a:pt x="46725" y="2"/>
                    </a:cubicBezTo>
                    <a:cubicBezTo>
                      <a:pt x="46729" y="248"/>
                      <a:pt x="46729" y="248"/>
                      <a:pt x="46729" y="248"/>
                    </a:cubicBezTo>
                    <a:cubicBezTo>
                      <a:pt x="46923" y="246"/>
                      <a:pt x="46923" y="246"/>
                      <a:pt x="46923" y="246"/>
                    </a:cubicBezTo>
                    <a:cubicBezTo>
                      <a:pt x="47154" y="248"/>
                      <a:pt x="47154" y="248"/>
                      <a:pt x="47154" y="248"/>
                    </a:cubicBezTo>
                    <a:cubicBezTo>
                      <a:pt x="47386" y="253"/>
                      <a:pt x="47386" y="253"/>
                      <a:pt x="47386" y="253"/>
                    </a:cubicBezTo>
                    <a:cubicBezTo>
                      <a:pt x="47462" y="256"/>
                      <a:pt x="47462" y="256"/>
                      <a:pt x="47462" y="256"/>
                    </a:cubicBezTo>
                    <a:cubicBezTo>
                      <a:pt x="47469" y="10"/>
                      <a:pt x="47469" y="10"/>
                      <a:pt x="47469" y="10"/>
                    </a:cubicBezTo>
                    <a:close/>
                    <a:moveTo>
                      <a:pt x="46227" y="17"/>
                    </a:moveTo>
                    <a:cubicBezTo>
                      <a:pt x="46004" y="30"/>
                      <a:pt x="46004" y="30"/>
                      <a:pt x="46004" y="30"/>
                    </a:cubicBezTo>
                    <a:cubicBezTo>
                      <a:pt x="45779" y="47"/>
                      <a:pt x="45779" y="47"/>
                      <a:pt x="45779" y="47"/>
                    </a:cubicBezTo>
                    <a:cubicBezTo>
                      <a:pt x="45555" y="67"/>
                      <a:pt x="45555" y="67"/>
                      <a:pt x="45555" y="67"/>
                    </a:cubicBezTo>
                    <a:cubicBezTo>
                      <a:pt x="45485" y="74"/>
                      <a:pt x="45485" y="74"/>
                      <a:pt x="45485" y="74"/>
                    </a:cubicBezTo>
                    <a:cubicBezTo>
                      <a:pt x="45513" y="319"/>
                      <a:pt x="45513" y="319"/>
                      <a:pt x="45513" y="319"/>
                    </a:cubicBezTo>
                    <a:cubicBezTo>
                      <a:pt x="45579" y="312"/>
                      <a:pt x="45579" y="312"/>
                      <a:pt x="45579" y="312"/>
                    </a:cubicBezTo>
                    <a:cubicBezTo>
                      <a:pt x="45799" y="292"/>
                      <a:pt x="45799" y="292"/>
                      <a:pt x="45799" y="292"/>
                    </a:cubicBezTo>
                    <a:cubicBezTo>
                      <a:pt x="46020" y="276"/>
                      <a:pt x="46020" y="276"/>
                      <a:pt x="46020" y="276"/>
                    </a:cubicBezTo>
                    <a:cubicBezTo>
                      <a:pt x="46243" y="263"/>
                      <a:pt x="46243" y="263"/>
                      <a:pt x="46243" y="263"/>
                    </a:cubicBezTo>
                    <a:cubicBezTo>
                      <a:pt x="46227" y="17"/>
                      <a:pt x="46227" y="17"/>
                      <a:pt x="46227" y="17"/>
                    </a:cubicBezTo>
                    <a:close/>
                    <a:moveTo>
                      <a:pt x="44992" y="134"/>
                    </a:moveTo>
                    <a:cubicBezTo>
                      <a:pt x="44894" y="148"/>
                      <a:pt x="44894" y="148"/>
                      <a:pt x="44894" y="148"/>
                    </a:cubicBezTo>
                    <a:cubicBezTo>
                      <a:pt x="44677" y="181"/>
                      <a:pt x="44677" y="181"/>
                      <a:pt x="44677" y="181"/>
                    </a:cubicBezTo>
                    <a:cubicBezTo>
                      <a:pt x="44461" y="219"/>
                      <a:pt x="44461" y="219"/>
                      <a:pt x="44461" y="219"/>
                    </a:cubicBezTo>
                    <a:cubicBezTo>
                      <a:pt x="44258" y="257"/>
                      <a:pt x="44258" y="257"/>
                      <a:pt x="44258" y="257"/>
                    </a:cubicBezTo>
                    <a:cubicBezTo>
                      <a:pt x="44306" y="498"/>
                      <a:pt x="44306" y="498"/>
                      <a:pt x="44306" y="498"/>
                    </a:cubicBezTo>
                    <a:cubicBezTo>
                      <a:pt x="44505" y="461"/>
                      <a:pt x="44505" y="461"/>
                      <a:pt x="44505" y="461"/>
                    </a:cubicBezTo>
                    <a:cubicBezTo>
                      <a:pt x="44717" y="424"/>
                      <a:pt x="44717" y="424"/>
                      <a:pt x="44717" y="424"/>
                    </a:cubicBezTo>
                    <a:cubicBezTo>
                      <a:pt x="44930" y="391"/>
                      <a:pt x="44930" y="391"/>
                      <a:pt x="44930" y="391"/>
                    </a:cubicBezTo>
                    <a:cubicBezTo>
                      <a:pt x="45028" y="377"/>
                      <a:pt x="45028" y="377"/>
                      <a:pt x="45028" y="377"/>
                    </a:cubicBezTo>
                    <a:cubicBezTo>
                      <a:pt x="44992" y="134"/>
                      <a:pt x="44992" y="134"/>
                      <a:pt x="44992" y="134"/>
                    </a:cubicBezTo>
                    <a:close/>
                    <a:moveTo>
                      <a:pt x="43771" y="362"/>
                    </a:moveTo>
                    <a:cubicBezTo>
                      <a:pt x="43615" y="399"/>
                      <a:pt x="43615" y="399"/>
                      <a:pt x="43615" y="399"/>
                    </a:cubicBezTo>
                    <a:cubicBezTo>
                      <a:pt x="43408" y="453"/>
                      <a:pt x="43408" y="453"/>
                      <a:pt x="43408" y="453"/>
                    </a:cubicBezTo>
                    <a:cubicBezTo>
                      <a:pt x="43202" y="509"/>
                      <a:pt x="43202" y="509"/>
                      <a:pt x="43202" y="509"/>
                    </a:cubicBezTo>
                    <a:cubicBezTo>
                      <a:pt x="43052" y="552"/>
                      <a:pt x="43052" y="552"/>
                      <a:pt x="43052" y="552"/>
                    </a:cubicBezTo>
                    <a:cubicBezTo>
                      <a:pt x="43122" y="788"/>
                      <a:pt x="43122" y="788"/>
                      <a:pt x="43122" y="788"/>
                    </a:cubicBezTo>
                    <a:cubicBezTo>
                      <a:pt x="43268" y="746"/>
                      <a:pt x="43268" y="746"/>
                      <a:pt x="43268" y="746"/>
                    </a:cubicBezTo>
                    <a:cubicBezTo>
                      <a:pt x="43471" y="691"/>
                      <a:pt x="43471" y="691"/>
                      <a:pt x="43471" y="691"/>
                    </a:cubicBezTo>
                    <a:cubicBezTo>
                      <a:pt x="43675" y="638"/>
                      <a:pt x="43675" y="638"/>
                      <a:pt x="43675" y="638"/>
                    </a:cubicBezTo>
                    <a:cubicBezTo>
                      <a:pt x="43831" y="601"/>
                      <a:pt x="43831" y="601"/>
                      <a:pt x="43831" y="601"/>
                    </a:cubicBezTo>
                    <a:cubicBezTo>
                      <a:pt x="43771" y="362"/>
                      <a:pt x="43771" y="362"/>
                      <a:pt x="43771" y="362"/>
                    </a:cubicBezTo>
                    <a:close/>
                    <a:moveTo>
                      <a:pt x="42577" y="700"/>
                    </a:moveTo>
                    <a:cubicBezTo>
                      <a:pt x="42391" y="763"/>
                      <a:pt x="42391" y="763"/>
                      <a:pt x="42391" y="763"/>
                    </a:cubicBezTo>
                    <a:cubicBezTo>
                      <a:pt x="42192" y="834"/>
                      <a:pt x="42192" y="834"/>
                      <a:pt x="42192" y="834"/>
                    </a:cubicBezTo>
                    <a:cubicBezTo>
                      <a:pt x="41995" y="908"/>
                      <a:pt x="41995" y="908"/>
                      <a:pt x="41995" y="908"/>
                    </a:cubicBezTo>
                    <a:cubicBezTo>
                      <a:pt x="41877" y="954"/>
                      <a:pt x="41877" y="954"/>
                      <a:pt x="41877" y="954"/>
                    </a:cubicBezTo>
                    <a:cubicBezTo>
                      <a:pt x="41968" y="1182"/>
                      <a:pt x="41968" y="1182"/>
                      <a:pt x="41968" y="1182"/>
                    </a:cubicBezTo>
                    <a:cubicBezTo>
                      <a:pt x="42082" y="1138"/>
                      <a:pt x="42082" y="1138"/>
                      <a:pt x="42082" y="1138"/>
                    </a:cubicBezTo>
                    <a:cubicBezTo>
                      <a:pt x="42277" y="1065"/>
                      <a:pt x="42277" y="1065"/>
                      <a:pt x="42277" y="1065"/>
                    </a:cubicBezTo>
                    <a:cubicBezTo>
                      <a:pt x="42472" y="996"/>
                      <a:pt x="42472" y="996"/>
                      <a:pt x="42472" y="996"/>
                    </a:cubicBezTo>
                    <a:cubicBezTo>
                      <a:pt x="42658" y="933"/>
                      <a:pt x="42658" y="933"/>
                      <a:pt x="42658" y="933"/>
                    </a:cubicBezTo>
                    <a:cubicBezTo>
                      <a:pt x="42577" y="700"/>
                      <a:pt x="42577" y="700"/>
                      <a:pt x="42577" y="700"/>
                    </a:cubicBezTo>
                    <a:close/>
                    <a:moveTo>
                      <a:pt x="41419" y="1142"/>
                    </a:moveTo>
                    <a:cubicBezTo>
                      <a:pt x="41217" y="1230"/>
                      <a:pt x="41217" y="1230"/>
                      <a:pt x="41217" y="1230"/>
                    </a:cubicBezTo>
                    <a:cubicBezTo>
                      <a:pt x="41026" y="1317"/>
                      <a:pt x="41026" y="1317"/>
                      <a:pt x="41026" y="1317"/>
                    </a:cubicBezTo>
                    <a:cubicBezTo>
                      <a:pt x="40836" y="1407"/>
                      <a:pt x="40836" y="1407"/>
                      <a:pt x="40836" y="1407"/>
                    </a:cubicBezTo>
                    <a:cubicBezTo>
                      <a:pt x="40742" y="1453"/>
                      <a:pt x="40742" y="1453"/>
                      <a:pt x="40742" y="1453"/>
                    </a:cubicBezTo>
                    <a:cubicBezTo>
                      <a:pt x="40852" y="1674"/>
                      <a:pt x="40852" y="1674"/>
                      <a:pt x="40852" y="1674"/>
                    </a:cubicBezTo>
                    <a:cubicBezTo>
                      <a:pt x="40943" y="1629"/>
                      <a:pt x="40943" y="1629"/>
                      <a:pt x="40943" y="1629"/>
                    </a:cubicBezTo>
                    <a:cubicBezTo>
                      <a:pt x="41130" y="1541"/>
                      <a:pt x="41130" y="1541"/>
                      <a:pt x="41130" y="1541"/>
                    </a:cubicBezTo>
                    <a:cubicBezTo>
                      <a:pt x="41318" y="1455"/>
                      <a:pt x="41318" y="1455"/>
                      <a:pt x="41318" y="1455"/>
                    </a:cubicBezTo>
                    <a:cubicBezTo>
                      <a:pt x="41516" y="1368"/>
                      <a:pt x="41516" y="1368"/>
                      <a:pt x="41516" y="1368"/>
                    </a:cubicBezTo>
                    <a:cubicBezTo>
                      <a:pt x="41419" y="1142"/>
                      <a:pt x="41419" y="1142"/>
                      <a:pt x="41419" y="1142"/>
                    </a:cubicBezTo>
                    <a:close/>
                    <a:moveTo>
                      <a:pt x="40300" y="1678"/>
                    </a:moveTo>
                    <a:cubicBezTo>
                      <a:pt x="40274" y="1692"/>
                      <a:pt x="40274" y="1692"/>
                      <a:pt x="40274" y="1692"/>
                    </a:cubicBezTo>
                    <a:cubicBezTo>
                      <a:pt x="40089" y="1791"/>
                      <a:pt x="40089" y="1791"/>
                      <a:pt x="40089" y="1791"/>
                    </a:cubicBezTo>
                    <a:cubicBezTo>
                      <a:pt x="39905" y="1893"/>
                      <a:pt x="39905" y="1893"/>
                      <a:pt x="39905" y="1893"/>
                    </a:cubicBezTo>
                    <a:cubicBezTo>
                      <a:pt x="39722" y="1997"/>
                      <a:pt x="39722" y="1997"/>
                      <a:pt x="39722" y="1997"/>
                    </a:cubicBezTo>
                    <a:cubicBezTo>
                      <a:pt x="39650" y="2040"/>
                      <a:pt x="39650" y="2040"/>
                      <a:pt x="39650" y="2040"/>
                    </a:cubicBezTo>
                    <a:cubicBezTo>
                      <a:pt x="39775" y="2251"/>
                      <a:pt x="39775" y="2251"/>
                      <a:pt x="39775" y="2251"/>
                    </a:cubicBezTo>
                    <a:cubicBezTo>
                      <a:pt x="39845" y="2210"/>
                      <a:pt x="39845" y="2210"/>
                      <a:pt x="39845" y="2210"/>
                    </a:cubicBezTo>
                    <a:cubicBezTo>
                      <a:pt x="40025" y="2108"/>
                      <a:pt x="40025" y="2108"/>
                      <a:pt x="40025" y="2108"/>
                    </a:cubicBezTo>
                    <a:cubicBezTo>
                      <a:pt x="40207" y="2007"/>
                      <a:pt x="40207" y="2007"/>
                      <a:pt x="40207" y="2007"/>
                    </a:cubicBezTo>
                    <a:cubicBezTo>
                      <a:pt x="40389" y="1909"/>
                      <a:pt x="40389" y="1909"/>
                      <a:pt x="40389" y="1909"/>
                    </a:cubicBezTo>
                    <a:cubicBezTo>
                      <a:pt x="40416" y="1895"/>
                      <a:pt x="40416" y="1895"/>
                      <a:pt x="40416" y="1895"/>
                    </a:cubicBezTo>
                    <a:cubicBezTo>
                      <a:pt x="40300" y="1678"/>
                      <a:pt x="40300" y="1678"/>
                      <a:pt x="40300" y="1678"/>
                    </a:cubicBezTo>
                    <a:close/>
                    <a:moveTo>
                      <a:pt x="39226" y="2295"/>
                    </a:moveTo>
                    <a:cubicBezTo>
                      <a:pt x="39179" y="2324"/>
                      <a:pt x="39179" y="2324"/>
                      <a:pt x="39179" y="2324"/>
                    </a:cubicBezTo>
                    <a:cubicBezTo>
                      <a:pt x="39001" y="2437"/>
                      <a:pt x="39001" y="2437"/>
                      <a:pt x="39001" y="2437"/>
                    </a:cubicBezTo>
                    <a:cubicBezTo>
                      <a:pt x="38823" y="2552"/>
                      <a:pt x="38823" y="2552"/>
                      <a:pt x="38823" y="2552"/>
                    </a:cubicBezTo>
                    <a:cubicBezTo>
                      <a:pt x="38646" y="2669"/>
                      <a:pt x="38646" y="2669"/>
                      <a:pt x="38646" y="2669"/>
                    </a:cubicBezTo>
                    <a:cubicBezTo>
                      <a:pt x="38602" y="2699"/>
                      <a:pt x="38602" y="2699"/>
                      <a:pt x="38602" y="2699"/>
                    </a:cubicBezTo>
                    <a:cubicBezTo>
                      <a:pt x="38741" y="2902"/>
                      <a:pt x="38741" y="2902"/>
                      <a:pt x="38741" y="2902"/>
                    </a:cubicBezTo>
                    <a:cubicBezTo>
                      <a:pt x="38783" y="2874"/>
                      <a:pt x="38783" y="2874"/>
                      <a:pt x="38783" y="2874"/>
                    </a:cubicBezTo>
                    <a:cubicBezTo>
                      <a:pt x="38958" y="2758"/>
                      <a:pt x="38958" y="2758"/>
                      <a:pt x="38958" y="2758"/>
                    </a:cubicBezTo>
                    <a:cubicBezTo>
                      <a:pt x="39133" y="2644"/>
                      <a:pt x="39133" y="2644"/>
                      <a:pt x="39133" y="2644"/>
                    </a:cubicBezTo>
                    <a:cubicBezTo>
                      <a:pt x="39310" y="2532"/>
                      <a:pt x="39310" y="2532"/>
                      <a:pt x="39310" y="2532"/>
                    </a:cubicBezTo>
                    <a:cubicBezTo>
                      <a:pt x="39356" y="2504"/>
                      <a:pt x="39356" y="2504"/>
                      <a:pt x="39356" y="2504"/>
                    </a:cubicBezTo>
                    <a:cubicBezTo>
                      <a:pt x="39226" y="2295"/>
                      <a:pt x="39226" y="2295"/>
                      <a:pt x="39226" y="2295"/>
                    </a:cubicBezTo>
                    <a:close/>
                    <a:moveTo>
                      <a:pt x="38195" y="2981"/>
                    </a:moveTo>
                    <a:cubicBezTo>
                      <a:pt x="38121" y="3033"/>
                      <a:pt x="38121" y="3033"/>
                      <a:pt x="38121" y="3033"/>
                    </a:cubicBezTo>
                    <a:cubicBezTo>
                      <a:pt x="37948" y="3158"/>
                      <a:pt x="37948" y="3158"/>
                      <a:pt x="37948" y="3158"/>
                    </a:cubicBezTo>
                    <a:cubicBezTo>
                      <a:pt x="37776" y="3285"/>
                      <a:pt x="37776" y="3285"/>
                      <a:pt x="37776" y="3285"/>
                    </a:cubicBezTo>
                    <a:cubicBezTo>
                      <a:pt x="37596" y="3420"/>
                      <a:pt x="37596" y="3420"/>
                      <a:pt x="37596" y="3420"/>
                    </a:cubicBezTo>
                    <a:cubicBezTo>
                      <a:pt x="37746" y="3615"/>
                      <a:pt x="37746" y="3615"/>
                      <a:pt x="37746" y="3615"/>
                    </a:cubicBezTo>
                    <a:cubicBezTo>
                      <a:pt x="37923" y="3482"/>
                      <a:pt x="37923" y="3482"/>
                      <a:pt x="37923" y="3482"/>
                    </a:cubicBezTo>
                    <a:cubicBezTo>
                      <a:pt x="38093" y="3357"/>
                      <a:pt x="38093" y="3357"/>
                      <a:pt x="38093" y="3357"/>
                    </a:cubicBezTo>
                    <a:cubicBezTo>
                      <a:pt x="38265" y="3233"/>
                      <a:pt x="38265" y="3233"/>
                      <a:pt x="38265" y="3233"/>
                    </a:cubicBezTo>
                    <a:cubicBezTo>
                      <a:pt x="38338" y="3181"/>
                      <a:pt x="38338" y="3181"/>
                      <a:pt x="38338" y="3181"/>
                    </a:cubicBezTo>
                    <a:cubicBezTo>
                      <a:pt x="38195" y="2981"/>
                      <a:pt x="38195" y="2981"/>
                      <a:pt x="38195" y="2981"/>
                    </a:cubicBezTo>
                    <a:close/>
                    <a:moveTo>
                      <a:pt x="37205" y="3723"/>
                    </a:moveTo>
                    <a:cubicBezTo>
                      <a:pt x="37095" y="3810"/>
                      <a:pt x="37095" y="3810"/>
                      <a:pt x="37095" y="3810"/>
                    </a:cubicBezTo>
                    <a:cubicBezTo>
                      <a:pt x="36927" y="3946"/>
                      <a:pt x="36927" y="3946"/>
                      <a:pt x="36927" y="3946"/>
                    </a:cubicBezTo>
                    <a:cubicBezTo>
                      <a:pt x="36759" y="4083"/>
                      <a:pt x="36759" y="4083"/>
                      <a:pt x="36759" y="4083"/>
                    </a:cubicBezTo>
                    <a:cubicBezTo>
                      <a:pt x="36630" y="4190"/>
                      <a:pt x="36630" y="4190"/>
                      <a:pt x="36630" y="4190"/>
                    </a:cubicBezTo>
                    <a:cubicBezTo>
                      <a:pt x="36788" y="4379"/>
                      <a:pt x="36788" y="4379"/>
                      <a:pt x="36788" y="4379"/>
                    </a:cubicBezTo>
                    <a:cubicBezTo>
                      <a:pt x="36916" y="4273"/>
                      <a:pt x="36916" y="4273"/>
                      <a:pt x="36916" y="4273"/>
                    </a:cubicBezTo>
                    <a:cubicBezTo>
                      <a:pt x="37082" y="4137"/>
                      <a:pt x="37082" y="4137"/>
                      <a:pt x="37082" y="4137"/>
                    </a:cubicBezTo>
                    <a:cubicBezTo>
                      <a:pt x="37249" y="4002"/>
                      <a:pt x="37249" y="4002"/>
                      <a:pt x="37249" y="4002"/>
                    </a:cubicBezTo>
                    <a:cubicBezTo>
                      <a:pt x="37359" y="3915"/>
                      <a:pt x="37359" y="3915"/>
                      <a:pt x="37359" y="3915"/>
                    </a:cubicBezTo>
                    <a:cubicBezTo>
                      <a:pt x="37205" y="3723"/>
                      <a:pt x="37205" y="3723"/>
                      <a:pt x="37205" y="3723"/>
                    </a:cubicBezTo>
                    <a:close/>
                    <a:moveTo>
                      <a:pt x="36252" y="4510"/>
                    </a:moveTo>
                    <a:cubicBezTo>
                      <a:pt x="36096" y="4646"/>
                      <a:pt x="36096" y="4646"/>
                      <a:pt x="36096" y="4646"/>
                    </a:cubicBezTo>
                    <a:cubicBezTo>
                      <a:pt x="35931" y="4791"/>
                      <a:pt x="35931" y="4791"/>
                      <a:pt x="35931" y="4791"/>
                    </a:cubicBezTo>
                    <a:cubicBezTo>
                      <a:pt x="35768" y="4937"/>
                      <a:pt x="35768" y="4937"/>
                      <a:pt x="35768" y="4937"/>
                    </a:cubicBezTo>
                    <a:cubicBezTo>
                      <a:pt x="35697" y="5001"/>
                      <a:pt x="35697" y="5001"/>
                      <a:pt x="35697" y="5001"/>
                    </a:cubicBezTo>
                    <a:cubicBezTo>
                      <a:pt x="35862" y="5183"/>
                      <a:pt x="35862" y="5183"/>
                      <a:pt x="35862" y="5183"/>
                    </a:cubicBezTo>
                    <a:cubicBezTo>
                      <a:pt x="35932" y="5120"/>
                      <a:pt x="35932" y="5120"/>
                      <a:pt x="35932" y="5120"/>
                    </a:cubicBezTo>
                    <a:cubicBezTo>
                      <a:pt x="36095" y="4975"/>
                      <a:pt x="36095" y="4975"/>
                      <a:pt x="36095" y="4975"/>
                    </a:cubicBezTo>
                    <a:cubicBezTo>
                      <a:pt x="36258" y="4832"/>
                      <a:pt x="36258" y="4832"/>
                      <a:pt x="36258" y="4832"/>
                    </a:cubicBezTo>
                    <a:cubicBezTo>
                      <a:pt x="36414" y="4696"/>
                      <a:pt x="36414" y="4696"/>
                      <a:pt x="36414" y="4696"/>
                    </a:cubicBezTo>
                    <a:cubicBezTo>
                      <a:pt x="36252" y="4510"/>
                      <a:pt x="36252" y="4510"/>
                      <a:pt x="36252" y="4510"/>
                    </a:cubicBezTo>
                    <a:close/>
                    <a:moveTo>
                      <a:pt x="35332" y="5334"/>
                    </a:moveTo>
                    <a:cubicBezTo>
                      <a:pt x="35280" y="5382"/>
                      <a:pt x="35280" y="5382"/>
                      <a:pt x="35280" y="5382"/>
                    </a:cubicBezTo>
                    <a:cubicBezTo>
                      <a:pt x="35118" y="5533"/>
                      <a:pt x="35118" y="5533"/>
                      <a:pt x="35118" y="5533"/>
                    </a:cubicBezTo>
                    <a:cubicBezTo>
                      <a:pt x="34957" y="5685"/>
                      <a:pt x="34957" y="5685"/>
                      <a:pt x="34957" y="5685"/>
                    </a:cubicBezTo>
                    <a:cubicBezTo>
                      <a:pt x="34793" y="5841"/>
                      <a:pt x="34793" y="5841"/>
                      <a:pt x="34793" y="5841"/>
                    </a:cubicBezTo>
                    <a:cubicBezTo>
                      <a:pt x="34964" y="6018"/>
                      <a:pt x="34964" y="6018"/>
                      <a:pt x="34964" y="6018"/>
                    </a:cubicBezTo>
                    <a:cubicBezTo>
                      <a:pt x="35127" y="5863"/>
                      <a:pt x="35127" y="5863"/>
                      <a:pt x="35127" y="5863"/>
                    </a:cubicBezTo>
                    <a:cubicBezTo>
                      <a:pt x="35287" y="5712"/>
                      <a:pt x="35287" y="5712"/>
                      <a:pt x="35287" y="5712"/>
                    </a:cubicBezTo>
                    <a:cubicBezTo>
                      <a:pt x="35447" y="5562"/>
                      <a:pt x="35447" y="5562"/>
                      <a:pt x="35447" y="5562"/>
                    </a:cubicBezTo>
                    <a:cubicBezTo>
                      <a:pt x="35500" y="5514"/>
                      <a:pt x="35500" y="5514"/>
                      <a:pt x="35500" y="5514"/>
                    </a:cubicBezTo>
                    <a:cubicBezTo>
                      <a:pt x="35332" y="5334"/>
                      <a:pt x="35332" y="5334"/>
                      <a:pt x="35332" y="5334"/>
                    </a:cubicBezTo>
                    <a:close/>
                    <a:moveTo>
                      <a:pt x="34438" y="6184"/>
                    </a:moveTo>
                    <a:cubicBezTo>
                      <a:pt x="34317" y="6303"/>
                      <a:pt x="34317" y="6303"/>
                      <a:pt x="34317" y="6303"/>
                    </a:cubicBezTo>
                    <a:cubicBezTo>
                      <a:pt x="34158" y="6461"/>
                      <a:pt x="34158" y="6461"/>
                      <a:pt x="34158" y="6461"/>
                    </a:cubicBezTo>
                    <a:cubicBezTo>
                      <a:pt x="33913" y="6705"/>
                      <a:pt x="33913" y="6705"/>
                      <a:pt x="33913" y="6705"/>
                    </a:cubicBezTo>
                    <a:cubicBezTo>
                      <a:pt x="34087" y="6878"/>
                      <a:pt x="34087" y="6878"/>
                      <a:pt x="34087" y="6878"/>
                    </a:cubicBezTo>
                    <a:cubicBezTo>
                      <a:pt x="34331" y="6635"/>
                      <a:pt x="34331" y="6635"/>
                      <a:pt x="34331" y="6635"/>
                    </a:cubicBezTo>
                    <a:cubicBezTo>
                      <a:pt x="34489" y="6479"/>
                      <a:pt x="34489" y="6479"/>
                      <a:pt x="34489" y="6479"/>
                    </a:cubicBezTo>
                    <a:cubicBezTo>
                      <a:pt x="34611" y="6360"/>
                      <a:pt x="34611" y="6360"/>
                      <a:pt x="34611" y="6360"/>
                    </a:cubicBezTo>
                    <a:cubicBezTo>
                      <a:pt x="34438" y="6184"/>
                      <a:pt x="34438" y="6184"/>
                      <a:pt x="34438" y="6184"/>
                    </a:cubicBezTo>
                    <a:close/>
                    <a:moveTo>
                      <a:pt x="33566" y="7055"/>
                    </a:moveTo>
                    <a:cubicBezTo>
                      <a:pt x="33367" y="7259"/>
                      <a:pt x="33367" y="7259"/>
                      <a:pt x="33367" y="7259"/>
                    </a:cubicBezTo>
                    <a:cubicBezTo>
                      <a:pt x="33209" y="7421"/>
                      <a:pt x="33209" y="7421"/>
                      <a:pt x="33209" y="7421"/>
                    </a:cubicBezTo>
                    <a:cubicBezTo>
                      <a:pt x="33050" y="7585"/>
                      <a:pt x="33050" y="7585"/>
                      <a:pt x="33050" y="7585"/>
                    </a:cubicBezTo>
                    <a:cubicBezTo>
                      <a:pt x="33227" y="7756"/>
                      <a:pt x="33227" y="7756"/>
                      <a:pt x="33227" y="7756"/>
                    </a:cubicBezTo>
                    <a:cubicBezTo>
                      <a:pt x="33386" y="7592"/>
                      <a:pt x="33386" y="7592"/>
                      <a:pt x="33386" y="7592"/>
                    </a:cubicBezTo>
                    <a:cubicBezTo>
                      <a:pt x="33543" y="7431"/>
                      <a:pt x="33543" y="7431"/>
                      <a:pt x="33543" y="7431"/>
                    </a:cubicBezTo>
                    <a:cubicBezTo>
                      <a:pt x="33742" y="7228"/>
                      <a:pt x="33742" y="7228"/>
                      <a:pt x="33742" y="7228"/>
                    </a:cubicBezTo>
                    <a:cubicBezTo>
                      <a:pt x="33566" y="7055"/>
                      <a:pt x="33566" y="7055"/>
                      <a:pt x="33566" y="7055"/>
                    </a:cubicBezTo>
                    <a:close/>
                    <a:moveTo>
                      <a:pt x="32709" y="7941"/>
                    </a:moveTo>
                    <a:cubicBezTo>
                      <a:pt x="32538" y="8119"/>
                      <a:pt x="32369" y="8298"/>
                      <a:pt x="32200" y="8477"/>
                    </a:cubicBezTo>
                    <a:cubicBezTo>
                      <a:pt x="32379" y="8646"/>
                      <a:pt x="32379" y="8646"/>
                      <a:pt x="32379" y="8646"/>
                    </a:cubicBezTo>
                    <a:cubicBezTo>
                      <a:pt x="32547" y="8467"/>
                      <a:pt x="32717" y="8289"/>
                      <a:pt x="32887" y="8111"/>
                    </a:cubicBezTo>
                    <a:cubicBezTo>
                      <a:pt x="32709" y="7941"/>
                      <a:pt x="32709" y="7941"/>
                      <a:pt x="32709" y="7941"/>
                    </a:cubicBezTo>
                    <a:close/>
                    <a:moveTo>
                      <a:pt x="31862" y="8835"/>
                    </a:moveTo>
                    <a:cubicBezTo>
                      <a:pt x="31693" y="9014"/>
                      <a:pt x="31525" y="9194"/>
                      <a:pt x="31356" y="9374"/>
                    </a:cubicBezTo>
                    <a:cubicBezTo>
                      <a:pt x="31536" y="9542"/>
                      <a:pt x="31536" y="9542"/>
                      <a:pt x="31536" y="9542"/>
                    </a:cubicBezTo>
                    <a:cubicBezTo>
                      <a:pt x="31704" y="9362"/>
                      <a:pt x="31872" y="9183"/>
                      <a:pt x="32041" y="9004"/>
                    </a:cubicBezTo>
                    <a:cubicBezTo>
                      <a:pt x="31862" y="8835"/>
                      <a:pt x="31862" y="8835"/>
                      <a:pt x="31862" y="8835"/>
                    </a:cubicBezTo>
                    <a:close/>
                    <a:moveTo>
                      <a:pt x="31020" y="9733"/>
                    </a:moveTo>
                    <a:cubicBezTo>
                      <a:pt x="30852" y="9913"/>
                      <a:pt x="30683" y="10092"/>
                      <a:pt x="30515" y="10271"/>
                    </a:cubicBezTo>
                    <a:cubicBezTo>
                      <a:pt x="30694" y="10440"/>
                      <a:pt x="30694" y="10440"/>
                      <a:pt x="30694" y="10440"/>
                    </a:cubicBezTo>
                    <a:cubicBezTo>
                      <a:pt x="30863" y="10261"/>
                      <a:pt x="31032" y="10081"/>
                      <a:pt x="31199" y="9901"/>
                    </a:cubicBezTo>
                    <a:cubicBezTo>
                      <a:pt x="31020" y="9733"/>
                      <a:pt x="31020" y="9733"/>
                      <a:pt x="31020" y="9733"/>
                    </a:cubicBezTo>
                    <a:close/>
                    <a:moveTo>
                      <a:pt x="30178" y="10630"/>
                    </a:moveTo>
                    <a:cubicBezTo>
                      <a:pt x="30009" y="10809"/>
                      <a:pt x="29840" y="10987"/>
                      <a:pt x="29670" y="11166"/>
                    </a:cubicBezTo>
                    <a:cubicBezTo>
                      <a:pt x="29848" y="11335"/>
                      <a:pt x="29848" y="11335"/>
                      <a:pt x="29848" y="11335"/>
                    </a:cubicBezTo>
                    <a:cubicBezTo>
                      <a:pt x="30018" y="11157"/>
                      <a:pt x="30187" y="10978"/>
                      <a:pt x="30357" y="10799"/>
                    </a:cubicBezTo>
                    <a:cubicBezTo>
                      <a:pt x="30178" y="10630"/>
                      <a:pt x="30178" y="10630"/>
                      <a:pt x="30178" y="10630"/>
                    </a:cubicBezTo>
                    <a:close/>
                    <a:moveTo>
                      <a:pt x="29330" y="11521"/>
                    </a:moveTo>
                    <a:cubicBezTo>
                      <a:pt x="29121" y="11739"/>
                      <a:pt x="29121" y="11739"/>
                      <a:pt x="29121" y="11739"/>
                    </a:cubicBezTo>
                    <a:cubicBezTo>
                      <a:pt x="28818" y="12051"/>
                      <a:pt x="28818" y="12051"/>
                      <a:pt x="28818" y="12051"/>
                    </a:cubicBezTo>
                    <a:cubicBezTo>
                      <a:pt x="28994" y="12223"/>
                      <a:pt x="28994" y="12223"/>
                      <a:pt x="28994" y="12223"/>
                    </a:cubicBezTo>
                    <a:cubicBezTo>
                      <a:pt x="29298" y="11910"/>
                      <a:pt x="29298" y="11910"/>
                      <a:pt x="29298" y="11910"/>
                    </a:cubicBezTo>
                    <a:cubicBezTo>
                      <a:pt x="29508" y="11692"/>
                      <a:pt x="29508" y="11692"/>
                      <a:pt x="29508" y="11692"/>
                    </a:cubicBezTo>
                    <a:cubicBezTo>
                      <a:pt x="29330" y="11521"/>
                      <a:pt x="29330" y="11521"/>
                      <a:pt x="29330" y="11521"/>
                    </a:cubicBezTo>
                    <a:close/>
                    <a:moveTo>
                      <a:pt x="28474" y="12402"/>
                    </a:moveTo>
                    <a:cubicBezTo>
                      <a:pt x="28318" y="12559"/>
                      <a:pt x="28318" y="12559"/>
                      <a:pt x="28318" y="12559"/>
                    </a:cubicBezTo>
                    <a:cubicBezTo>
                      <a:pt x="28156" y="12722"/>
                      <a:pt x="28156" y="12722"/>
                      <a:pt x="28156" y="12722"/>
                    </a:cubicBezTo>
                    <a:cubicBezTo>
                      <a:pt x="27953" y="12923"/>
                      <a:pt x="27953" y="12923"/>
                      <a:pt x="27953" y="12923"/>
                    </a:cubicBezTo>
                    <a:cubicBezTo>
                      <a:pt x="28125" y="13099"/>
                      <a:pt x="28125" y="13099"/>
                      <a:pt x="28125" y="13099"/>
                    </a:cubicBezTo>
                    <a:cubicBezTo>
                      <a:pt x="28330" y="12896"/>
                      <a:pt x="28330" y="12896"/>
                      <a:pt x="28330" y="12896"/>
                    </a:cubicBezTo>
                    <a:cubicBezTo>
                      <a:pt x="28492" y="12733"/>
                      <a:pt x="28492" y="12733"/>
                      <a:pt x="28492" y="12733"/>
                    </a:cubicBezTo>
                    <a:cubicBezTo>
                      <a:pt x="28648" y="12575"/>
                      <a:pt x="28648" y="12575"/>
                      <a:pt x="28648" y="12575"/>
                    </a:cubicBezTo>
                    <a:cubicBezTo>
                      <a:pt x="28474" y="12402"/>
                      <a:pt x="28474" y="12402"/>
                      <a:pt x="28474" y="12402"/>
                    </a:cubicBezTo>
                    <a:close/>
                    <a:moveTo>
                      <a:pt x="27602" y="13267"/>
                    </a:moveTo>
                    <a:cubicBezTo>
                      <a:pt x="27502" y="13364"/>
                      <a:pt x="27502" y="13364"/>
                      <a:pt x="27502" y="13364"/>
                    </a:cubicBezTo>
                    <a:cubicBezTo>
                      <a:pt x="27337" y="13523"/>
                      <a:pt x="27337" y="13523"/>
                      <a:pt x="27337" y="13523"/>
                    </a:cubicBezTo>
                    <a:cubicBezTo>
                      <a:pt x="27172" y="13681"/>
                      <a:pt x="27172" y="13681"/>
                      <a:pt x="27172" y="13681"/>
                    </a:cubicBezTo>
                    <a:cubicBezTo>
                      <a:pt x="27070" y="13777"/>
                      <a:pt x="27070" y="13777"/>
                      <a:pt x="27070" y="13777"/>
                    </a:cubicBezTo>
                    <a:cubicBezTo>
                      <a:pt x="27239" y="13956"/>
                      <a:pt x="27239" y="13956"/>
                      <a:pt x="27239" y="13956"/>
                    </a:cubicBezTo>
                    <a:cubicBezTo>
                      <a:pt x="27341" y="13860"/>
                      <a:pt x="27341" y="13860"/>
                      <a:pt x="27341" y="13860"/>
                    </a:cubicBezTo>
                    <a:cubicBezTo>
                      <a:pt x="27508" y="13701"/>
                      <a:pt x="27508" y="13701"/>
                      <a:pt x="27508" y="13701"/>
                    </a:cubicBezTo>
                    <a:cubicBezTo>
                      <a:pt x="27673" y="13541"/>
                      <a:pt x="27673" y="13541"/>
                      <a:pt x="27673" y="13541"/>
                    </a:cubicBezTo>
                    <a:cubicBezTo>
                      <a:pt x="27773" y="13444"/>
                      <a:pt x="27773" y="13444"/>
                      <a:pt x="27773" y="13444"/>
                    </a:cubicBezTo>
                    <a:cubicBezTo>
                      <a:pt x="27602" y="13267"/>
                      <a:pt x="27602" y="13267"/>
                      <a:pt x="27602" y="13267"/>
                    </a:cubicBezTo>
                    <a:close/>
                    <a:moveTo>
                      <a:pt x="26711" y="14112"/>
                    </a:moveTo>
                    <a:cubicBezTo>
                      <a:pt x="26503" y="14303"/>
                      <a:pt x="26503" y="14303"/>
                      <a:pt x="26503" y="14303"/>
                    </a:cubicBezTo>
                    <a:cubicBezTo>
                      <a:pt x="26335" y="14456"/>
                      <a:pt x="26335" y="14456"/>
                      <a:pt x="26335" y="14456"/>
                    </a:cubicBezTo>
                    <a:cubicBezTo>
                      <a:pt x="26166" y="14607"/>
                      <a:pt x="26166" y="14607"/>
                      <a:pt x="26166" y="14607"/>
                    </a:cubicBezTo>
                    <a:cubicBezTo>
                      <a:pt x="26330" y="14791"/>
                      <a:pt x="26330" y="14791"/>
                      <a:pt x="26330" y="14791"/>
                    </a:cubicBezTo>
                    <a:cubicBezTo>
                      <a:pt x="26499" y="14639"/>
                      <a:pt x="26499" y="14639"/>
                      <a:pt x="26499" y="14639"/>
                    </a:cubicBezTo>
                    <a:cubicBezTo>
                      <a:pt x="26669" y="14485"/>
                      <a:pt x="26669" y="14485"/>
                      <a:pt x="26669" y="14485"/>
                    </a:cubicBezTo>
                    <a:cubicBezTo>
                      <a:pt x="26878" y="14293"/>
                      <a:pt x="26878" y="14293"/>
                      <a:pt x="26878" y="14293"/>
                    </a:cubicBezTo>
                    <a:cubicBezTo>
                      <a:pt x="26711" y="14112"/>
                      <a:pt x="26711" y="14112"/>
                      <a:pt x="26711" y="14112"/>
                    </a:cubicBezTo>
                    <a:close/>
                    <a:moveTo>
                      <a:pt x="25798" y="14930"/>
                    </a:moveTo>
                    <a:cubicBezTo>
                      <a:pt x="25651" y="15056"/>
                      <a:pt x="25651" y="15056"/>
                      <a:pt x="25651" y="15056"/>
                    </a:cubicBezTo>
                    <a:cubicBezTo>
                      <a:pt x="25479" y="15203"/>
                      <a:pt x="25479" y="15203"/>
                      <a:pt x="25479" y="15203"/>
                    </a:cubicBezTo>
                    <a:cubicBezTo>
                      <a:pt x="25305" y="15349"/>
                      <a:pt x="25305" y="15349"/>
                      <a:pt x="25305" y="15349"/>
                    </a:cubicBezTo>
                    <a:cubicBezTo>
                      <a:pt x="25236" y="15406"/>
                      <a:pt x="25236" y="15406"/>
                      <a:pt x="25236" y="15406"/>
                    </a:cubicBezTo>
                    <a:cubicBezTo>
                      <a:pt x="25393" y="15596"/>
                      <a:pt x="25393" y="15596"/>
                      <a:pt x="25393" y="15596"/>
                    </a:cubicBezTo>
                    <a:cubicBezTo>
                      <a:pt x="25462" y="15538"/>
                      <a:pt x="25462" y="15538"/>
                      <a:pt x="25462" y="15538"/>
                    </a:cubicBezTo>
                    <a:cubicBezTo>
                      <a:pt x="25637" y="15391"/>
                      <a:pt x="25637" y="15391"/>
                      <a:pt x="25637" y="15391"/>
                    </a:cubicBezTo>
                    <a:cubicBezTo>
                      <a:pt x="25811" y="15243"/>
                      <a:pt x="25811" y="15243"/>
                      <a:pt x="25811" y="15243"/>
                    </a:cubicBezTo>
                    <a:cubicBezTo>
                      <a:pt x="25958" y="15117"/>
                      <a:pt x="25958" y="15117"/>
                      <a:pt x="25958" y="15117"/>
                    </a:cubicBezTo>
                    <a:cubicBezTo>
                      <a:pt x="25798" y="14930"/>
                      <a:pt x="25798" y="14930"/>
                      <a:pt x="25798" y="14930"/>
                    </a:cubicBezTo>
                    <a:close/>
                    <a:moveTo>
                      <a:pt x="24856" y="15716"/>
                    </a:moveTo>
                    <a:cubicBezTo>
                      <a:pt x="24778" y="15778"/>
                      <a:pt x="24778" y="15778"/>
                      <a:pt x="24778" y="15778"/>
                    </a:cubicBezTo>
                    <a:cubicBezTo>
                      <a:pt x="24601" y="15918"/>
                      <a:pt x="24601" y="15918"/>
                      <a:pt x="24601" y="15918"/>
                    </a:cubicBezTo>
                    <a:cubicBezTo>
                      <a:pt x="24423" y="16057"/>
                      <a:pt x="24423" y="16057"/>
                      <a:pt x="24423" y="16057"/>
                    </a:cubicBezTo>
                    <a:cubicBezTo>
                      <a:pt x="24277" y="16168"/>
                      <a:pt x="24277" y="16168"/>
                      <a:pt x="24277" y="16168"/>
                    </a:cubicBezTo>
                    <a:cubicBezTo>
                      <a:pt x="24425" y="16364"/>
                      <a:pt x="24425" y="16364"/>
                      <a:pt x="24425" y="16364"/>
                    </a:cubicBezTo>
                    <a:cubicBezTo>
                      <a:pt x="24573" y="16252"/>
                      <a:pt x="24573" y="16252"/>
                      <a:pt x="24573" y="16252"/>
                    </a:cubicBezTo>
                    <a:cubicBezTo>
                      <a:pt x="24753" y="16112"/>
                      <a:pt x="24753" y="16112"/>
                      <a:pt x="24753" y="16112"/>
                    </a:cubicBezTo>
                    <a:cubicBezTo>
                      <a:pt x="24932" y="15971"/>
                      <a:pt x="24932" y="15971"/>
                      <a:pt x="24932" y="15971"/>
                    </a:cubicBezTo>
                    <a:cubicBezTo>
                      <a:pt x="25010" y="15908"/>
                      <a:pt x="25010" y="15908"/>
                      <a:pt x="25010" y="15908"/>
                    </a:cubicBezTo>
                    <a:cubicBezTo>
                      <a:pt x="24856" y="15716"/>
                      <a:pt x="24856" y="15716"/>
                      <a:pt x="24856" y="15716"/>
                    </a:cubicBezTo>
                    <a:close/>
                    <a:moveTo>
                      <a:pt x="23884" y="16461"/>
                    </a:moveTo>
                    <a:cubicBezTo>
                      <a:pt x="23699" y="16595"/>
                      <a:pt x="23699" y="16595"/>
                      <a:pt x="23699" y="16595"/>
                    </a:cubicBezTo>
                    <a:cubicBezTo>
                      <a:pt x="23516" y="16725"/>
                      <a:pt x="23516" y="16725"/>
                      <a:pt x="23516" y="16725"/>
                    </a:cubicBezTo>
                    <a:cubicBezTo>
                      <a:pt x="23331" y="16854"/>
                      <a:pt x="23331" y="16854"/>
                      <a:pt x="23331" y="16854"/>
                    </a:cubicBezTo>
                    <a:cubicBezTo>
                      <a:pt x="23285" y="16886"/>
                      <a:pt x="23285" y="16886"/>
                      <a:pt x="23285" y="16886"/>
                    </a:cubicBezTo>
                    <a:cubicBezTo>
                      <a:pt x="23423" y="17089"/>
                      <a:pt x="23423" y="17089"/>
                      <a:pt x="23423" y="17089"/>
                    </a:cubicBezTo>
                    <a:cubicBezTo>
                      <a:pt x="23471" y="17056"/>
                      <a:pt x="23471" y="17056"/>
                      <a:pt x="23471" y="17056"/>
                    </a:cubicBezTo>
                    <a:cubicBezTo>
                      <a:pt x="23658" y="16926"/>
                      <a:pt x="23658" y="16926"/>
                      <a:pt x="23658" y="16926"/>
                    </a:cubicBezTo>
                    <a:cubicBezTo>
                      <a:pt x="23843" y="16795"/>
                      <a:pt x="23843" y="16795"/>
                      <a:pt x="23843" y="16795"/>
                    </a:cubicBezTo>
                    <a:cubicBezTo>
                      <a:pt x="24029" y="16660"/>
                      <a:pt x="24029" y="16660"/>
                      <a:pt x="24029" y="16660"/>
                    </a:cubicBezTo>
                    <a:cubicBezTo>
                      <a:pt x="23884" y="16461"/>
                      <a:pt x="23884" y="16461"/>
                      <a:pt x="23884" y="16461"/>
                    </a:cubicBezTo>
                    <a:close/>
                    <a:moveTo>
                      <a:pt x="22878" y="17158"/>
                    </a:moveTo>
                    <a:cubicBezTo>
                      <a:pt x="22771" y="17229"/>
                      <a:pt x="22771" y="17229"/>
                      <a:pt x="22771" y="17229"/>
                    </a:cubicBezTo>
                    <a:cubicBezTo>
                      <a:pt x="22582" y="17350"/>
                      <a:pt x="22582" y="17350"/>
                      <a:pt x="22582" y="17350"/>
                    </a:cubicBezTo>
                    <a:cubicBezTo>
                      <a:pt x="22391" y="17469"/>
                      <a:pt x="22391" y="17469"/>
                      <a:pt x="22391" y="17469"/>
                    </a:cubicBezTo>
                    <a:cubicBezTo>
                      <a:pt x="22257" y="17551"/>
                      <a:pt x="22257" y="17551"/>
                      <a:pt x="22257" y="17551"/>
                    </a:cubicBezTo>
                    <a:cubicBezTo>
                      <a:pt x="22385" y="17762"/>
                      <a:pt x="22385" y="17762"/>
                      <a:pt x="22385" y="17762"/>
                    </a:cubicBezTo>
                    <a:cubicBezTo>
                      <a:pt x="22521" y="17678"/>
                      <a:pt x="22521" y="17678"/>
                      <a:pt x="22521" y="17678"/>
                    </a:cubicBezTo>
                    <a:cubicBezTo>
                      <a:pt x="22713" y="17558"/>
                      <a:pt x="22713" y="17558"/>
                      <a:pt x="22713" y="17558"/>
                    </a:cubicBezTo>
                    <a:cubicBezTo>
                      <a:pt x="22905" y="17435"/>
                      <a:pt x="22905" y="17435"/>
                      <a:pt x="22905" y="17435"/>
                    </a:cubicBezTo>
                    <a:cubicBezTo>
                      <a:pt x="23012" y="17365"/>
                      <a:pt x="23012" y="17365"/>
                      <a:pt x="23012" y="17365"/>
                    </a:cubicBezTo>
                    <a:cubicBezTo>
                      <a:pt x="22878" y="17158"/>
                      <a:pt x="22878" y="17158"/>
                      <a:pt x="22878" y="17158"/>
                    </a:cubicBezTo>
                    <a:close/>
                    <a:moveTo>
                      <a:pt x="21836" y="17801"/>
                    </a:moveTo>
                    <a:cubicBezTo>
                      <a:pt x="21617" y="17926"/>
                      <a:pt x="21617" y="17926"/>
                      <a:pt x="21617" y="17926"/>
                    </a:cubicBezTo>
                    <a:cubicBezTo>
                      <a:pt x="21420" y="18035"/>
                      <a:pt x="21420" y="18035"/>
                      <a:pt x="21420" y="18035"/>
                    </a:cubicBezTo>
                    <a:cubicBezTo>
                      <a:pt x="21222" y="18141"/>
                      <a:pt x="21222" y="18141"/>
                      <a:pt x="21222" y="18141"/>
                    </a:cubicBezTo>
                    <a:cubicBezTo>
                      <a:pt x="21195" y="18155"/>
                      <a:pt x="21195" y="18155"/>
                      <a:pt x="21195" y="18155"/>
                    </a:cubicBezTo>
                    <a:cubicBezTo>
                      <a:pt x="21308" y="18374"/>
                      <a:pt x="21308" y="18374"/>
                      <a:pt x="21308" y="18374"/>
                    </a:cubicBezTo>
                    <a:cubicBezTo>
                      <a:pt x="21337" y="18359"/>
                      <a:pt x="21337" y="18359"/>
                      <a:pt x="21337" y="18359"/>
                    </a:cubicBezTo>
                    <a:cubicBezTo>
                      <a:pt x="21538" y="18251"/>
                      <a:pt x="21538" y="18251"/>
                      <a:pt x="21538" y="18251"/>
                    </a:cubicBezTo>
                    <a:cubicBezTo>
                      <a:pt x="21737" y="18140"/>
                      <a:pt x="21737" y="18140"/>
                      <a:pt x="21737" y="18140"/>
                    </a:cubicBezTo>
                    <a:cubicBezTo>
                      <a:pt x="21959" y="18014"/>
                      <a:pt x="21959" y="18014"/>
                      <a:pt x="21959" y="18014"/>
                    </a:cubicBezTo>
                    <a:cubicBezTo>
                      <a:pt x="21836" y="17801"/>
                      <a:pt x="21836" y="17801"/>
                      <a:pt x="21836" y="17801"/>
                    </a:cubicBezTo>
                    <a:close/>
                    <a:moveTo>
                      <a:pt x="20759" y="18379"/>
                    </a:moveTo>
                    <a:cubicBezTo>
                      <a:pt x="20619" y="18448"/>
                      <a:pt x="20619" y="18448"/>
                      <a:pt x="20619" y="18448"/>
                    </a:cubicBezTo>
                    <a:cubicBezTo>
                      <a:pt x="20416" y="18545"/>
                      <a:pt x="20416" y="18545"/>
                      <a:pt x="20416" y="18545"/>
                    </a:cubicBezTo>
                    <a:cubicBezTo>
                      <a:pt x="20210" y="18640"/>
                      <a:pt x="20210" y="18640"/>
                      <a:pt x="20210" y="18640"/>
                    </a:cubicBezTo>
                    <a:cubicBezTo>
                      <a:pt x="20096" y="18692"/>
                      <a:pt x="20096" y="18692"/>
                      <a:pt x="20096" y="18692"/>
                    </a:cubicBezTo>
                    <a:cubicBezTo>
                      <a:pt x="20195" y="18917"/>
                      <a:pt x="20195" y="18917"/>
                      <a:pt x="20195" y="18917"/>
                    </a:cubicBezTo>
                    <a:cubicBezTo>
                      <a:pt x="20313" y="18864"/>
                      <a:pt x="20313" y="18864"/>
                      <a:pt x="20313" y="18864"/>
                    </a:cubicBezTo>
                    <a:cubicBezTo>
                      <a:pt x="20521" y="18768"/>
                      <a:pt x="20521" y="18768"/>
                      <a:pt x="20521" y="18768"/>
                    </a:cubicBezTo>
                    <a:cubicBezTo>
                      <a:pt x="20727" y="18669"/>
                      <a:pt x="20727" y="18669"/>
                      <a:pt x="20727" y="18669"/>
                    </a:cubicBezTo>
                    <a:cubicBezTo>
                      <a:pt x="20867" y="18600"/>
                      <a:pt x="20867" y="18600"/>
                      <a:pt x="20867" y="18600"/>
                    </a:cubicBezTo>
                    <a:cubicBezTo>
                      <a:pt x="20759" y="18379"/>
                      <a:pt x="20759" y="18379"/>
                      <a:pt x="20759" y="18379"/>
                    </a:cubicBezTo>
                    <a:close/>
                    <a:moveTo>
                      <a:pt x="19647" y="18885"/>
                    </a:moveTo>
                    <a:cubicBezTo>
                      <a:pt x="19586" y="18911"/>
                      <a:pt x="19586" y="18911"/>
                      <a:pt x="19586" y="18911"/>
                    </a:cubicBezTo>
                    <a:cubicBezTo>
                      <a:pt x="19375" y="18996"/>
                      <a:pt x="19375" y="18996"/>
                      <a:pt x="19375" y="18996"/>
                    </a:cubicBezTo>
                    <a:cubicBezTo>
                      <a:pt x="19162" y="19078"/>
                      <a:pt x="19162" y="19078"/>
                      <a:pt x="19162" y="19078"/>
                    </a:cubicBezTo>
                    <a:cubicBezTo>
                      <a:pt x="18963" y="19152"/>
                      <a:pt x="18963" y="19152"/>
                      <a:pt x="18963" y="19152"/>
                    </a:cubicBezTo>
                    <a:cubicBezTo>
                      <a:pt x="19048" y="19383"/>
                      <a:pt x="19048" y="19383"/>
                      <a:pt x="19048" y="19383"/>
                    </a:cubicBezTo>
                    <a:cubicBezTo>
                      <a:pt x="19249" y="19308"/>
                      <a:pt x="19249" y="19308"/>
                      <a:pt x="19249" y="19308"/>
                    </a:cubicBezTo>
                    <a:cubicBezTo>
                      <a:pt x="19465" y="19225"/>
                      <a:pt x="19465" y="19225"/>
                      <a:pt x="19465" y="19225"/>
                    </a:cubicBezTo>
                    <a:cubicBezTo>
                      <a:pt x="19679" y="19138"/>
                      <a:pt x="19679" y="19138"/>
                      <a:pt x="19679" y="19138"/>
                    </a:cubicBezTo>
                    <a:cubicBezTo>
                      <a:pt x="19740" y="19113"/>
                      <a:pt x="19740" y="19113"/>
                      <a:pt x="19740" y="19113"/>
                    </a:cubicBezTo>
                    <a:cubicBezTo>
                      <a:pt x="19647" y="18885"/>
                      <a:pt x="19647" y="18885"/>
                      <a:pt x="19647" y="18885"/>
                    </a:cubicBezTo>
                    <a:close/>
                    <a:moveTo>
                      <a:pt x="18504" y="19313"/>
                    </a:moveTo>
                    <a:cubicBezTo>
                      <a:pt x="18295" y="19381"/>
                      <a:pt x="18295" y="19381"/>
                      <a:pt x="18295" y="19381"/>
                    </a:cubicBezTo>
                    <a:cubicBezTo>
                      <a:pt x="18074" y="19450"/>
                      <a:pt x="18074" y="19450"/>
                      <a:pt x="18074" y="19450"/>
                    </a:cubicBezTo>
                    <a:cubicBezTo>
                      <a:pt x="17851" y="19516"/>
                      <a:pt x="17851" y="19516"/>
                      <a:pt x="17851" y="19516"/>
                    </a:cubicBezTo>
                    <a:cubicBezTo>
                      <a:pt x="17803" y="19530"/>
                      <a:pt x="17803" y="19530"/>
                      <a:pt x="17803" y="19530"/>
                    </a:cubicBezTo>
                    <a:cubicBezTo>
                      <a:pt x="17868" y="19767"/>
                      <a:pt x="17868" y="19767"/>
                      <a:pt x="17868" y="19767"/>
                    </a:cubicBezTo>
                    <a:cubicBezTo>
                      <a:pt x="17919" y="19753"/>
                      <a:pt x="17919" y="19753"/>
                      <a:pt x="17919" y="19753"/>
                    </a:cubicBezTo>
                    <a:cubicBezTo>
                      <a:pt x="18145" y="19686"/>
                      <a:pt x="18145" y="19686"/>
                      <a:pt x="18145" y="19686"/>
                    </a:cubicBezTo>
                    <a:cubicBezTo>
                      <a:pt x="18370" y="19616"/>
                      <a:pt x="18370" y="19616"/>
                      <a:pt x="18370" y="19616"/>
                    </a:cubicBezTo>
                    <a:cubicBezTo>
                      <a:pt x="18578" y="19548"/>
                      <a:pt x="18578" y="19548"/>
                      <a:pt x="18578" y="19548"/>
                    </a:cubicBezTo>
                    <a:cubicBezTo>
                      <a:pt x="18504" y="19313"/>
                      <a:pt x="18504" y="19313"/>
                      <a:pt x="18504" y="19313"/>
                    </a:cubicBezTo>
                    <a:close/>
                    <a:moveTo>
                      <a:pt x="17331" y="19657"/>
                    </a:moveTo>
                    <a:cubicBezTo>
                      <a:pt x="17172" y="19697"/>
                      <a:pt x="17172" y="19697"/>
                      <a:pt x="17172" y="19697"/>
                    </a:cubicBezTo>
                    <a:cubicBezTo>
                      <a:pt x="16943" y="19752"/>
                      <a:pt x="16943" y="19752"/>
                      <a:pt x="16943" y="19752"/>
                    </a:cubicBezTo>
                    <a:cubicBezTo>
                      <a:pt x="16711" y="19803"/>
                      <a:pt x="16711" y="19803"/>
                      <a:pt x="16711" y="19803"/>
                    </a:cubicBezTo>
                    <a:cubicBezTo>
                      <a:pt x="16617" y="19822"/>
                      <a:pt x="16617" y="19822"/>
                      <a:pt x="16617" y="19822"/>
                    </a:cubicBezTo>
                    <a:cubicBezTo>
                      <a:pt x="16665" y="20064"/>
                      <a:pt x="16665" y="20064"/>
                      <a:pt x="16665" y="20064"/>
                    </a:cubicBezTo>
                    <a:cubicBezTo>
                      <a:pt x="16763" y="20043"/>
                      <a:pt x="16763" y="20043"/>
                      <a:pt x="16763" y="20043"/>
                    </a:cubicBezTo>
                    <a:cubicBezTo>
                      <a:pt x="16998" y="19991"/>
                      <a:pt x="16998" y="19991"/>
                      <a:pt x="16998" y="19991"/>
                    </a:cubicBezTo>
                    <a:cubicBezTo>
                      <a:pt x="17231" y="19936"/>
                      <a:pt x="17231" y="19936"/>
                      <a:pt x="17231" y="19936"/>
                    </a:cubicBezTo>
                    <a:cubicBezTo>
                      <a:pt x="17389" y="19896"/>
                      <a:pt x="17389" y="19896"/>
                      <a:pt x="17389" y="19896"/>
                    </a:cubicBezTo>
                    <a:cubicBezTo>
                      <a:pt x="17331" y="19657"/>
                      <a:pt x="17331" y="19657"/>
                      <a:pt x="17331" y="19657"/>
                    </a:cubicBezTo>
                    <a:close/>
                    <a:moveTo>
                      <a:pt x="16137" y="19915"/>
                    </a:moveTo>
                    <a:cubicBezTo>
                      <a:pt x="16005" y="19938"/>
                      <a:pt x="16005" y="19938"/>
                      <a:pt x="16005" y="19938"/>
                    </a:cubicBezTo>
                    <a:cubicBezTo>
                      <a:pt x="15766" y="19977"/>
                      <a:pt x="15766" y="19977"/>
                      <a:pt x="15766" y="19977"/>
                    </a:cubicBezTo>
                    <a:cubicBezTo>
                      <a:pt x="15525" y="20012"/>
                      <a:pt x="15525" y="20012"/>
                      <a:pt x="15525" y="20012"/>
                    </a:cubicBezTo>
                    <a:cubicBezTo>
                      <a:pt x="15413" y="20027"/>
                      <a:pt x="15413" y="20027"/>
                      <a:pt x="15413" y="20027"/>
                    </a:cubicBezTo>
                    <a:cubicBezTo>
                      <a:pt x="15443" y="20271"/>
                      <a:pt x="15443" y="20271"/>
                      <a:pt x="15443" y="20271"/>
                    </a:cubicBezTo>
                    <a:cubicBezTo>
                      <a:pt x="15559" y="20256"/>
                      <a:pt x="15559" y="20256"/>
                      <a:pt x="15559" y="20256"/>
                    </a:cubicBezTo>
                    <a:cubicBezTo>
                      <a:pt x="15804" y="20220"/>
                      <a:pt x="15804" y="20220"/>
                      <a:pt x="15804" y="20220"/>
                    </a:cubicBezTo>
                    <a:cubicBezTo>
                      <a:pt x="16046" y="20181"/>
                      <a:pt x="16046" y="20181"/>
                      <a:pt x="16046" y="20181"/>
                    </a:cubicBezTo>
                    <a:cubicBezTo>
                      <a:pt x="16178" y="20157"/>
                      <a:pt x="16178" y="20157"/>
                      <a:pt x="16178" y="20157"/>
                    </a:cubicBezTo>
                    <a:cubicBezTo>
                      <a:pt x="16137" y="19915"/>
                      <a:pt x="16137" y="19915"/>
                      <a:pt x="16137" y="19915"/>
                    </a:cubicBezTo>
                    <a:close/>
                    <a:moveTo>
                      <a:pt x="14927" y="20085"/>
                    </a:moveTo>
                    <a:cubicBezTo>
                      <a:pt x="14790" y="20099"/>
                      <a:pt x="14790" y="20099"/>
                      <a:pt x="14790" y="20099"/>
                    </a:cubicBezTo>
                    <a:cubicBezTo>
                      <a:pt x="14541" y="20121"/>
                      <a:pt x="14541" y="20121"/>
                      <a:pt x="14541" y="20121"/>
                    </a:cubicBezTo>
                    <a:cubicBezTo>
                      <a:pt x="14290" y="20140"/>
                      <a:pt x="14290" y="20140"/>
                      <a:pt x="14290" y="20140"/>
                    </a:cubicBezTo>
                    <a:cubicBezTo>
                      <a:pt x="14197" y="20145"/>
                      <a:pt x="14197" y="20145"/>
                      <a:pt x="14197" y="20145"/>
                    </a:cubicBezTo>
                    <a:cubicBezTo>
                      <a:pt x="14210" y="20391"/>
                      <a:pt x="14210" y="20391"/>
                      <a:pt x="14210" y="20391"/>
                    </a:cubicBezTo>
                    <a:cubicBezTo>
                      <a:pt x="14306" y="20385"/>
                      <a:pt x="14306" y="20385"/>
                      <a:pt x="14306" y="20385"/>
                    </a:cubicBezTo>
                    <a:cubicBezTo>
                      <a:pt x="14561" y="20366"/>
                      <a:pt x="14561" y="20366"/>
                      <a:pt x="14561" y="20366"/>
                    </a:cubicBezTo>
                    <a:cubicBezTo>
                      <a:pt x="14813" y="20344"/>
                      <a:pt x="14813" y="20344"/>
                      <a:pt x="14813" y="20344"/>
                    </a:cubicBezTo>
                    <a:cubicBezTo>
                      <a:pt x="14951" y="20330"/>
                      <a:pt x="14951" y="20330"/>
                      <a:pt x="14951" y="20330"/>
                    </a:cubicBezTo>
                    <a:cubicBezTo>
                      <a:pt x="14927" y="20085"/>
                      <a:pt x="14927" y="20085"/>
                      <a:pt x="14927" y="20085"/>
                    </a:cubicBezTo>
                    <a:close/>
                    <a:moveTo>
                      <a:pt x="13709" y="20169"/>
                    </a:moveTo>
                    <a:cubicBezTo>
                      <a:pt x="13524" y="20175"/>
                      <a:pt x="13524" y="20175"/>
                      <a:pt x="13524" y="20175"/>
                    </a:cubicBezTo>
                    <a:cubicBezTo>
                      <a:pt x="13264" y="20179"/>
                      <a:pt x="13264" y="20179"/>
                      <a:pt x="13264" y="20179"/>
                    </a:cubicBezTo>
                    <a:cubicBezTo>
                      <a:pt x="13002" y="20180"/>
                      <a:pt x="13002" y="20180"/>
                      <a:pt x="13002" y="20180"/>
                    </a:cubicBezTo>
                    <a:cubicBezTo>
                      <a:pt x="12975" y="20180"/>
                      <a:pt x="12975" y="20180"/>
                      <a:pt x="12975" y="20180"/>
                    </a:cubicBezTo>
                    <a:cubicBezTo>
                      <a:pt x="12971" y="20426"/>
                      <a:pt x="12971" y="20426"/>
                      <a:pt x="12971" y="20426"/>
                    </a:cubicBezTo>
                    <a:cubicBezTo>
                      <a:pt x="13001" y="20426"/>
                      <a:pt x="13001" y="20426"/>
                      <a:pt x="13001" y="20426"/>
                    </a:cubicBezTo>
                    <a:cubicBezTo>
                      <a:pt x="13267" y="20425"/>
                      <a:pt x="13267" y="20425"/>
                      <a:pt x="13267" y="20425"/>
                    </a:cubicBezTo>
                    <a:cubicBezTo>
                      <a:pt x="13530" y="20421"/>
                      <a:pt x="13530" y="20421"/>
                      <a:pt x="13530" y="20421"/>
                    </a:cubicBezTo>
                    <a:cubicBezTo>
                      <a:pt x="13715" y="20415"/>
                      <a:pt x="13715" y="20415"/>
                      <a:pt x="13715" y="20415"/>
                    </a:cubicBezTo>
                    <a:cubicBezTo>
                      <a:pt x="13709" y="20169"/>
                      <a:pt x="13709" y="20169"/>
                      <a:pt x="13709" y="20169"/>
                    </a:cubicBezTo>
                    <a:close/>
                    <a:moveTo>
                      <a:pt x="12485" y="20171"/>
                    </a:moveTo>
                    <a:cubicBezTo>
                      <a:pt x="12204" y="20160"/>
                      <a:pt x="12204" y="20160"/>
                      <a:pt x="12204" y="20160"/>
                    </a:cubicBezTo>
                    <a:cubicBezTo>
                      <a:pt x="11933" y="20146"/>
                      <a:pt x="11933" y="20146"/>
                      <a:pt x="11933" y="20146"/>
                    </a:cubicBezTo>
                    <a:cubicBezTo>
                      <a:pt x="11753" y="20134"/>
                      <a:pt x="11753" y="20134"/>
                      <a:pt x="11753" y="20134"/>
                    </a:cubicBezTo>
                    <a:cubicBezTo>
                      <a:pt x="11735" y="20379"/>
                      <a:pt x="11735" y="20379"/>
                      <a:pt x="11735" y="20379"/>
                    </a:cubicBezTo>
                    <a:cubicBezTo>
                      <a:pt x="11918" y="20392"/>
                      <a:pt x="11918" y="20392"/>
                      <a:pt x="11918" y="20392"/>
                    </a:cubicBezTo>
                    <a:cubicBezTo>
                      <a:pt x="12192" y="20406"/>
                      <a:pt x="12192" y="20406"/>
                      <a:pt x="12192" y="20406"/>
                    </a:cubicBezTo>
                    <a:cubicBezTo>
                      <a:pt x="12477" y="20417"/>
                      <a:pt x="12477" y="20417"/>
                      <a:pt x="12477" y="20417"/>
                    </a:cubicBezTo>
                    <a:cubicBezTo>
                      <a:pt x="12485" y="20171"/>
                      <a:pt x="12485" y="20171"/>
                      <a:pt x="12485" y="20171"/>
                    </a:cubicBezTo>
                    <a:close/>
                    <a:moveTo>
                      <a:pt x="11265" y="20095"/>
                    </a:moveTo>
                    <a:cubicBezTo>
                      <a:pt x="11107" y="20080"/>
                      <a:pt x="11107" y="20080"/>
                      <a:pt x="11107" y="20080"/>
                    </a:cubicBezTo>
                    <a:cubicBezTo>
                      <a:pt x="10827" y="20050"/>
                      <a:pt x="10827" y="20050"/>
                      <a:pt x="10827" y="20050"/>
                    </a:cubicBezTo>
                    <a:cubicBezTo>
                      <a:pt x="10536" y="20015"/>
                      <a:pt x="10536" y="20015"/>
                      <a:pt x="10536" y="20015"/>
                    </a:cubicBezTo>
                    <a:cubicBezTo>
                      <a:pt x="10502" y="20259"/>
                      <a:pt x="10502" y="20259"/>
                      <a:pt x="10502" y="20259"/>
                    </a:cubicBezTo>
                    <a:cubicBezTo>
                      <a:pt x="10799" y="20295"/>
                      <a:pt x="10799" y="20295"/>
                      <a:pt x="10799" y="20295"/>
                    </a:cubicBezTo>
                    <a:cubicBezTo>
                      <a:pt x="11082" y="20325"/>
                      <a:pt x="11082" y="20325"/>
                      <a:pt x="11082" y="20325"/>
                    </a:cubicBezTo>
                    <a:cubicBezTo>
                      <a:pt x="11241" y="20340"/>
                      <a:pt x="11241" y="20340"/>
                      <a:pt x="11241" y="20340"/>
                    </a:cubicBezTo>
                    <a:cubicBezTo>
                      <a:pt x="11265" y="20095"/>
                      <a:pt x="11265" y="20095"/>
                      <a:pt x="11265" y="20095"/>
                    </a:cubicBezTo>
                    <a:close/>
                    <a:moveTo>
                      <a:pt x="10050" y="19948"/>
                    </a:moveTo>
                    <a:cubicBezTo>
                      <a:pt x="9972" y="19936"/>
                      <a:pt x="9972" y="19936"/>
                      <a:pt x="9972" y="19936"/>
                    </a:cubicBezTo>
                    <a:cubicBezTo>
                      <a:pt x="9683" y="19890"/>
                      <a:pt x="9683" y="19890"/>
                      <a:pt x="9683" y="19890"/>
                    </a:cubicBezTo>
                    <a:cubicBezTo>
                      <a:pt x="9390" y="19840"/>
                      <a:pt x="9390" y="19840"/>
                      <a:pt x="9390" y="19840"/>
                    </a:cubicBezTo>
                    <a:cubicBezTo>
                      <a:pt x="9326" y="19828"/>
                      <a:pt x="9326" y="19828"/>
                      <a:pt x="9326" y="19828"/>
                    </a:cubicBezTo>
                    <a:cubicBezTo>
                      <a:pt x="9280" y="20069"/>
                      <a:pt x="9280" y="20069"/>
                      <a:pt x="9280" y="20069"/>
                    </a:cubicBezTo>
                    <a:cubicBezTo>
                      <a:pt x="9347" y="20082"/>
                      <a:pt x="9347" y="20082"/>
                      <a:pt x="9347" y="20082"/>
                    </a:cubicBezTo>
                    <a:cubicBezTo>
                      <a:pt x="9642" y="20133"/>
                      <a:pt x="9642" y="20133"/>
                      <a:pt x="9642" y="20133"/>
                    </a:cubicBezTo>
                    <a:cubicBezTo>
                      <a:pt x="9935" y="20179"/>
                      <a:pt x="9935" y="20179"/>
                      <a:pt x="9935" y="20179"/>
                    </a:cubicBezTo>
                    <a:cubicBezTo>
                      <a:pt x="10013" y="20191"/>
                      <a:pt x="10013" y="20191"/>
                      <a:pt x="10013" y="20191"/>
                    </a:cubicBezTo>
                    <a:cubicBezTo>
                      <a:pt x="10050" y="19948"/>
                      <a:pt x="10050" y="19948"/>
                      <a:pt x="10050" y="19948"/>
                    </a:cubicBezTo>
                    <a:close/>
                    <a:moveTo>
                      <a:pt x="8844" y="19735"/>
                    </a:moveTo>
                    <a:cubicBezTo>
                      <a:pt x="8798" y="19726"/>
                      <a:pt x="8798" y="19726"/>
                      <a:pt x="8798" y="19726"/>
                    </a:cubicBezTo>
                    <a:cubicBezTo>
                      <a:pt x="8499" y="19663"/>
                      <a:pt x="8499" y="19663"/>
                      <a:pt x="8499" y="19663"/>
                    </a:cubicBezTo>
                    <a:cubicBezTo>
                      <a:pt x="8196" y="19595"/>
                      <a:pt x="8196" y="19595"/>
                      <a:pt x="8196" y="19595"/>
                    </a:cubicBezTo>
                    <a:cubicBezTo>
                      <a:pt x="8127" y="19579"/>
                      <a:pt x="8127" y="19579"/>
                      <a:pt x="8127" y="19579"/>
                    </a:cubicBezTo>
                    <a:cubicBezTo>
                      <a:pt x="8069" y="19818"/>
                      <a:pt x="8069" y="19818"/>
                      <a:pt x="8069" y="19818"/>
                    </a:cubicBezTo>
                    <a:cubicBezTo>
                      <a:pt x="8141" y="19835"/>
                      <a:pt x="8141" y="19835"/>
                      <a:pt x="8141" y="19835"/>
                    </a:cubicBezTo>
                    <a:cubicBezTo>
                      <a:pt x="8446" y="19903"/>
                      <a:pt x="8446" y="19903"/>
                      <a:pt x="8446" y="19903"/>
                    </a:cubicBezTo>
                    <a:cubicBezTo>
                      <a:pt x="8749" y="19967"/>
                      <a:pt x="8749" y="19967"/>
                      <a:pt x="8749" y="19967"/>
                    </a:cubicBezTo>
                    <a:cubicBezTo>
                      <a:pt x="8795" y="19976"/>
                      <a:pt x="8795" y="19976"/>
                      <a:pt x="8795" y="19976"/>
                    </a:cubicBezTo>
                    <a:cubicBezTo>
                      <a:pt x="8844" y="19735"/>
                      <a:pt x="8844" y="19735"/>
                      <a:pt x="8844" y="19735"/>
                    </a:cubicBezTo>
                    <a:close/>
                    <a:moveTo>
                      <a:pt x="7650" y="19463"/>
                    </a:moveTo>
                    <a:cubicBezTo>
                      <a:pt x="7584" y="19447"/>
                      <a:pt x="7584" y="19447"/>
                      <a:pt x="7584" y="19447"/>
                    </a:cubicBezTo>
                    <a:cubicBezTo>
                      <a:pt x="7273" y="19366"/>
                      <a:pt x="7273" y="19366"/>
                      <a:pt x="7273" y="19366"/>
                    </a:cubicBezTo>
                    <a:cubicBezTo>
                      <a:pt x="6940" y="19275"/>
                      <a:pt x="6940" y="19275"/>
                      <a:pt x="6940" y="19275"/>
                    </a:cubicBezTo>
                    <a:cubicBezTo>
                      <a:pt x="6871" y="19511"/>
                      <a:pt x="6871" y="19511"/>
                      <a:pt x="6871" y="19511"/>
                    </a:cubicBezTo>
                    <a:cubicBezTo>
                      <a:pt x="7210" y="19604"/>
                      <a:pt x="7210" y="19604"/>
                      <a:pt x="7210" y="19604"/>
                    </a:cubicBezTo>
                    <a:cubicBezTo>
                      <a:pt x="7523" y="19685"/>
                      <a:pt x="7523" y="19685"/>
                      <a:pt x="7523" y="19685"/>
                    </a:cubicBezTo>
                    <a:cubicBezTo>
                      <a:pt x="7589" y="19702"/>
                      <a:pt x="7589" y="19702"/>
                      <a:pt x="7589" y="19702"/>
                    </a:cubicBezTo>
                    <a:cubicBezTo>
                      <a:pt x="7650" y="19463"/>
                      <a:pt x="7650" y="19463"/>
                      <a:pt x="7650" y="19463"/>
                    </a:cubicBezTo>
                    <a:close/>
                    <a:moveTo>
                      <a:pt x="6469" y="19138"/>
                    </a:moveTo>
                    <a:cubicBezTo>
                      <a:pt x="6327" y="19096"/>
                      <a:pt x="6327" y="19096"/>
                      <a:pt x="6327" y="19096"/>
                    </a:cubicBezTo>
                    <a:cubicBezTo>
                      <a:pt x="6006" y="18996"/>
                      <a:pt x="6006" y="18996"/>
                      <a:pt x="6006" y="18996"/>
                    </a:cubicBezTo>
                    <a:cubicBezTo>
                      <a:pt x="5766" y="18919"/>
                      <a:pt x="5766" y="18919"/>
                      <a:pt x="5766" y="18919"/>
                    </a:cubicBezTo>
                    <a:cubicBezTo>
                      <a:pt x="5690" y="19153"/>
                      <a:pt x="5690" y="19153"/>
                      <a:pt x="5690" y="19153"/>
                    </a:cubicBezTo>
                    <a:cubicBezTo>
                      <a:pt x="5932" y="19231"/>
                      <a:pt x="5932" y="19231"/>
                      <a:pt x="5932" y="19231"/>
                    </a:cubicBezTo>
                    <a:cubicBezTo>
                      <a:pt x="6255" y="19331"/>
                      <a:pt x="6255" y="19331"/>
                      <a:pt x="6255" y="19331"/>
                    </a:cubicBezTo>
                    <a:cubicBezTo>
                      <a:pt x="6397" y="19373"/>
                      <a:pt x="6397" y="19373"/>
                      <a:pt x="6397" y="19373"/>
                    </a:cubicBezTo>
                    <a:cubicBezTo>
                      <a:pt x="6469" y="19138"/>
                      <a:pt x="6469" y="19138"/>
                      <a:pt x="6469" y="19138"/>
                    </a:cubicBezTo>
                    <a:close/>
                    <a:moveTo>
                      <a:pt x="5301" y="18765"/>
                    </a:moveTo>
                    <a:cubicBezTo>
                      <a:pt x="5026" y="18670"/>
                      <a:pt x="5026" y="18670"/>
                      <a:pt x="5026" y="18670"/>
                    </a:cubicBezTo>
                    <a:cubicBezTo>
                      <a:pt x="4694" y="18552"/>
                      <a:pt x="4694" y="18552"/>
                      <a:pt x="4694" y="18552"/>
                    </a:cubicBezTo>
                    <a:cubicBezTo>
                      <a:pt x="4608" y="18520"/>
                      <a:pt x="4608" y="18520"/>
                      <a:pt x="4608" y="18520"/>
                    </a:cubicBezTo>
                    <a:cubicBezTo>
                      <a:pt x="4521" y="18751"/>
                      <a:pt x="4521" y="18751"/>
                      <a:pt x="4521" y="18751"/>
                    </a:cubicBezTo>
                    <a:cubicBezTo>
                      <a:pt x="4610" y="18783"/>
                      <a:pt x="4610" y="18783"/>
                      <a:pt x="4610" y="18783"/>
                    </a:cubicBezTo>
                    <a:cubicBezTo>
                      <a:pt x="4945" y="18903"/>
                      <a:pt x="4945" y="18903"/>
                      <a:pt x="4945" y="18903"/>
                    </a:cubicBezTo>
                    <a:cubicBezTo>
                      <a:pt x="5220" y="18997"/>
                      <a:pt x="5220" y="18997"/>
                      <a:pt x="5220" y="18997"/>
                    </a:cubicBezTo>
                    <a:cubicBezTo>
                      <a:pt x="5301" y="18765"/>
                      <a:pt x="5301" y="18765"/>
                      <a:pt x="5301" y="18765"/>
                    </a:cubicBezTo>
                    <a:close/>
                    <a:moveTo>
                      <a:pt x="4147" y="18348"/>
                    </a:moveTo>
                    <a:cubicBezTo>
                      <a:pt x="4021" y="18301"/>
                      <a:pt x="4021" y="18301"/>
                      <a:pt x="4021" y="18301"/>
                    </a:cubicBezTo>
                    <a:cubicBezTo>
                      <a:pt x="3681" y="18168"/>
                      <a:pt x="3681" y="18168"/>
                      <a:pt x="3681" y="18168"/>
                    </a:cubicBezTo>
                    <a:cubicBezTo>
                      <a:pt x="3462" y="18080"/>
                      <a:pt x="3462" y="18080"/>
                      <a:pt x="3462" y="18080"/>
                    </a:cubicBezTo>
                    <a:cubicBezTo>
                      <a:pt x="3369" y="18308"/>
                      <a:pt x="3369" y="18308"/>
                      <a:pt x="3369" y="18308"/>
                    </a:cubicBezTo>
                    <a:cubicBezTo>
                      <a:pt x="3590" y="18397"/>
                      <a:pt x="3590" y="18397"/>
                      <a:pt x="3590" y="18397"/>
                    </a:cubicBezTo>
                    <a:cubicBezTo>
                      <a:pt x="3933" y="18530"/>
                      <a:pt x="3933" y="18530"/>
                      <a:pt x="3933" y="18530"/>
                    </a:cubicBezTo>
                    <a:cubicBezTo>
                      <a:pt x="4059" y="18578"/>
                      <a:pt x="4059" y="18578"/>
                      <a:pt x="4059" y="18578"/>
                    </a:cubicBezTo>
                    <a:cubicBezTo>
                      <a:pt x="4147" y="18348"/>
                      <a:pt x="4147" y="18348"/>
                      <a:pt x="4147" y="18348"/>
                    </a:cubicBezTo>
                    <a:close/>
                    <a:moveTo>
                      <a:pt x="3008" y="17894"/>
                    </a:moveTo>
                    <a:cubicBezTo>
                      <a:pt x="2641" y="17739"/>
                      <a:pt x="2641" y="17739"/>
                      <a:pt x="2641" y="17739"/>
                    </a:cubicBezTo>
                    <a:cubicBezTo>
                      <a:pt x="2331" y="17604"/>
                      <a:pt x="2331" y="17604"/>
                      <a:pt x="2331" y="17604"/>
                    </a:cubicBezTo>
                    <a:cubicBezTo>
                      <a:pt x="2232" y="17829"/>
                      <a:pt x="2232" y="17829"/>
                      <a:pt x="2232" y="17829"/>
                    </a:cubicBezTo>
                    <a:cubicBezTo>
                      <a:pt x="2544" y="17965"/>
                      <a:pt x="2544" y="17965"/>
                      <a:pt x="2544" y="17965"/>
                    </a:cubicBezTo>
                    <a:cubicBezTo>
                      <a:pt x="2913" y="18121"/>
                      <a:pt x="2913" y="18121"/>
                      <a:pt x="2913" y="18121"/>
                    </a:cubicBezTo>
                    <a:cubicBezTo>
                      <a:pt x="3008" y="17894"/>
                      <a:pt x="3008" y="17894"/>
                      <a:pt x="3008" y="17894"/>
                    </a:cubicBezTo>
                    <a:close/>
                    <a:moveTo>
                      <a:pt x="1883" y="17404"/>
                    </a:moveTo>
                    <a:cubicBezTo>
                      <a:pt x="1575" y="17264"/>
                      <a:pt x="1575" y="17264"/>
                      <a:pt x="1575" y="17264"/>
                    </a:cubicBezTo>
                    <a:cubicBezTo>
                      <a:pt x="1214" y="17095"/>
                      <a:pt x="1214" y="17095"/>
                      <a:pt x="1214" y="17095"/>
                    </a:cubicBezTo>
                    <a:cubicBezTo>
                      <a:pt x="1109" y="17318"/>
                      <a:pt x="1109" y="17318"/>
                      <a:pt x="1109" y="17318"/>
                    </a:cubicBezTo>
                    <a:cubicBezTo>
                      <a:pt x="1472" y="17487"/>
                      <a:pt x="1472" y="17487"/>
                      <a:pt x="1472" y="17487"/>
                    </a:cubicBezTo>
                    <a:cubicBezTo>
                      <a:pt x="1780" y="17628"/>
                      <a:pt x="1780" y="17628"/>
                      <a:pt x="1780" y="17628"/>
                    </a:cubicBezTo>
                    <a:lnTo>
                      <a:pt x="1883" y="1740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7" name="Google Shape;277;p16"/>
            <p:cNvGrpSpPr/>
            <p:nvPr/>
          </p:nvGrpSpPr>
          <p:grpSpPr>
            <a:xfrm rot="1800033">
              <a:off x="8920442" y="3500648"/>
              <a:ext cx="156574" cy="280323"/>
              <a:chOff x="7419591" y="3612333"/>
              <a:chExt cx="146306" cy="261940"/>
            </a:xfrm>
          </p:grpSpPr>
          <p:sp>
            <p:nvSpPr>
              <p:cNvPr id="278" name="Google Shape;278;p16"/>
              <p:cNvSpPr/>
              <p:nvPr/>
            </p:nvSpPr>
            <p:spPr>
              <a:xfrm>
                <a:off x="7426735" y="3612333"/>
                <a:ext cx="132160" cy="26194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002" extrusionOk="0">
                    <a:moveTo>
                      <a:pt x="0" y="2644"/>
                    </a:moveTo>
                    <a:cubicBezTo>
                      <a:pt x="0" y="184"/>
                      <a:pt x="0" y="184"/>
                      <a:pt x="0" y="184"/>
                    </a:cubicBezTo>
                    <a:cubicBezTo>
                      <a:pt x="0" y="82"/>
                      <a:pt x="83" y="0"/>
                      <a:pt x="184" y="0"/>
                    </a:cubicBezTo>
                    <a:cubicBezTo>
                      <a:pt x="1323" y="0"/>
                      <a:pt x="1323" y="0"/>
                      <a:pt x="1323" y="0"/>
                    </a:cubicBezTo>
                    <a:cubicBezTo>
                      <a:pt x="1424" y="0"/>
                      <a:pt x="1507" y="82"/>
                      <a:pt x="1507" y="184"/>
                    </a:cubicBezTo>
                    <a:cubicBezTo>
                      <a:pt x="1507" y="2644"/>
                      <a:pt x="1507" y="2644"/>
                      <a:pt x="1507" y="2644"/>
                    </a:cubicBezTo>
                    <a:cubicBezTo>
                      <a:pt x="1507" y="2821"/>
                      <a:pt x="1377" y="2969"/>
                      <a:pt x="1208" y="2997"/>
                    </a:cubicBezTo>
                    <a:cubicBezTo>
                      <a:pt x="1189" y="3001"/>
                      <a:pt x="1169" y="3002"/>
                      <a:pt x="1149" y="3002"/>
                    </a:cubicBezTo>
                    <a:cubicBezTo>
                      <a:pt x="358" y="3002"/>
                      <a:pt x="358" y="3002"/>
                      <a:pt x="358" y="3002"/>
                    </a:cubicBezTo>
                    <a:cubicBezTo>
                      <a:pt x="161" y="3002"/>
                      <a:pt x="0" y="2841"/>
                      <a:pt x="0" y="2644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6"/>
              <p:cNvSpPr/>
              <p:nvPr/>
            </p:nvSpPr>
            <p:spPr>
              <a:xfrm>
                <a:off x="7523175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283" y="0"/>
                    </a:moveTo>
                    <a:cubicBezTo>
                      <a:pt x="308" y="0"/>
                      <a:pt x="328" y="20"/>
                      <a:pt x="328" y="44"/>
                    </a:cubicBezTo>
                    <a:cubicBezTo>
                      <a:pt x="328" y="201"/>
                      <a:pt x="201" y="328"/>
                      <a:pt x="44" y="328"/>
                    </a:cubicBezTo>
                    <a:cubicBezTo>
                      <a:pt x="20" y="328"/>
                      <a:pt x="0" y="308"/>
                      <a:pt x="0" y="283"/>
                    </a:cubicBezTo>
                    <a:cubicBezTo>
                      <a:pt x="0" y="258"/>
                      <a:pt x="20" y="238"/>
                      <a:pt x="44" y="238"/>
                    </a:cubicBezTo>
                    <a:cubicBezTo>
                      <a:pt x="151" y="238"/>
                      <a:pt x="238" y="151"/>
                      <a:pt x="238" y="44"/>
                    </a:cubicBezTo>
                    <a:cubicBezTo>
                      <a:pt x="238" y="20"/>
                      <a:pt x="258" y="0"/>
                      <a:pt x="283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16"/>
              <p:cNvSpPr/>
              <p:nvPr/>
            </p:nvSpPr>
            <p:spPr>
              <a:xfrm>
                <a:off x="7433879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45" y="0"/>
                    </a:moveTo>
                    <a:cubicBezTo>
                      <a:pt x="70" y="0"/>
                      <a:pt x="90" y="20"/>
                      <a:pt x="90" y="44"/>
                    </a:cubicBezTo>
                    <a:cubicBezTo>
                      <a:pt x="90" y="151"/>
                      <a:pt x="177" y="238"/>
                      <a:pt x="284" y="238"/>
                    </a:cubicBezTo>
                    <a:cubicBezTo>
                      <a:pt x="308" y="238"/>
                      <a:pt x="328" y="258"/>
                      <a:pt x="328" y="283"/>
                    </a:cubicBezTo>
                    <a:cubicBezTo>
                      <a:pt x="328" y="308"/>
                      <a:pt x="308" y="328"/>
                      <a:pt x="284" y="328"/>
                    </a:cubicBezTo>
                    <a:cubicBezTo>
                      <a:pt x="128" y="328"/>
                      <a:pt x="0" y="201"/>
                      <a:pt x="0" y="44"/>
                    </a:cubicBezTo>
                    <a:cubicBezTo>
                      <a:pt x="0" y="20"/>
                      <a:pt x="20" y="0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16"/>
              <p:cNvSpPr/>
              <p:nvPr/>
            </p:nvSpPr>
            <p:spPr>
              <a:xfrm>
                <a:off x="7519603" y="3619477"/>
                <a:ext cx="238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2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63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3" y="104"/>
                      <a:pt x="262" y="104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6"/>
              <p:cNvSpPr/>
              <p:nvPr/>
            </p:nvSpPr>
            <p:spPr>
              <a:xfrm>
                <a:off x="7445785" y="3619477"/>
                <a:ext cx="226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1" y="0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62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2" y="104"/>
                      <a:pt x="261" y="104"/>
                    </a:cubicBezTo>
                    <a:cubicBezTo>
                      <a:pt x="1" y="104"/>
                      <a:pt x="1" y="104"/>
                      <a:pt x="1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6"/>
              <p:cNvSpPr/>
              <p:nvPr/>
            </p:nvSpPr>
            <p:spPr>
              <a:xfrm>
                <a:off x="7455310" y="3649243"/>
                <a:ext cx="7858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31" extrusionOk="0">
                    <a:moveTo>
                      <a:pt x="94" y="131"/>
                    </a:moveTo>
                    <a:cubicBezTo>
                      <a:pt x="33" y="80"/>
                      <a:pt x="33" y="80"/>
                      <a:pt x="33" y="80"/>
                    </a:cubicBezTo>
                    <a:cubicBezTo>
                      <a:pt x="0" y="53"/>
                      <a:pt x="19" y="0"/>
                      <a:pt x="61" y="0"/>
                    </a:cubicBezTo>
                    <a:cubicBezTo>
                      <a:pt x="840" y="0"/>
                      <a:pt x="840" y="0"/>
                      <a:pt x="840" y="0"/>
                    </a:cubicBezTo>
                    <a:cubicBezTo>
                      <a:pt x="882" y="0"/>
                      <a:pt x="901" y="53"/>
                      <a:pt x="868" y="80"/>
                    </a:cubicBezTo>
                    <a:cubicBezTo>
                      <a:pt x="807" y="131"/>
                      <a:pt x="807" y="131"/>
                      <a:pt x="807" y="131"/>
                    </a:cubicBezTo>
                    <a:lnTo>
                      <a:pt x="94" y="131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6"/>
              <p:cNvSpPr/>
              <p:nvPr/>
            </p:nvSpPr>
            <p:spPr>
              <a:xfrm>
                <a:off x="7452928" y="3770686"/>
                <a:ext cx="82152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941" h="450" extrusionOk="0">
                    <a:moveTo>
                      <a:pt x="36" y="257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807" y="0"/>
                      <a:pt x="807" y="0"/>
                      <a:pt x="807" y="0"/>
                    </a:cubicBezTo>
                    <a:cubicBezTo>
                      <a:pt x="905" y="257"/>
                      <a:pt x="905" y="257"/>
                      <a:pt x="905" y="257"/>
                    </a:cubicBezTo>
                    <a:cubicBezTo>
                      <a:pt x="941" y="350"/>
                      <a:pt x="872" y="450"/>
                      <a:pt x="772" y="450"/>
                    </a:cubicBezTo>
                    <a:cubicBezTo>
                      <a:pt x="169" y="450"/>
                      <a:pt x="169" y="450"/>
                      <a:pt x="169" y="450"/>
                    </a:cubicBezTo>
                    <a:cubicBezTo>
                      <a:pt x="69" y="450"/>
                      <a:pt x="0" y="350"/>
                      <a:pt x="36" y="257"/>
                    </a:cubicBezTo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16"/>
              <p:cNvSpPr/>
              <p:nvPr/>
            </p:nvSpPr>
            <p:spPr>
              <a:xfrm>
                <a:off x="7449356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0"/>
                    </a:moveTo>
                    <a:lnTo>
                      <a:pt x="7" y="30"/>
                    </a:lnTo>
                    <a:lnTo>
                      <a:pt x="0" y="33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6"/>
              <p:cNvSpPr/>
              <p:nvPr/>
            </p:nvSpPr>
            <p:spPr>
              <a:xfrm>
                <a:off x="7449356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33"/>
                    </a:moveTo>
                    <a:lnTo>
                      <a:pt x="7" y="3"/>
                    </a:lnTo>
                    <a:lnTo>
                      <a:pt x="0" y="0"/>
                    </a:lnTo>
                    <a:lnTo>
                      <a:pt x="0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6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16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6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6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6"/>
              <p:cNvSpPr/>
              <p:nvPr/>
            </p:nvSpPr>
            <p:spPr>
              <a:xfrm>
                <a:off x="7529128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151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84"/>
                      <a:pt x="112" y="84"/>
                      <a:pt x="112" y="84"/>
                    </a:cubicBezTo>
                    <a:cubicBezTo>
                      <a:pt x="157" y="84"/>
                      <a:pt x="157" y="84"/>
                      <a:pt x="157" y="84"/>
                    </a:cubicBezTo>
                    <a:cubicBezTo>
                      <a:pt x="158" y="84"/>
                      <a:pt x="158" y="85"/>
                      <a:pt x="158" y="86"/>
                    </a:cubicBezTo>
                    <a:cubicBezTo>
                      <a:pt x="158" y="187"/>
                      <a:pt x="158" y="187"/>
                      <a:pt x="158" y="187"/>
                    </a:cubicBezTo>
                    <a:cubicBezTo>
                      <a:pt x="158" y="188"/>
                      <a:pt x="158" y="188"/>
                      <a:pt x="157" y="188"/>
                    </a:cubicBezTo>
                    <a:cubicBezTo>
                      <a:pt x="112" y="188"/>
                      <a:pt x="112" y="188"/>
                      <a:pt x="112" y="188"/>
                    </a:cubicBezTo>
                    <a:cubicBezTo>
                      <a:pt x="112" y="1541"/>
                      <a:pt x="112" y="1541"/>
                      <a:pt x="112" y="1541"/>
                    </a:cubicBezTo>
                    <a:cubicBezTo>
                      <a:pt x="112" y="1542"/>
                      <a:pt x="112" y="1542"/>
                      <a:pt x="112" y="1542"/>
                    </a:cubicBezTo>
                    <a:cubicBezTo>
                      <a:pt x="112" y="1685"/>
                      <a:pt x="112" y="1685"/>
                      <a:pt x="112" y="1685"/>
                    </a:cubicBezTo>
                    <a:cubicBezTo>
                      <a:pt x="95" y="1678"/>
                      <a:pt x="95" y="1678"/>
                      <a:pt x="95" y="1678"/>
                    </a:cubicBezTo>
                    <a:cubicBezTo>
                      <a:pt x="41" y="2107"/>
                      <a:pt x="41" y="2107"/>
                      <a:pt x="41" y="2107"/>
                    </a:cubicBezTo>
                    <a:cubicBezTo>
                      <a:pt x="43" y="2130"/>
                      <a:pt x="40" y="2154"/>
                      <a:pt x="32" y="2175"/>
                    </a:cubicBezTo>
                    <a:cubicBezTo>
                      <a:pt x="32" y="2175"/>
                      <a:pt x="32" y="2175"/>
                      <a:pt x="32" y="2175"/>
                    </a:cubicBezTo>
                    <a:cubicBezTo>
                      <a:pt x="0" y="2373"/>
                      <a:pt x="4" y="2615"/>
                      <a:pt x="21" y="2833"/>
                    </a:cubicBezTo>
                    <a:cubicBezTo>
                      <a:pt x="107" y="2814"/>
                      <a:pt x="171" y="2736"/>
                      <a:pt x="171" y="2644"/>
                    </a:cubicBezTo>
                    <a:cubicBezTo>
                      <a:pt x="171" y="2620"/>
                      <a:pt x="191" y="2600"/>
                      <a:pt x="216" y="2600"/>
                    </a:cubicBezTo>
                    <a:cubicBezTo>
                      <a:pt x="241" y="2600"/>
                      <a:pt x="261" y="2620"/>
                      <a:pt x="261" y="2644"/>
                    </a:cubicBezTo>
                    <a:cubicBezTo>
                      <a:pt x="261" y="2783"/>
                      <a:pt x="160" y="2899"/>
                      <a:pt x="28" y="2923"/>
                    </a:cubicBezTo>
                    <a:cubicBezTo>
                      <a:pt x="31" y="2948"/>
                      <a:pt x="33" y="2973"/>
                      <a:pt x="36" y="2997"/>
                    </a:cubicBezTo>
                    <a:cubicBezTo>
                      <a:pt x="205" y="2969"/>
                      <a:pt x="335" y="2821"/>
                      <a:pt x="335" y="2644"/>
                    </a:cubicBezTo>
                    <a:cubicBezTo>
                      <a:pt x="335" y="184"/>
                      <a:pt x="335" y="184"/>
                      <a:pt x="335" y="184"/>
                    </a:cubicBezTo>
                    <a:cubicBezTo>
                      <a:pt x="335" y="82"/>
                      <a:pt x="252" y="0"/>
                      <a:pt x="151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6"/>
              <p:cNvSpPr/>
              <p:nvPr/>
            </p:nvSpPr>
            <p:spPr>
              <a:xfrm>
                <a:off x="7538653" y="3619477"/>
                <a:ext cx="47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" h="104" extrusionOk="0">
                    <a:moveTo>
                      <a:pt x="4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6" y="104"/>
                      <a:pt x="46" y="104"/>
                      <a:pt x="46" y="103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6" y="1"/>
                      <a:pt x="46" y="0"/>
                      <a:pt x="45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6"/>
              <p:cNvSpPr/>
              <p:nvPr/>
            </p:nvSpPr>
            <p:spPr>
              <a:xfrm>
                <a:off x="7532700" y="3795688"/>
                <a:ext cx="0" cy="5953"/>
              </a:xfrm>
              <a:custGeom>
                <a:avLst/>
                <a:gdLst/>
                <a:ahLst/>
                <a:cxnLst/>
                <a:rect l="l" t="t" r="r" b="b"/>
                <a:pathLst>
                  <a:path w="11" h="68" extrusionOk="0">
                    <a:moveTo>
                      <a:pt x="0" y="0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47"/>
                      <a:pt x="0" y="23"/>
                      <a:pt x="0" y="0"/>
                    </a:cubicBezTo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16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16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16"/>
              <p:cNvSpPr/>
              <p:nvPr/>
            </p:nvSpPr>
            <p:spPr>
              <a:xfrm>
                <a:off x="7426735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223" y="0"/>
                    </a:moveTo>
                    <a:cubicBezTo>
                      <a:pt x="184" y="0"/>
                      <a:pt x="184" y="0"/>
                      <a:pt x="184" y="0"/>
                    </a:cubicBezTo>
                    <a:cubicBezTo>
                      <a:pt x="83" y="0"/>
                      <a:pt x="0" y="82"/>
                      <a:pt x="0" y="184"/>
                    </a:cubicBezTo>
                    <a:cubicBezTo>
                      <a:pt x="0" y="2644"/>
                      <a:pt x="0" y="2644"/>
                      <a:pt x="0" y="2644"/>
                    </a:cubicBezTo>
                    <a:cubicBezTo>
                      <a:pt x="0" y="2821"/>
                      <a:pt x="130" y="2969"/>
                      <a:pt x="299" y="2997"/>
                    </a:cubicBezTo>
                    <a:cubicBezTo>
                      <a:pt x="302" y="2973"/>
                      <a:pt x="304" y="2949"/>
                      <a:pt x="307" y="2923"/>
                    </a:cubicBezTo>
                    <a:cubicBezTo>
                      <a:pt x="174" y="2900"/>
                      <a:pt x="72" y="2784"/>
                      <a:pt x="72" y="2644"/>
                    </a:cubicBezTo>
                    <a:cubicBezTo>
                      <a:pt x="72" y="2620"/>
                      <a:pt x="92" y="2600"/>
                      <a:pt x="117" y="2600"/>
                    </a:cubicBezTo>
                    <a:cubicBezTo>
                      <a:pt x="142" y="2600"/>
                      <a:pt x="162" y="2620"/>
                      <a:pt x="162" y="2644"/>
                    </a:cubicBezTo>
                    <a:cubicBezTo>
                      <a:pt x="162" y="2737"/>
                      <a:pt x="227" y="2815"/>
                      <a:pt x="314" y="2834"/>
                    </a:cubicBezTo>
                    <a:cubicBezTo>
                      <a:pt x="331" y="2615"/>
                      <a:pt x="335" y="2373"/>
                      <a:pt x="303" y="2175"/>
                    </a:cubicBezTo>
                    <a:cubicBezTo>
                      <a:pt x="223" y="1541"/>
                      <a:pt x="223" y="1541"/>
                      <a:pt x="223" y="1541"/>
                    </a:cubicBezTo>
                    <a:cubicBezTo>
                      <a:pt x="223" y="188"/>
                      <a:pt x="223" y="188"/>
                      <a:pt x="223" y="188"/>
                    </a:cubicBezTo>
                    <a:cubicBezTo>
                      <a:pt x="208" y="188"/>
                      <a:pt x="208" y="188"/>
                      <a:pt x="208" y="188"/>
                    </a:cubicBezTo>
                    <a:cubicBezTo>
                      <a:pt x="208" y="188"/>
                      <a:pt x="207" y="188"/>
                      <a:pt x="207" y="187"/>
                    </a:cubicBezTo>
                    <a:cubicBezTo>
                      <a:pt x="207" y="86"/>
                      <a:pt x="207" y="86"/>
                      <a:pt x="207" y="86"/>
                    </a:cubicBezTo>
                    <a:cubicBezTo>
                      <a:pt x="207" y="85"/>
                      <a:pt x="208" y="84"/>
                      <a:pt x="208" y="84"/>
                    </a:cubicBezTo>
                    <a:cubicBezTo>
                      <a:pt x="223" y="84"/>
                      <a:pt x="223" y="84"/>
                      <a:pt x="223" y="84"/>
                    </a:cubicBezTo>
                    <a:cubicBezTo>
                      <a:pt x="223" y="0"/>
                      <a:pt x="223" y="0"/>
                      <a:pt x="223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16"/>
              <p:cNvSpPr/>
              <p:nvPr/>
            </p:nvSpPr>
            <p:spPr>
              <a:xfrm>
                <a:off x="7445785" y="3619477"/>
                <a:ext cx="11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04" extrusionOk="0">
                    <a:moveTo>
                      <a:pt x="16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1" y="104"/>
                      <a:pt x="1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16"/>
              <p:cNvSpPr/>
              <p:nvPr/>
            </p:nvSpPr>
            <p:spPr>
              <a:xfrm>
                <a:off x="7545797" y="3780211"/>
                <a:ext cx="20100" cy="156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16"/>
              <p:cNvSpPr/>
              <p:nvPr/>
            </p:nvSpPr>
            <p:spPr>
              <a:xfrm>
                <a:off x="7419591" y="3780211"/>
                <a:ext cx="20100" cy="156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0" name="Google Shape;300;p16"/>
            <p:cNvGrpSpPr/>
            <p:nvPr/>
          </p:nvGrpSpPr>
          <p:grpSpPr>
            <a:xfrm rot="-8999956" flipH="1">
              <a:off x="8578956" y="4720778"/>
              <a:ext cx="146303" cy="261934"/>
              <a:chOff x="7419591" y="3612333"/>
              <a:chExt cx="146306" cy="261940"/>
            </a:xfrm>
          </p:grpSpPr>
          <p:sp>
            <p:nvSpPr>
              <p:cNvPr id="301" name="Google Shape;301;p16"/>
              <p:cNvSpPr/>
              <p:nvPr/>
            </p:nvSpPr>
            <p:spPr>
              <a:xfrm>
                <a:off x="7426735" y="3612333"/>
                <a:ext cx="132160" cy="26194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002" extrusionOk="0">
                    <a:moveTo>
                      <a:pt x="0" y="2644"/>
                    </a:moveTo>
                    <a:cubicBezTo>
                      <a:pt x="0" y="184"/>
                      <a:pt x="0" y="184"/>
                      <a:pt x="0" y="184"/>
                    </a:cubicBezTo>
                    <a:cubicBezTo>
                      <a:pt x="0" y="82"/>
                      <a:pt x="83" y="0"/>
                      <a:pt x="184" y="0"/>
                    </a:cubicBezTo>
                    <a:cubicBezTo>
                      <a:pt x="1323" y="0"/>
                      <a:pt x="1323" y="0"/>
                      <a:pt x="1323" y="0"/>
                    </a:cubicBezTo>
                    <a:cubicBezTo>
                      <a:pt x="1424" y="0"/>
                      <a:pt x="1507" y="82"/>
                      <a:pt x="1507" y="184"/>
                    </a:cubicBezTo>
                    <a:cubicBezTo>
                      <a:pt x="1507" y="2644"/>
                      <a:pt x="1507" y="2644"/>
                      <a:pt x="1507" y="2644"/>
                    </a:cubicBezTo>
                    <a:cubicBezTo>
                      <a:pt x="1507" y="2821"/>
                      <a:pt x="1377" y="2969"/>
                      <a:pt x="1208" y="2997"/>
                    </a:cubicBezTo>
                    <a:cubicBezTo>
                      <a:pt x="1189" y="3001"/>
                      <a:pt x="1169" y="3002"/>
                      <a:pt x="1149" y="3002"/>
                    </a:cubicBezTo>
                    <a:cubicBezTo>
                      <a:pt x="358" y="3002"/>
                      <a:pt x="358" y="3002"/>
                      <a:pt x="358" y="3002"/>
                    </a:cubicBezTo>
                    <a:cubicBezTo>
                      <a:pt x="161" y="3002"/>
                      <a:pt x="0" y="2841"/>
                      <a:pt x="0" y="2644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16"/>
              <p:cNvSpPr/>
              <p:nvPr/>
            </p:nvSpPr>
            <p:spPr>
              <a:xfrm>
                <a:off x="7523175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283" y="0"/>
                    </a:moveTo>
                    <a:cubicBezTo>
                      <a:pt x="308" y="0"/>
                      <a:pt x="328" y="20"/>
                      <a:pt x="328" y="44"/>
                    </a:cubicBezTo>
                    <a:cubicBezTo>
                      <a:pt x="328" y="201"/>
                      <a:pt x="201" y="328"/>
                      <a:pt x="44" y="328"/>
                    </a:cubicBezTo>
                    <a:cubicBezTo>
                      <a:pt x="20" y="328"/>
                      <a:pt x="0" y="308"/>
                      <a:pt x="0" y="283"/>
                    </a:cubicBezTo>
                    <a:cubicBezTo>
                      <a:pt x="0" y="258"/>
                      <a:pt x="20" y="238"/>
                      <a:pt x="44" y="238"/>
                    </a:cubicBezTo>
                    <a:cubicBezTo>
                      <a:pt x="151" y="238"/>
                      <a:pt x="238" y="151"/>
                      <a:pt x="238" y="44"/>
                    </a:cubicBezTo>
                    <a:cubicBezTo>
                      <a:pt x="238" y="20"/>
                      <a:pt x="258" y="0"/>
                      <a:pt x="283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16"/>
              <p:cNvSpPr/>
              <p:nvPr/>
            </p:nvSpPr>
            <p:spPr>
              <a:xfrm>
                <a:off x="7433879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45" y="0"/>
                    </a:moveTo>
                    <a:cubicBezTo>
                      <a:pt x="70" y="0"/>
                      <a:pt x="90" y="20"/>
                      <a:pt x="90" y="44"/>
                    </a:cubicBezTo>
                    <a:cubicBezTo>
                      <a:pt x="90" y="151"/>
                      <a:pt x="177" y="238"/>
                      <a:pt x="284" y="238"/>
                    </a:cubicBezTo>
                    <a:cubicBezTo>
                      <a:pt x="308" y="238"/>
                      <a:pt x="328" y="258"/>
                      <a:pt x="328" y="283"/>
                    </a:cubicBezTo>
                    <a:cubicBezTo>
                      <a:pt x="328" y="308"/>
                      <a:pt x="308" y="328"/>
                      <a:pt x="284" y="328"/>
                    </a:cubicBezTo>
                    <a:cubicBezTo>
                      <a:pt x="128" y="328"/>
                      <a:pt x="0" y="201"/>
                      <a:pt x="0" y="44"/>
                    </a:cubicBezTo>
                    <a:cubicBezTo>
                      <a:pt x="0" y="20"/>
                      <a:pt x="20" y="0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16"/>
              <p:cNvSpPr/>
              <p:nvPr/>
            </p:nvSpPr>
            <p:spPr>
              <a:xfrm>
                <a:off x="7519603" y="3619477"/>
                <a:ext cx="238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2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63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3" y="104"/>
                      <a:pt x="262" y="104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" name="Google Shape;305;p16"/>
              <p:cNvSpPr/>
              <p:nvPr/>
            </p:nvSpPr>
            <p:spPr>
              <a:xfrm>
                <a:off x="7445785" y="3619477"/>
                <a:ext cx="226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1" y="0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62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2" y="104"/>
                      <a:pt x="261" y="104"/>
                    </a:cubicBezTo>
                    <a:cubicBezTo>
                      <a:pt x="1" y="104"/>
                      <a:pt x="1" y="104"/>
                      <a:pt x="1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" name="Google Shape;306;p16"/>
              <p:cNvSpPr/>
              <p:nvPr/>
            </p:nvSpPr>
            <p:spPr>
              <a:xfrm>
                <a:off x="7455310" y="3649243"/>
                <a:ext cx="7858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31" extrusionOk="0">
                    <a:moveTo>
                      <a:pt x="94" y="131"/>
                    </a:moveTo>
                    <a:cubicBezTo>
                      <a:pt x="33" y="80"/>
                      <a:pt x="33" y="80"/>
                      <a:pt x="33" y="80"/>
                    </a:cubicBezTo>
                    <a:cubicBezTo>
                      <a:pt x="0" y="53"/>
                      <a:pt x="19" y="0"/>
                      <a:pt x="61" y="0"/>
                    </a:cubicBezTo>
                    <a:cubicBezTo>
                      <a:pt x="840" y="0"/>
                      <a:pt x="840" y="0"/>
                      <a:pt x="840" y="0"/>
                    </a:cubicBezTo>
                    <a:cubicBezTo>
                      <a:pt x="882" y="0"/>
                      <a:pt x="901" y="53"/>
                      <a:pt x="868" y="80"/>
                    </a:cubicBezTo>
                    <a:cubicBezTo>
                      <a:pt x="807" y="131"/>
                      <a:pt x="807" y="131"/>
                      <a:pt x="807" y="131"/>
                    </a:cubicBezTo>
                    <a:lnTo>
                      <a:pt x="94" y="131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16"/>
              <p:cNvSpPr/>
              <p:nvPr/>
            </p:nvSpPr>
            <p:spPr>
              <a:xfrm>
                <a:off x="7452928" y="3770686"/>
                <a:ext cx="82152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941" h="450" extrusionOk="0">
                    <a:moveTo>
                      <a:pt x="36" y="257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807" y="0"/>
                      <a:pt x="807" y="0"/>
                      <a:pt x="807" y="0"/>
                    </a:cubicBezTo>
                    <a:cubicBezTo>
                      <a:pt x="905" y="257"/>
                      <a:pt x="905" y="257"/>
                      <a:pt x="905" y="257"/>
                    </a:cubicBezTo>
                    <a:cubicBezTo>
                      <a:pt x="941" y="350"/>
                      <a:pt x="872" y="450"/>
                      <a:pt x="772" y="450"/>
                    </a:cubicBezTo>
                    <a:cubicBezTo>
                      <a:pt x="169" y="450"/>
                      <a:pt x="169" y="450"/>
                      <a:pt x="169" y="450"/>
                    </a:cubicBezTo>
                    <a:cubicBezTo>
                      <a:pt x="69" y="450"/>
                      <a:pt x="0" y="350"/>
                      <a:pt x="36" y="257"/>
                    </a:cubicBezTo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16"/>
              <p:cNvSpPr/>
              <p:nvPr/>
            </p:nvSpPr>
            <p:spPr>
              <a:xfrm>
                <a:off x="7449356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0"/>
                    </a:moveTo>
                    <a:lnTo>
                      <a:pt x="7" y="30"/>
                    </a:lnTo>
                    <a:lnTo>
                      <a:pt x="0" y="33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16"/>
              <p:cNvSpPr/>
              <p:nvPr/>
            </p:nvSpPr>
            <p:spPr>
              <a:xfrm>
                <a:off x="7449356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33"/>
                    </a:moveTo>
                    <a:lnTo>
                      <a:pt x="7" y="3"/>
                    </a:lnTo>
                    <a:lnTo>
                      <a:pt x="0" y="0"/>
                    </a:lnTo>
                    <a:lnTo>
                      <a:pt x="0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16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16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" name="Google Shape;312;p16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" name="Google Shape;313;p16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314;p16"/>
              <p:cNvSpPr/>
              <p:nvPr/>
            </p:nvSpPr>
            <p:spPr>
              <a:xfrm>
                <a:off x="7529128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151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84"/>
                      <a:pt x="112" y="84"/>
                      <a:pt x="112" y="84"/>
                    </a:cubicBezTo>
                    <a:cubicBezTo>
                      <a:pt x="157" y="84"/>
                      <a:pt x="157" y="84"/>
                      <a:pt x="157" y="84"/>
                    </a:cubicBezTo>
                    <a:cubicBezTo>
                      <a:pt x="158" y="84"/>
                      <a:pt x="158" y="85"/>
                      <a:pt x="158" y="86"/>
                    </a:cubicBezTo>
                    <a:cubicBezTo>
                      <a:pt x="158" y="187"/>
                      <a:pt x="158" y="187"/>
                      <a:pt x="158" y="187"/>
                    </a:cubicBezTo>
                    <a:cubicBezTo>
                      <a:pt x="158" y="188"/>
                      <a:pt x="158" y="188"/>
                      <a:pt x="157" y="188"/>
                    </a:cubicBezTo>
                    <a:cubicBezTo>
                      <a:pt x="112" y="188"/>
                      <a:pt x="112" y="188"/>
                      <a:pt x="112" y="188"/>
                    </a:cubicBezTo>
                    <a:cubicBezTo>
                      <a:pt x="112" y="1541"/>
                      <a:pt x="112" y="1541"/>
                      <a:pt x="112" y="1541"/>
                    </a:cubicBezTo>
                    <a:cubicBezTo>
                      <a:pt x="112" y="1542"/>
                      <a:pt x="112" y="1542"/>
                      <a:pt x="112" y="1542"/>
                    </a:cubicBezTo>
                    <a:cubicBezTo>
                      <a:pt x="112" y="1685"/>
                      <a:pt x="112" y="1685"/>
                      <a:pt x="112" y="1685"/>
                    </a:cubicBezTo>
                    <a:cubicBezTo>
                      <a:pt x="95" y="1678"/>
                      <a:pt x="95" y="1678"/>
                      <a:pt x="95" y="1678"/>
                    </a:cubicBezTo>
                    <a:cubicBezTo>
                      <a:pt x="41" y="2107"/>
                      <a:pt x="41" y="2107"/>
                      <a:pt x="41" y="2107"/>
                    </a:cubicBezTo>
                    <a:cubicBezTo>
                      <a:pt x="43" y="2130"/>
                      <a:pt x="40" y="2154"/>
                      <a:pt x="32" y="2175"/>
                    </a:cubicBezTo>
                    <a:cubicBezTo>
                      <a:pt x="32" y="2175"/>
                      <a:pt x="32" y="2175"/>
                      <a:pt x="32" y="2175"/>
                    </a:cubicBezTo>
                    <a:cubicBezTo>
                      <a:pt x="0" y="2373"/>
                      <a:pt x="4" y="2615"/>
                      <a:pt x="21" y="2833"/>
                    </a:cubicBezTo>
                    <a:cubicBezTo>
                      <a:pt x="107" y="2814"/>
                      <a:pt x="171" y="2736"/>
                      <a:pt x="171" y="2644"/>
                    </a:cubicBezTo>
                    <a:cubicBezTo>
                      <a:pt x="171" y="2620"/>
                      <a:pt x="191" y="2600"/>
                      <a:pt x="216" y="2600"/>
                    </a:cubicBezTo>
                    <a:cubicBezTo>
                      <a:pt x="241" y="2600"/>
                      <a:pt x="261" y="2620"/>
                      <a:pt x="261" y="2644"/>
                    </a:cubicBezTo>
                    <a:cubicBezTo>
                      <a:pt x="261" y="2783"/>
                      <a:pt x="160" y="2899"/>
                      <a:pt x="28" y="2923"/>
                    </a:cubicBezTo>
                    <a:cubicBezTo>
                      <a:pt x="31" y="2948"/>
                      <a:pt x="33" y="2973"/>
                      <a:pt x="36" y="2997"/>
                    </a:cubicBezTo>
                    <a:cubicBezTo>
                      <a:pt x="205" y="2969"/>
                      <a:pt x="335" y="2821"/>
                      <a:pt x="335" y="2644"/>
                    </a:cubicBezTo>
                    <a:cubicBezTo>
                      <a:pt x="335" y="184"/>
                      <a:pt x="335" y="184"/>
                      <a:pt x="335" y="184"/>
                    </a:cubicBezTo>
                    <a:cubicBezTo>
                      <a:pt x="335" y="82"/>
                      <a:pt x="252" y="0"/>
                      <a:pt x="15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" name="Google Shape;315;p16"/>
              <p:cNvSpPr/>
              <p:nvPr/>
            </p:nvSpPr>
            <p:spPr>
              <a:xfrm>
                <a:off x="7538653" y="3619477"/>
                <a:ext cx="47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" h="104" extrusionOk="0">
                    <a:moveTo>
                      <a:pt x="4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6" y="104"/>
                      <a:pt x="46" y="104"/>
                      <a:pt x="46" y="103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6" y="1"/>
                      <a:pt x="46" y="0"/>
                      <a:pt x="45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" name="Google Shape;316;p16"/>
              <p:cNvSpPr/>
              <p:nvPr/>
            </p:nvSpPr>
            <p:spPr>
              <a:xfrm>
                <a:off x="7532700" y="3795688"/>
                <a:ext cx="0" cy="5953"/>
              </a:xfrm>
              <a:custGeom>
                <a:avLst/>
                <a:gdLst/>
                <a:ahLst/>
                <a:cxnLst/>
                <a:rect l="l" t="t" r="r" b="b"/>
                <a:pathLst>
                  <a:path w="11" h="68" extrusionOk="0">
                    <a:moveTo>
                      <a:pt x="0" y="0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47"/>
                      <a:pt x="0" y="23"/>
                      <a:pt x="0" y="0"/>
                    </a:cubicBezTo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" name="Google Shape;317;p16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" name="Google Shape;318;p16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16"/>
              <p:cNvSpPr/>
              <p:nvPr/>
            </p:nvSpPr>
            <p:spPr>
              <a:xfrm>
                <a:off x="7426735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223" y="0"/>
                    </a:moveTo>
                    <a:cubicBezTo>
                      <a:pt x="184" y="0"/>
                      <a:pt x="184" y="0"/>
                      <a:pt x="184" y="0"/>
                    </a:cubicBezTo>
                    <a:cubicBezTo>
                      <a:pt x="83" y="0"/>
                      <a:pt x="0" y="82"/>
                      <a:pt x="0" y="184"/>
                    </a:cubicBezTo>
                    <a:cubicBezTo>
                      <a:pt x="0" y="2644"/>
                      <a:pt x="0" y="2644"/>
                      <a:pt x="0" y="2644"/>
                    </a:cubicBezTo>
                    <a:cubicBezTo>
                      <a:pt x="0" y="2821"/>
                      <a:pt x="130" y="2969"/>
                      <a:pt x="299" y="2997"/>
                    </a:cubicBezTo>
                    <a:cubicBezTo>
                      <a:pt x="302" y="2973"/>
                      <a:pt x="304" y="2949"/>
                      <a:pt x="307" y="2923"/>
                    </a:cubicBezTo>
                    <a:cubicBezTo>
                      <a:pt x="174" y="2900"/>
                      <a:pt x="72" y="2784"/>
                      <a:pt x="72" y="2644"/>
                    </a:cubicBezTo>
                    <a:cubicBezTo>
                      <a:pt x="72" y="2620"/>
                      <a:pt x="92" y="2600"/>
                      <a:pt x="117" y="2600"/>
                    </a:cubicBezTo>
                    <a:cubicBezTo>
                      <a:pt x="142" y="2600"/>
                      <a:pt x="162" y="2620"/>
                      <a:pt x="162" y="2644"/>
                    </a:cubicBezTo>
                    <a:cubicBezTo>
                      <a:pt x="162" y="2737"/>
                      <a:pt x="227" y="2815"/>
                      <a:pt x="314" y="2834"/>
                    </a:cubicBezTo>
                    <a:cubicBezTo>
                      <a:pt x="331" y="2615"/>
                      <a:pt x="335" y="2373"/>
                      <a:pt x="303" y="2175"/>
                    </a:cubicBezTo>
                    <a:cubicBezTo>
                      <a:pt x="223" y="1541"/>
                      <a:pt x="223" y="1541"/>
                      <a:pt x="223" y="1541"/>
                    </a:cubicBezTo>
                    <a:cubicBezTo>
                      <a:pt x="223" y="188"/>
                      <a:pt x="223" y="188"/>
                      <a:pt x="223" y="188"/>
                    </a:cubicBezTo>
                    <a:cubicBezTo>
                      <a:pt x="208" y="188"/>
                      <a:pt x="208" y="188"/>
                      <a:pt x="208" y="188"/>
                    </a:cubicBezTo>
                    <a:cubicBezTo>
                      <a:pt x="208" y="188"/>
                      <a:pt x="207" y="188"/>
                      <a:pt x="207" y="187"/>
                    </a:cubicBezTo>
                    <a:cubicBezTo>
                      <a:pt x="207" y="86"/>
                      <a:pt x="207" y="86"/>
                      <a:pt x="207" y="86"/>
                    </a:cubicBezTo>
                    <a:cubicBezTo>
                      <a:pt x="207" y="85"/>
                      <a:pt x="208" y="84"/>
                      <a:pt x="208" y="84"/>
                    </a:cubicBezTo>
                    <a:cubicBezTo>
                      <a:pt x="223" y="84"/>
                      <a:pt x="223" y="84"/>
                      <a:pt x="223" y="84"/>
                    </a:cubicBezTo>
                    <a:cubicBezTo>
                      <a:pt x="223" y="0"/>
                      <a:pt x="223" y="0"/>
                      <a:pt x="223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16"/>
              <p:cNvSpPr/>
              <p:nvPr/>
            </p:nvSpPr>
            <p:spPr>
              <a:xfrm>
                <a:off x="7445785" y="3619477"/>
                <a:ext cx="11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04" extrusionOk="0">
                    <a:moveTo>
                      <a:pt x="16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1" y="104"/>
                      <a:pt x="1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16"/>
              <p:cNvSpPr/>
              <p:nvPr/>
            </p:nvSpPr>
            <p:spPr>
              <a:xfrm>
                <a:off x="7545797" y="3780211"/>
                <a:ext cx="20100" cy="156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16"/>
              <p:cNvSpPr/>
              <p:nvPr/>
            </p:nvSpPr>
            <p:spPr>
              <a:xfrm>
                <a:off x="7419591" y="3780211"/>
                <a:ext cx="20100" cy="156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428923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7"/>
          <p:cNvSpPr txBox="1">
            <a:spLocks noGrp="1"/>
          </p:cNvSpPr>
          <p:nvPr>
            <p:ph type="title"/>
          </p:nvPr>
        </p:nvSpPr>
        <p:spPr>
          <a:xfrm>
            <a:off x="3970300" y="2635000"/>
            <a:ext cx="4251200" cy="15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325" name="Google Shape;325;p17"/>
          <p:cNvSpPr/>
          <p:nvPr/>
        </p:nvSpPr>
        <p:spPr>
          <a:xfrm rot="10800000" flipH="1">
            <a:off x="8683500" y="-2282111"/>
            <a:ext cx="3299200" cy="3299200"/>
          </a:xfrm>
          <a:prstGeom prst="chord">
            <a:avLst>
              <a:gd name="adj1" fmla="val 12130194"/>
              <a:gd name="adj2" fmla="val 2028213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6" name="Google Shape;326;p17"/>
          <p:cNvSpPr/>
          <p:nvPr/>
        </p:nvSpPr>
        <p:spPr>
          <a:xfrm rot="10800000" flipH="1">
            <a:off x="-557833" y="6137997"/>
            <a:ext cx="4251200" cy="4251200"/>
          </a:xfrm>
          <a:prstGeom prst="chord">
            <a:avLst>
              <a:gd name="adj1" fmla="val 1854034"/>
              <a:gd name="adj2" fmla="val 8952286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05025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8"/>
          <p:cNvSpPr txBox="1">
            <a:spLocks noGrp="1"/>
          </p:cNvSpPr>
          <p:nvPr>
            <p:ph type="title"/>
          </p:nvPr>
        </p:nvSpPr>
        <p:spPr>
          <a:xfrm>
            <a:off x="4162567" y="4234600"/>
            <a:ext cx="6085200" cy="7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329" name="Google Shape;329;p18"/>
          <p:cNvSpPr txBox="1">
            <a:spLocks noGrp="1"/>
          </p:cNvSpPr>
          <p:nvPr>
            <p:ph type="subTitle" idx="1"/>
          </p:nvPr>
        </p:nvSpPr>
        <p:spPr>
          <a:xfrm>
            <a:off x="1944167" y="1914200"/>
            <a:ext cx="8303600" cy="23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330" name="Google Shape;330;p18"/>
          <p:cNvSpPr/>
          <p:nvPr/>
        </p:nvSpPr>
        <p:spPr>
          <a:xfrm rot="5400000">
            <a:off x="-3291200" y="2463605"/>
            <a:ext cx="4251200" cy="4251200"/>
          </a:xfrm>
          <a:prstGeom prst="chord">
            <a:avLst>
              <a:gd name="adj1" fmla="val 12130194"/>
              <a:gd name="adj2" fmla="val 2028213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1" name="Google Shape;331;p18"/>
          <p:cNvSpPr/>
          <p:nvPr/>
        </p:nvSpPr>
        <p:spPr>
          <a:xfrm>
            <a:off x="7701300" y="-3531211"/>
            <a:ext cx="4251200" cy="4251200"/>
          </a:xfrm>
          <a:prstGeom prst="chord">
            <a:avLst>
              <a:gd name="adj1" fmla="val 1854034"/>
              <a:gd name="adj2" fmla="val 8952286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2" name="Google Shape;332;p18"/>
          <p:cNvSpPr/>
          <p:nvPr/>
        </p:nvSpPr>
        <p:spPr>
          <a:xfrm>
            <a:off x="6423067" y="6137997"/>
            <a:ext cx="3299200" cy="3299200"/>
          </a:xfrm>
          <a:prstGeom prst="chord">
            <a:avLst>
              <a:gd name="adj1" fmla="val 12130194"/>
              <a:gd name="adj2" fmla="val 2028213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33" name="Google Shape;333;p18"/>
          <p:cNvGrpSpPr/>
          <p:nvPr/>
        </p:nvGrpSpPr>
        <p:grpSpPr>
          <a:xfrm>
            <a:off x="10660547" y="-1459430"/>
            <a:ext cx="7344299" cy="6561756"/>
            <a:chOff x="7995410" y="-1094573"/>
            <a:chExt cx="5508224" cy="4921317"/>
          </a:xfrm>
        </p:grpSpPr>
        <p:grpSp>
          <p:nvGrpSpPr>
            <p:cNvPr id="334" name="Google Shape;334;p18"/>
            <p:cNvGrpSpPr/>
            <p:nvPr/>
          </p:nvGrpSpPr>
          <p:grpSpPr>
            <a:xfrm rot="10800000">
              <a:off x="7995410" y="-1094573"/>
              <a:ext cx="5508224" cy="4921317"/>
              <a:chOff x="-4643553" y="-317844"/>
              <a:chExt cx="5778059" cy="5162401"/>
            </a:xfrm>
          </p:grpSpPr>
          <p:sp>
            <p:nvSpPr>
              <p:cNvPr id="335" name="Google Shape;335;p18"/>
              <p:cNvSpPr/>
              <p:nvPr/>
            </p:nvSpPr>
            <p:spPr>
              <a:xfrm rot="5400000">
                <a:off x="665401" y="260930"/>
                <a:ext cx="69000" cy="45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18"/>
              <p:cNvSpPr/>
              <p:nvPr/>
            </p:nvSpPr>
            <p:spPr>
              <a:xfrm>
                <a:off x="-4643553" y="-317844"/>
                <a:ext cx="5778059" cy="5162401"/>
              </a:xfrm>
              <a:custGeom>
                <a:avLst/>
                <a:gdLst/>
                <a:ahLst/>
                <a:cxnLst/>
                <a:rect l="l" t="t" r="r" b="b"/>
                <a:pathLst>
                  <a:path w="51982" h="46437" extrusionOk="0">
                    <a:moveTo>
                      <a:pt x="1275" y="46437"/>
                    </a:moveTo>
                    <a:cubicBezTo>
                      <a:pt x="0" y="46437"/>
                      <a:pt x="0" y="46437"/>
                      <a:pt x="0" y="46437"/>
                    </a:cubicBezTo>
                    <a:cubicBezTo>
                      <a:pt x="0" y="43439"/>
                      <a:pt x="0" y="43439"/>
                      <a:pt x="0" y="43439"/>
                    </a:cubicBezTo>
                    <a:cubicBezTo>
                      <a:pt x="1275" y="43422"/>
                      <a:pt x="1275" y="43422"/>
                      <a:pt x="1275" y="43422"/>
                    </a:cubicBezTo>
                    <a:cubicBezTo>
                      <a:pt x="2011" y="43422"/>
                      <a:pt x="2610" y="42823"/>
                      <a:pt x="2610" y="42087"/>
                    </a:cubicBezTo>
                    <a:cubicBezTo>
                      <a:pt x="2610" y="26691"/>
                      <a:pt x="2610" y="26691"/>
                      <a:pt x="2610" y="26691"/>
                    </a:cubicBezTo>
                    <a:cubicBezTo>
                      <a:pt x="2610" y="23517"/>
                      <a:pt x="5192" y="20935"/>
                      <a:pt x="8366" y="20935"/>
                    </a:cubicBezTo>
                    <a:cubicBezTo>
                      <a:pt x="11540" y="20935"/>
                      <a:pt x="14122" y="23517"/>
                      <a:pt x="14122" y="26691"/>
                    </a:cubicBezTo>
                    <a:cubicBezTo>
                      <a:pt x="14122" y="31798"/>
                      <a:pt x="14122" y="31798"/>
                      <a:pt x="14122" y="31798"/>
                    </a:cubicBezTo>
                    <a:cubicBezTo>
                      <a:pt x="14122" y="33310"/>
                      <a:pt x="15352" y="34539"/>
                      <a:pt x="16863" y="34539"/>
                    </a:cubicBezTo>
                    <a:cubicBezTo>
                      <a:pt x="17089" y="34539"/>
                      <a:pt x="17089" y="34539"/>
                      <a:pt x="17089" y="34539"/>
                    </a:cubicBezTo>
                    <a:cubicBezTo>
                      <a:pt x="18600" y="34539"/>
                      <a:pt x="19830" y="33310"/>
                      <a:pt x="19830" y="31798"/>
                    </a:cubicBezTo>
                    <a:cubicBezTo>
                      <a:pt x="19830" y="16859"/>
                      <a:pt x="19830" y="16859"/>
                      <a:pt x="19830" y="16859"/>
                    </a:cubicBezTo>
                    <a:cubicBezTo>
                      <a:pt x="19830" y="13686"/>
                      <a:pt x="22412" y="11103"/>
                      <a:pt x="25586" y="11103"/>
                    </a:cubicBezTo>
                    <a:cubicBezTo>
                      <a:pt x="25698" y="11103"/>
                      <a:pt x="25698" y="11103"/>
                      <a:pt x="25698" y="11103"/>
                    </a:cubicBezTo>
                    <a:cubicBezTo>
                      <a:pt x="28872" y="11103"/>
                      <a:pt x="31454" y="13686"/>
                      <a:pt x="31454" y="16859"/>
                    </a:cubicBezTo>
                    <a:cubicBezTo>
                      <a:pt x="31454" y="27421"/>
                      <a:pt x="31454" y="27421"/>
                      <a:pt x="31454" y="27421"/>
                    </a:cubicBezTo>
                    <a:cubicBezTo>
                      <a:pt x="31454" y="28933"/>
                      <a:pt x="32684" y="30162"/>
                      <a:pt x="34195" y="30162"/>
                    </a:cubicBezTo>
                    <a:cubicBezTo>
                      <a:pt x="34308" y="30162"/>
                      <a:pt x="34308" y="30162"/>
                      <a:pt x="34308" y="30162"/>
                    </a:cubicBezTo>
                    <a:cubicBezTo>
                      <a:pt x="35819" y="30162"/>
                      <a:pt x="37049" y="28933"/>
                      <a:pt x="37049" y="27421"/>
                    </a:cubicBezTo>
                    <a:cubicBezTo>
                      <a:pt x="37049" y="5756"/>
                      <a:pt x="37049" y="5756"/>
                      <a:pt x="37049" y="5756"/>
                    </a:cubicBezTo>
                    <a:cubicBezTo>
                      <a:pt x="37049" y="2582"/>
                      <a:pt x="39631" y="0"/>
                      <a:pt x="42805" y="0"/>
                    </a:cubicBezTo>
                    <a:cubicBezTo>
                      <a:pt x="42918" y="0"/>
                      <a:pt x="42918" y="0"/>
                      <a:pt x="42918" y="0"/>
                    </a:cubicBezTo>
                    <a:cubicBezTo>
                      <a:pt x="46091" y="0"/>
                      <a:pt x="48674" y="2582"/>
                      <a:pt x="48674" y="5756"/>
                    </a:cubicBezTo>
                    <a:cubicBezTo>
                      <a:pt x="48674" y="15639"/>
                      <a:pt x="48674" y="15639"/>
                      <a:pt x="48674" y="15639"/>
                    </a:cubicBezTo>
                    <a:cubicBezTo>
                      <a:pt x="48674" y="16406"/>
                      <a:pt x="49298" y="17031"/>
                      <a:pt x="50066" y="17031"/>
                    </a:cubicBezTo>
                    <a:cubicBezTo>
                      <a:pt x="51982" y="17058"/>
                      <a:pt x="51982" y="17058"/>
                      <a:pt x="51982" y="17058"/>
                    </a:cubicBezTo>
                    <a:cubicBezTo>
                      <a:pt x="51982" y="20034"/>
                      <a:pt x="51982" y="20034"/>
                      <a:pt x="51982" y="20034"/>
                    </a:cubicBezTo>
                    <a:cubicBezTo>
                      <a:pt x="50066" y="20046"/>
                      <a:pt x="50066" y="20046"/>
                      <a:pt x="50066" y="20046"/>
                    </a:cubicBezTo>
                    <a:cubicBezTo>
                      <a:pt x="47636" y="20046"/>
                      <a:pt x="45659" y="18069"/>
                      <a:pt x="45659" y="15639"/>
                    </a:cubicBezTo>
                    <a:cubicBezTo>
                      <a:pt x="45659" y="5756"/>
                      <a:pt x="45659" y="5756"/>
                      <a:pt x="45659" y="5756"/>
                    </a:cubicBezTo>
                    <a:cubicBezTo>
                      <a:pt x="45659" y="4244"/>
                      <a:pt x="44429" y="3015"/>
                      <a:pt x="42918" y="3015"/>
                    </a:cubicBezTo>
                    <a:cubicBezTo>
                      <a:pt x="42805" y="3015"/>
                      <a:pt x="42805" y="3015"/>
                      <a:pt x="42805" y="3015"/>
                    </a:cubicBezTo>
                    <a:cubicBezTo>
                      <a:pt x="41294" y="3015"/>
                      <a:pt x="40064" y="4244"/>
                      <a:pt x="40064" y="5756"/>
                    </a:cubicBezTo>
                    <a:cubicBezTo>
                      <a:pt x="40064" y="27421"/>
                      <a:pt x="40064" y="27421"/>
                      <a:pt x="40064" y="27421"/>
                    </a:cubicBezTo>
                    <a:cubicBezTo>
                      <a:pt x="40064" y="30595"/>
                      <a:pt x="37482" y="33177"/>
                      <a:pt x="34308" y="33177"/>
                    </a:cubicBezTo>
                    <a:cubicBezTo>
                      <a:pt x="34195" y="33177"/>
                      <a:pt x="34195" y="33177"/>
                      <a:pt x="34195" y="33177"/>
                    </a:cubicBezTo>
                    <a:cubicBezTo>
                      <a:pt x="31021" y="33177"/>
                      <a:pt x="28439" y="30595"/>
                      <a:pt x="28439" y="27421"/>
                    </a:cubicBezTo>
                    <a:cubicBezTo>
                      <a:pt x="28439" y="16859"/>
                      <a:pt x="28439" y="16859"/>
                      <a:pt x="28439" y="16859"/>
                    </a:cubicBezTo>
                    <a:cubicBezTo>
                      <a:pt x="28439" y="15348"/>
                      <a:pt x="27210" y="14118"/>
                      <a:pt x="25698" y="14118"/>
                    </a:cubicBezTo>
                    <a:cubicBezTo>
                      <a:pt x="25586" y="14118"/>
                      <a:pt x="25586" y="14118"/>
                      <a:pt x="25586" y="14118"/>
                    </a:cubicBezTo>
                    <a:cubicBezTo>
                      <a:pt x="24074" y="14118"/>
                      <a:pt x="22845" y="15348"/>
                      <a:pt x="22845" y="16859"/>
                    </a:cubicBezTo>
                    <a:cubicBezTo>
                      <a:pt x="22845" y="31798"/>
                      <a:pt x="22845" y="31798"/>
                      <a:pt x="22845" y="31798"/>
                    </a:cubicBezTo>
                    <a:cubicBezTo>
                      <a:pt x="22845" y="34972"/>
                      <a:pt x="20262" y="37554"/>
                      <a:pt x="17089" y="37554"/>
                    </a:cubicBezTo>
                    <a:cubicBezTo>
                      <a:pt x="16863" y="37554"/>
                      <a:pt x="16863" y="37554"/>
                      <a:pt x="16863" y="37554"/>
                    </a:cubicBezTo>
                    <a:cubicBezTo>
                      <a:pt x="13689" y="37554"/>
                      <a:pt x="11107" y="34972"/>
                      <a:pt x="11107" y="31798"/>
                    </a:cubicBezTo>
                    <a:cubicBezTo>
                      <a:pt x="11107" y="26691"/>
                      <a:pt x="11107" y="26691"/>
                      <a:pt x="11107" y="26691"/>
                    </a:cubicBezTo>
                    <a:cubicBezTo>
                      <a:pt x="11107" y="25179"/>
                      <a:pt x="9878" y="23950"/>
                      <a:pt x="8366" y="23950"/>
                    </a:cubicBezTo>
                    <a:cubicBezTo>
                      <a:pt x="6855" y="23950"/>
                      <a:pt x="5625" y="25179"/>
                      <a:pt x="5625" y="26691"/>
                    </a:cubicBezTo>
                    <a:cubicBezTo>
                      <a:pt x="5625" y="42087"/>
                      <a:pt x="5625" y="42087"/>
                      <a:pt x="5625" y="42087"/>
                    </a:cubicBezTo>
                    <a:cubicBezTo>
                      <a:pt x="5625" y="44485"/>
                      <a:pt x="3674" y="46437"/>
                      <a:pt x="1275" y="4643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18"/>
              <p:cNvSpPr/>
              <p:nvPr/>
            </p:nvSpPr>
            <p:spPr>
              <a:xfrm>
                <a:off x="-4501017" y="4666099"/>
                <a:ext cx="69472" cy="19165"/>
              </a:xfrm>
              <a:custGeom>
                <a:avLst/>
                <a:gdLst/>
                <a:ahLst/>
                <a:cxnLst/>
                <a:rect l="l" t="t" r="r" b="b"/>
                <a:pathLst>
                  <a:path w="631" h="170" extrusionOk="0">
                    <a:moveTo>
                      <a:pt x="0" y="170"/>
                    </a:moveTo>
                    <a:cubicBezTo>
                      <a:pt x="0" y="66"/>
                      <a:pt x="0" y="66"/>
                      <a:pt x="0" y="66"/>
                    </a:cubicBezTo>
                    <a:cubicBezTo>
                      <a:pt x="205" y="66"/>
                      <a:pt x="410" y="44"/>
                      <a:pt x="608" y="0"/>
                    </a:cubicBezTo>
                    <a:cubicBezTo>
                      <a:pt x="631" y="101"/>
                      <a:pt x="631" y="101"/>
                      <a:pt x="631" y="101"/>
                    </a:cubicBezTo>
                    <a:cubicBezTo>
                      <a:pt x="425" y="147"/>
                      <a:pt x="213" y="170"/>
                      <a:pt x="0" y="17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" name="Google Shape;338;p18"/>
              <p:cNvSpPr/>
              <p:nvPr/>
            </p:nvSpPr>
            <p:spPr>
              <a:xfrm>
                <a:off x="-4311769" y="-150155"/>
                <a:ext cx="5040210" cy="4768407"/>
              </a:xfrm>
              <a:custGeom>
                <a:avLst/>
                <a:gdLst/>
                <a:ahLst/>
                <a:cxnLst/>
                <a:rect l="l" t="t" r="r" b="b"/>
                <a:pathLst>
                  <a:path w="45345" h="42891" extrusionOk="0">
                    <a:moveTo>
                      <a:pt x="64" y="42891"/>
                    </a:moveTo>
                    <a:cubicBezTo>
                      <a:pt x="0" y="42809"/>
                      <a:pt x="0" y="42809"/>
                      <a:pt x="0" y="42809"/>
                    </a:cubicBezTo>
                    <a:cubicBezTo>
                      <a:pt x="321" y="42561"/>
                      <a:pt x="590" y="42241"/>
                      <a:pt x="776" y="41882"/>
                    </a:cubicBezTo>
                    <a:cubicBezTo>
                      <a:pt x="868" y="41930"/>
                      <a:pt x="868" y="41930"/>
                      <a:pt x="868" y="41930"/>
                    </a:cubicBezTo>
                    <a:cubicBezTo>
                      <a:pt x="675" y="42302"/>
                      <a:pt x="397" y="42634"/>
                      <a:pt x="64" y="42891"/>
                    </a:cubicBezTo>
                    <a:close/>
                    <a:moveTo>
                      <a:pt x="1190" y="40719"/>
                    </a:moveTo>
                    <a:cubicBezTo>
                      <a:pt x="1086" y="40714"/>
                      <a:pt x="1086" y="40714"/>
                      <a:pt x="1086" y="40714"/>
                    </a:cubicBezTo>
                    <a:cubicBezTo>
                      <a:pt x="1087" y="40676"/>
                      <a:pt x="1088" y="40637"/>
                      <a:pt x="1088" y="40598"/>
                    </a:cubicBezTo>
                    <a:cubicBezTo>
                      <a:pt x="1088" y="39476"/>
                      <a:pt x="1088" y="39476"/>
                      <a:pt x="1088" y="39476"/>
                    </a:cubicBezTo>
                    <a:cubicBezTo>
                      <a:pt x="1192" y="39476"/>
                      <a:pt x="1192" y="39476"/>
                      <a:pt x="1192" y="39476"/>
                    </a:cubicBezTo>
                    <a:cubicBezTo>
                      <a:pt x="1192" y="40598"/>
                      <a:pt x="1192" y="40598"/>
                      <a:pt x="1192" y="40598"/>
                    </a:cubicBezTo>
                    <a:cubicBezTo>
                      <a:pt x="1192" y="40639"/>
                      <a:pt x="1191" y="40679"/>
                      <a:pt x="1190" y="40719"/>
                    </a:cubicBezTo>
                    <a:close/>
                    <a:moveTo>
                      <a:pt x="1192" y="38235"/>
                    </a:moveTo>
                    <a:cubicBezTo>
                      <a:pt x="1088" y="38235"/>
                      <a:pt x="1088" y="38235"/>
                      <a:pt x="1088" y="38235"/>
                    </a:cubicBezTo>
                    <a:cubicBezTo>
                      <a:pt x="1088" y="36994"/>
                      <a:pt x="1088" y="36994"/>
                      <a:pt x="1088" y="36994"/>
                    </a:cubicBezTo>
                    <a:cubicBezTo>
                      <a:pt x="1192" y="36994"/>
                      <a:pt x="1192" y="36994"/>
                      <a:pt x="1192" y="36994"/>
                    </a:cubicBezTo>
                    <a:lnTo>
                      <a:pt x="1192" y="38235"/>
                    </a:lnTo>
                    <a:close/>
                    <a:moveTo>
                      <a:pt x="1192" y="35754"/>
                    </a:moveTo>
                    <a:cubicBezTo>
                      <a:pt x="1088" y="35754"/>
                      <a:pt x="1088" y="35754"/>
                      <a:pt x="1088" y="35754"/>
                    </a:cubicBezTo>
                    <a:cubicBezTo>
                      <a:pt x="1088" y="34513"/>
                      <a:pt x="1088" y="34513"/>
                      <a:pt x="1088" y="34513"/>
                    </a:cubicBezTo>
                    <a:cubicBezTo>
                      <a:pt x="1192" y="34513"/>
                      <a:pt x="1192" y="34513"/>
                      <a:pt x="1192" y="34513"/>
                    </a:cubicBezTo>
                    <a:lnTo>
                      <a:pt x="1192" y="35754"/>
                    </a:lnTo>
                    <a:close/>
                    <a:moveTo>
                      <a:pt x="14111" y="34610"/>
                    </a:moveTo>
                    <a:cubicBezTo>
                      <a:pt x="13886" y="34610"/>
                      <a:pt x="13886" y="34610"/>
                      <a:pt x="13886" y="34610"/>
                    </a:cubicBezTo>
                    <a:cubicBezTo>
                      <a:pt x="13564" y="34610"/>
                      <a:pt x="13244" y="34574"/>
                      <a:pt x="12934" y="34504"/>
                    </a:cubicBezTo>
                    <a:cubicBezTo>
                      <a:pt x="12957" y="34403"/>
                      <a:pt x="12957" y="34403"/>
                      <a:pt x="12957" y="34403"/>
                    </a:cubicBezTo>
                    <a:cubicBezTo>
                      <a:pt x="13259" y="34471"/>
                      <a:pt x="13572" y="34506"/>
                      <a:pt x="13886" y="34506"/>
                    </a:cubicBezTo>
                    <a:cubicBezTo>
                      <a:pt x="14177" y="34505"/>
                      <a:pt x="14177" y="34505"/>
                      <a:pt x="14177" y="34505"/>
                    </a:cubicBezTo>
                    <a:cubicBezTo>
                      <a:pt x="14179" y="34609"/>
                      <a:pt x="14179" y="34609"/>
                      <a:pt x="14179" y="34609"/>
                    </a:cubicBezTo>
                    <a:lnTo>
                      <a:pt x="14111" y="34610"/>
                    </a:lnTo>
                    <a:close/>
                    <a:moveTo>
                      <a:pt x="15413" y="34409"/>
                    </a:moveTo>
                    <a:cubicBezTo>
                      <a:pt x="15382" y="34310"/>
                      <a:pt x="15382" y="34310"/>
                      <a:pt x="15382" y="34310"/>
                    </a:cubicBezTo>
                    <a:cubicBezTo>
                      <a:pt x="15771" y="34186"/>
                      <a:pt x="16141" y="34006"/>
                      <a:pt x="16479" y="33774"/>
                    </a:cubicBezTo>
                    <a:cubicBezTo>
                      <a:pt x="16538" y="33860"/>
                      <a:pt x="16538" y="33860"/>
                      <a:pt x="16538" y="33860"/>
                    </a:cubicBezTo>
                    <a:cubicBezTo>
                      <a:pt x="16191" y="34098"/>
                      <a:pt x="15813" y="34282"/>
                      <a:pt x="15413" y="34409"/>
                    </a:cubicBezTo>
                    <a:close/>
                    <a:moveTo>
                      <a:pt x="11767" y="34053"/>
                    </a:moveTo>
                    <a:cubicBezTo>
                      <a:pt x="11403" y="33846"/>
                      <a:pt x="11070" y="33587"/>
                      <a:pt x="10780" y="33284"/>
                    </a:cubicBezTo>
                    <a:cubicBezTo>
                      <a:pt x="10855" y="33212"/>
                      <a:pt x="10855" y="33212"/>
                      <a:pt x="10855" y="33212"/>
                    </a:cubicBezTo>
                    <a:cubicBezTo>
                      <a:pt x="11138" y="33508"/>
                      <a:pt x="11463" y="33761"/>
                      <a:pt x="11818" y="33962"/>
                    </a:cubicBezTo>
                    <a:lnTo>
                      <a:pt x="11767" y="34053"/>
                    </a:lnTo>
                    <a:close/>
                    <a:moveTo>
                      <a:pt x="1192" y="33272"/>
                    </a:moveTo>
                    <a:cubicBezTo>
                      <a:pt x="1088" y="33272"/>
                      <a:pt x="1088" y="33272"/>
                      <a:pt x="1088" y="33272"/>
                    </a:cubicBezTo>
                    <a:cubicBezTo>
                      <a:pt x="1088" y="32032"/>
                      <a:pt x="1088" y="32032"/>
                      <a:pt x="1088" y="32032"/>
                    </a:cubicBezTo>
                    <a:cubicBezTo>
                      <a:pt x="1192" y="32032"/>
                      <a:pt x="1192" y="32032"/>
                      <a:pt x="1192" y="32032"/>
                    </a:cubicBezTo>
                    <a:lnTo>
                      <a:pt x="1192" y="33272"/>
                    </a:lnTo>
                    <a:close/>
                    <a:moveTo>
                      <a:pt x="17457" y="33011"/>
                    </a:moveTo>
                    <a:cubicBezTo>
                      <a:pt x="17376" y="32946"/>
                      <a:pt x="17376" y="32946"/>
                      <a:pt x="17376" y="32946"/>
                    </a:cubicBezTo>
                    <a:cubicBezTo>
                      <a:pt x="17634" y="32627"/>
                      <a:pt x="17843" y="32274"/>
                      <a:pt x="17998" y="31895"/>
                    </a:cubicBezTo>
                    <a:cubicBezTo>
                      <a:pt x="18094" y="31935"/>
                      <a:pt x="18094" y="31935"/>
                      <a:pt x="18094" y="31935"/>
                    </a:cubicBezTo>
                    <a:cubicBezTo>
                      <a:pt x="17935" y="32322"/>
                      <a:pt x="17721" y="32685"/>
                      <a:pt x="17457" y="33011"/>
                    </a:cubicBezTo>
                    <a:close/>
                    <a:moveTo>
                      <a:pt x="10054" y="32265"/>
                    </a:moveTo>
                    <a:cubicBezTo>
                      <a:pt x="9863" y="31891"/>
                      <a:pt x="9728" y="31492"/>
                      <a:pt x="9654" y="31079"/>
                    </a:cubicBezTo>
                    <a:cubicBezTo>
                      <a:pt x="9756" y="31061"/>
                      <a:pt x="9756" y="31061"/>
                      <a:pt x="9756" y="31061"/>
                    </a:cubicBezTo>
                    <a:cubicBezTo>
                      <a:pt x="9829" y="31464"/>
                      <a:pt x="9960" y="31853"/>
                      <a:pt x="10147" y="32217"/>
                    </a:cubicBezTo>
                    <a:lnTo>
                      <a:pt x="10054" y="32265"/>
                    </a:lnTo>
                    <a:close/>
                    <a:moveTo>
                      <a:pt x="1192" y="30791"/>
                    </a:moveTo>
                    <a:cubicBezTo>
                      <a:pt x="1088" y="30791"/>
                      <a:pt x="1088" y="30791"/>
                      <a:pt x="1088" y="30791"/>
                    </a:cubicBezTo>
                    <a:cubicBezTo>
                      <a:pt x="1088" y="29550"/>
                      <a:pt x="1088" y="29550"/>
                      <a:pt x="1088" y="29550"/>
                    </a:cubicBezTo>
                    <a:cubicBezTo>
                      <a:pt x="1192" y="29550"/>
                      <a:pt x="1192" y="29550"/>
                      <a:pt x="1192" y="29550"/>
                    </a:cubicBezTo>
                    <a:lnTo>
                      <a:pt x="1192" y="30791"/>
                    </a:lnTo>
                    <a:close/>
                    <a:moveTo>
                      <a:pt x="18392" y="30719"/>
                    </a:moveTo>
                    <a:cubicBezTo>
                      <a:pt x="18289" y="30710"/>
                      <a:pt x="18289" y="30710"/>
                      <a:pt x="18289" y="30710"/>
                    </a:cubicBezTo>
                    <a:cubicBezTo>
                      <a:pt x="18301" y="30578"/>
                      <a:pt x="18307" y="30443"/>
                      <a:pt x="18307" y="30309"/>
                    </a:cubicBezTo>
                    <a:cubicBezTo>
                      <a:pt x="18307" y="29475"/>
                      <a:pt x="18307" y="29475"/>
                      <a:pt x="18307" y="29475"/>
                    </a:cubicBezTo>
                    <a:cubicBezTo>
                      <a:pt x="18411" y="29475"/>
                      <a:pt x="18411" y="29475"/>
                      <a:pt x="18411" y="29475"/>
                    </a:cubicBezTo>
                    <a:cubicBezTo>
                      <a:pt x="18411" y="30309"/>
                      <a:pt x="18411" y="30309"/>
                      <a:pt x="18411" y="30309"/>
                    </a:cubicBezTo>
                    <a:cubicBezTo>
                      <a:pt x="18411" y="30446"/>
                      <a:pt x="18405" y="30584"/>
                      <a:pt x="18392" y="30719"/>
                    </a:cubicBezTo>
                    <a:close/>
                    <a:moveTo>
                      <a:pt x="31073" y="30231"/>
                    </a:moveTo>
                    <a:cubicBezTo>
                      <a:pt x="30653" y="30217"/>
                      <a:pt x="30239" y="30142"/>
                      <a:pt x="29842" y="30008"/>
                    </a:cubicBezTo>
                    <a:cubicBezTo>
                      <a:pt x="29876" y="29910"/>
                      <a:pt x="29876" y="29910"/>
                      <a:pt x="29876" y="29910"/>
                    </a:cubicBezTo>
                    <a:cubicBezTo>
                      <a:pt x="30262" y="30040"/>
                      <a:pt x="30666" y="30113"/>
                      <a:pt x="31077" y="30127"/>
                    </a:cubicBezTo>
                    <a:lnTo>
                      <a:pt x="31073" y="30231"/>
                    </a:lnTo>
                    <a:close/>
                    <a:moveTo>
                      <a:pt x="32319" y="30119"/>
                    </a:moveTo>
                    <a:cubicBezTo>
                      <a:pt x="32295" y="30018"/>
                      <a:pt x="32295" y="30018"/>
                      <a:pt x="32295" y="30018"/>
                    </a:cubicBezTo>
                    <a:cubicBezTo>
                      <a:pt x="32693" y="29924"/>
                      <a:pt x="33075" y="29772"/>
                      <a:pt x="33429" y="29567"/>
                    </a:cubicBezTo>
                    <a:cubicBezTo>
                      <a:pt x="33481" y="29657"/>
                      <a:pt x="33481" y="29657"/>
                      <a:pt x="33481" y="29657"/>
                    </a:cubicBezTo>
                    <a:cubicBezTo>
                      <a:pt x="33118" y="29868"/>
                      <a:pt x="32727" y="30023"/>
                      <a:pt x="32319" y="30119"/>
                    </a:cubicBezTo>
                    <a:close/>
                    <a:moveTo>
                      <a:pt x="9689" y="29834"/>
                    </a:moveTo>
                    <a:cubicBezTo>
                      <a:pt x="9585" y="29834"/>
                      <a:pt x="9585" y="29834"/>
                      <a:pt x="9585" y="29834"/>
                    </a:cubicBezTo>
                    <a:cubicBezTo>
                      <a:pt x="9585" y="28593"/>
                      <a:pt x="9585" y="28593"/>
                      <a:pt x="9585" y="28593"/>
                    </a:cubicBezTo>
                    <a:cubicBezTo>
                      <a:pt x="9689" y="28593"/>
                      <a:pt x="9689" y="28593"/>
                      <a:pt x="9689" y="28593"/>
                    </a:cubicBezTo>
                    <a:lnTo>
                      <a:pt x="9689" y="29834"/>
                    </a:lnTo>
                    <a:close/>
                    <a:moveTo>
                      <a:pt x="28728" y="29439"/>
                    </a:moveTo>
                    <a:cubicBezTo>
                      <a:pt x="28386" y="29196"/>
                      <a:pt x="28082" y="28905"/>
                      <a:pt x="27824" y="28574"/>
                    </a:cubicBezTo>
                    <a:cubicBezTo>
                      <a:pt x="27906" y="28510"/>
                      <a:pt x="27906" y="28510"/>
                      <a:pt x="27906" y="28510"/>
                    </a:cubicBezTo>
                    <a:cubicBezTo>
                      <a:pt x="28158" y="28833"/>
                      <a:pt x="28455" y="29117"/>
                      <a:pt x="28788" y="29355"/>
                    </a:cubicBezTo>
                    <a:lnTo>
                      <a:pt x="28728" y="29439"/>
                    </a:lnTo>
                    <a:close/>
                    <a:moveTo>
                      <a:pt x="34462" y="28880"/>
                    </a:moveTo>
                    <a:cubicBezTo>
                      <a:pt x="34386" y="28809"/>
                      <a:pt x="34386" y="28809"/>
                      <a:pt x="34386" y="28809"/>
                    </a:cubicBezTo>
                    <a:cubicBezTo>
                      <a:pt x="34668" y="28510"/>
                      <a:pt x="34903" y="28173"/>
                      <a:pt x="35086" y="27808"/>
                    </a:cubicBezTo>
                    <a:cubicBezTo>
                      <a:pt x="35179" y="27854"/>
                      <a:pt x="35179" y="27854"/>
                      <a:pt x="35179" y="27854"/>
                    </a:cubicBezTo>
                    <a:cubicBezTo>
                      <a:pt x="34991" y="28229"/>
                      <a:pt x="34750" y="28574"/>
                      <a:pt x="34462" y="28880"/>
                    </a:cubicBezTo>
                    <a:close/>
                    <a:moveTo>
                      <a:pt x="1192" y="28310"/>
                    </a:moveTo>
                    <a:cubicBezTo>
                      <a:pt x="1088" y="28310"/>
                      <a:pt x="1088" y="28310"/>
                      <a:pt x="1088" y="28310"/>
                    </a:cubicBezTo>
                    <a:cubicBezTo>
                      <a:pt x="1088" y="27069"/>
                      <a:pt x="1088" y="27069"/>
                      <a:pt x="1088" y="27069"/>
                    </a:cubicBezTo>
                    <a:cubicBezTo>
                      <a:pt x="1192" y="27069"/>
                      <a:pt x="1192" y="27069"/>
                      <a:pt x="1192" y="27069"/>
                    </a:cubicBezTo>
                    <a:lnTo>
                      <a:pt x="1192" y="28310"/>
                    </a:lnTo>
                    <a:close/>
                    <a:moveTo>
                      <a:pt x="18411" y="28234"/>
                    </a:moveTo>
                    <a:cubicBezTo>
                      <a:pt x="18307" y="28234"/>
                      <a:pt x="18307" y="28234"/>
                      <a:pt x="18307" y="28234"/>
                    </a:cubicBezTo>
                    <a:cubicBezTo>
                      <a:pt x="18307" y="26993"/>
                      <a:pt x="18307" y="26993"/>
                      <a:pt x="18307" y="26993"/>
                    </a:cubicBezTo>
                    <a:cubicBezTo>
                      <a:pt x="18411" y="26993"/>
                      <a:pt x="18411" y="26993"/>
                      <a:pt x="18411" y="26993"/>
                    </a:cubicBezTo>
                    <a:lnTo>
                      <a:pt x="18411" y="28234"/>
                    </a:lnTo>
                    <a:close/>
                    <a:moveTo>
                      <a:pt x="27206" y="27486"/>
                    </a:moveTo>
                    <a:cubicBezTo>
                      <a:pt x="27055" y="27096"/>
                      <a:pt x="26962" y="26686"/>
                      <a:pt x="26930" y="26266"/>
                    </a:cubicBezTo>
                    <a:cubicBezTo>
                      <a:pt x="27034" y="26258"/>
                      <a:pt x="27034" y="26258"/>
                      <a:pt x="27034" y="26258"/>
                    </a:cubicBezTo>
                    <a:cubicBezTo>
                      <a:pt x="27065" y="26668"/>
                      <a:pt x="27156" y="27068"/>
                      <a:pt x="27303" y="27449"/>
                    </a:cubicBezTo>
                    <a:lnTo>
                      <a:pt x="27206" y="27486"/>
                    </a:lnTo>
                    <a:close/>
                    <a:moveTo>
                      <a:pt x="9689" y="27352"/>
                    </a:moveTo>
                    <a:cubicBezTo>
                      <a:pt x="9585" y="27352"/>
                      <a:pt x="9585" y="27352"/>
                      <a:pt x="9585" y="27352"/>
                    </a:cubicBezTo>
                    <a:cubicBezTo>
                      <a:pt x="9585" y="26112"/>
                      <a:pt x="9585" y="26112"/>
                      <a:pt x="9585" y="26112"/>
                    </a:cubicBezTo>
                    <a:cubicBezTo>
                      <a:pt x="9689" y="26112"/>
                      <a:pt x="9689" y="26112"/>
                      <a:pt x="9689" y="26112"/>
                    </a:cubicBezTo>
                    <a:lnTo>
                      <a:pt x="9689" y="27352"/>
                    </a:lnTo>
                    <a:close/>
                    <a:moveTo>
                      <a:pt x="35569" y="26666"/>
                    </a:moveTo>
                    <a:cubicBezTo>
                      <a:pt x="35466" y="26648"/>
                      <a:pt x="35466" y="26648"/>
                      <a:pt x="35466" y="26648"/>
                    </a:cubicBezTo>
                    <a:cubicBezTo>
                      <a:pt x="35506" y="26413"/>
                      <a:pt x="35527" y="26173"/>
                      <a:pt x="35527" y="25932"/>
                    </a:cubicBezTo>
                    <a:cubicBezTo>
                      <a:pt x="35527" y="25420"/>
                      <a:pt x="35527" y="25420"/>
                      <a:pt x="35527" y="25420"/>
                    </a:cubicBezTo>
                    <a:cubicBezTo>
                      <a:pt x="35631" y="25420"/>
                      <a:pt x="35631" y="25420"/>
                      <a:pt x="35631" y="25420"/>
                    </a:cubicBezTo>
                    <a:cubicBezTo>
                      <a:pt x="35631" y="25932"/>
                      <a:pt x="35631" y="25932"/>
                      <a:pt x="35631" y="25932"/>
                    </a:cubicBezTo>
                    <a:cubicBezTo>
                      <a:pt x="35631" y="26179"/>
                      <a:pt x="35610" y="26425"/>
                      <a:pt x="35569" y="26666"/>
                    </a:cubicBezTo>
                    <a:close/>
                    <a:moveTo>
                      <a:pt x="1192" y="25828"/>
                    </a:moveTo>
                    <a:cubicBezTo>
                      <a:pt x="1088" y="25828"/>
                      <a:pt x="1088" y="25828"/>
                      <a:pt x="1088" y="25828"/>
                    </a:cubicBezTo>
                    <a:cubicBezTo>
                      <a:pt x="1088" y="25202"/>
                      <a:pt x="1088" y="25202"/>
                      <a:pt x="1088" y="25202"/>
                    </a:cubicBezTo>
                    <a:cubicBezTo>
                      <a:pt x="1088" y="24995"/>
                      <a:pt x="1103" y="24786"/>
                      <a:pt x="1132" y="24583"/>
                    </a:cubicBezTo>
                    <a:cubicBezTo>
                      <a:pt x="1235" y="24597"/>
                      <a:pt x="1235" y="24597"/>
                      <a:pt x="1235" y="24597"/>
                    </a:cubicBezTo>
                    <a:cubicBezTo>
                      <a:pt x="1207" y="24796"/>
                      <a:pt x="1192" y="25000"/>
                      <a:pt x="1192" y="25202"/>
                    </a:cubicBezTo>
                    <a:lnTo>
                      <a:pt x="1192" y="25828"/>
                    </a:lnTo>
                    <a:close/>
                    <a:moveTo>
                      <a:pt x="18411" y="25753"/>
                    </a:moveTo>
                    <a:cubicBezTo>
                      <a:pt x="18307" y="25753"/>
                      <a:pt x="18307" y="25753"/>
                      <a:pt x="18307" y="25753"/>
                    </a:cubicBezTo>
                    <a:cubicBezTo>
                      <a:pt x="18307" y="24512"/>
                      <a:pt x="18307" y="24512"/>
                      <a:pt x="18307" y="24512"/>
                    </a:cubicBezTo>
                    <a:cubicBezTo>
                      <a:pt x="18411" y="24512"/>
                      <a:pt x="18411" y="24512"/>
                      <a:pt x="18411" y="24512"/>
                    </a:cubicBezTo>
                    <a:lnTo>
                      <a:pt x="18411" y="25753"/>
                    </a:lnTo>
                    <a:close/>
                    <a:moveTo>
                      <a:pt x="27021" y="25022"/>
                    </a:moveTo>
                    <a:cubicBezTo>
                      <a:pt x="26917" y="25022"/>
                      <a:pt x="26917" y="25022"/>
                      <a:pt x="26917" y="25022"/>
                    </a:cubicBezTo>
                    <a:cubicBezTo>
                      <a:pt x="26917" y="23781"/>
                      <a:pt x="26917" y="23781"/>
                      <a:pt x="26917" y="23781"/>
                    </a:cubicBezTo>
                    <a:cubicBezTo>
                      <a:pt x="27021" y="23781"/>
                      <a:pt x="27021" y="23781"/>
                      <a:pt x="27021" y="23781"/>
                    </a:cubicBezTo>
                    <a:lnTo>
                      <a:pt x="27021" y="25022"/>
                    </a:lnTo>
                    <a:close/>
                    <a:moveTo>
                      <a:pt x="9573" y="24875"/>
                    </a:moveTo>
                    <a:cubicBezTo>
                      <a:pt x="9541" y="24466"/>
                      <a:pt x="9450" y="24066"/>
                      <a:pt x="9303" y="23685"/>
                    </a:cubicBezTo>
                    <a:cubicBezTo>
                      <a:pt x="9399" y="23647"/>
                      <a:pt x="9399" y="23647"/>
                      <a:pt x="9399" y="23647"/>
                    </a:cubicBezTo>
                    <a:cubicBezTo>
                      <a:pt x="9551" y="24038"/>
                      <a:pt x="9644" y="24448"/>
                      <a:pt x="9676" y="24867"/>
                    </a:cubicBezTo>
                    <a:lnTo>
                      <a:pt x="9573" y="24875"/>
                    </a:lnTo>
                    <a:close/>
                    <a:moveTo>
                      <a:pt x="35631" y="24179"/>
                    </a:moveTo>
                    <a:cubicBezTo>
                      <a:pt x="35527" y="24179"/>
                      <a:pt x="35527" y="24179"/>
                      <a:pt x="35527" y="24179"/>
                    </a:cubicBezTo>
                    <a:cubicBezTo>
                      <a:pt x="35527" y="22938"/>
                      <a:pt x="35527" y="22938"/>
                      <a:pt x="35527" y="22938"/>
                    </a:cubicBezTo>
                    <a:cubicBezTo>
                      <a:pt x="35631" y="22938"/>
                      <a:pt x="35631" y="22938"/>
                      <a:pt x="35631" y="22938"/>
                    </a:cubicBezTo>
                    <a:lnTo>
                      <a:pt x="35631" y="24179"/>
                    </a:lnTo>
                    <a:close/>
                    <a:moveTo>
                      <a:pt x="1584" y="23428"/>
                    </a:moveTo>
                    <a:cubicBezTo>
                      <a:pt x="1490" y="23384"/>
                      <a:pt x="1490" y="23384"/>
                      <a:pt x="1490" y="23384"/>
                    </a:cubicBezTo>
                    <a:cubicBezTo>
                      <a:pt x="1668" y="23004"/>
                      <a:pt x="1899" y="22653"/>
                      <a:pt x="2179" y="22339"/>
                    </a:cubicBezTo>
                    <a:cubicBezTo>
                      <a:pt x="2257" y="22409"/>
                      <a:pt x="2257" y="22409"/>
                      <a:pt x="2257" y="22409"/>
                    </a:cubicBezTo>
                    <a:cubicBezTo>
                      <a:pt x="1984" y="22715"/>
                      <a:pt x="1757" y="23058"/>
                      <a:pt x="1584" y="23428"/>
                    </a:cubicBezTo>
                    <a:close/>
                    <a:moveTo>
                      <a:pt x="18411" y="23271"/>
                    </a:moveTo>
                    <a:cubicBezTo>
                      <a:pt x="18307" y="23271"/>
                      <a:pt x="18307" y="23271"/>
                      <a:pt x="18307" y="23271"/>
                    </a:cubicBezTo>
                    <a:cubicBezTo>
                      <a:pt x="18307" y="22031"/>
                      <a:pt x="18307" y="22031"/>
                      <a:pt x="18307" y="22031"/>
                    </a:cubicBezTo>
                    <a:cubicBezTo>
                      <a:pt x="18411" y="22031"/>
                      <a:pt x="18411" y="22031"/>
                      <a:pt x="18411" y="22031"/>
                    </a:cubicBezTo>
                    <a:lnTo>
                      <a:pt x="18411" y="23271"/>
                    </a:lnTo>
                    <a:close/>
                    <a:moveTo>
                      <a:pt x="8700" y="22623"/>
                    </a:moveTo>
                    <a:cubicBezTo>
                      <a:pt x="8448" y="22300"/>
                      <a:pt x="8151" y="22016"/>
                      <a:pt x="7817" y="21779"/>
                    </a:cubicBezTo>
                    <a:cubicBezTo>
                      <a:pt x="7877" y="21695"/>
                      <a:pt x="7877" y="21695"/>
                      <a:pt x="7877" y="21695"/>
                    </a:cubicBezTo>
                    <a:cubicBezTo>
                      <a:pt x="8219" y="21938"/>
                      <a:pt x="8524" y="22229"/>
                      <a:pt x="8782" y="22559"/>
                    </a:cubicBezTo>
                    <a:lnTo>
                      <a:pt x="8700" y="22623"/>
                    </a:lnTo>
                    <a:close/>
                    <a:moveTo>
                      <a:pt x="27021" y="22541"/>
                    </a:moveTo>
                    <a:cubicBezTo>
                      <a:pt x="26917" y="22541"/>
                      <a:pt x="26917" y="22541"/>
                      <a:pt x="26917" y="22541"/>
                    </a:cubicBezTo>
                    <a:cubicBezTo>
                      <a:pt x="26917" y="21300"/>
                      <a:pt x="26917" y="21300"/>
                      <a:pt x="26917" y="21300"/>
                    </a:cubicBezTo>
                    <a:cubicBezTo>
                      <a:pt x="27021" y="21300"/>
                      <a:pt x="27021" y="21300"/>
                      <a:pt x="27021" y="21300"/>
                    </a:cubicBezTo>
                    <a:lnTo>
                      <a:pt x="27021" y="22541"/>
                    </a:lnTo>
                    <a:close/>
                    <a:moveTo>
                      <a:pt x="35631" y="21698"/>
                    </a:moveTo>
                    <a:cubicBezTo>
                      <a:pt x="35527" y="21698"/>
                      <a:pt x="35527" y="21698"/>
                      <a:pt x="35527" y="21698"/>
                    </a:cubicBezTo>
                    <a:cubicBezTo>
                      <a:pt x="35527" y="20457"/>
                      <a:pt x="35527" y="20457"/>
                      <a:pt x="35527" y="20457"/>
                    </a:cubicBezTo>
                    <a:cubicBezTo>
                      <a:pt x="35631" y="20457"/>
                      <a:pt x="35631" y="20457"/>
                      <a:pt x="35631" y="20457"/>
                    </a:cubicBezTo>
                    <a:lnTo>
                      <a:pt x="35631" y="21698"/>
                    </a:lnTo>
                    <a:close/>
                    <a:moveTo>
                      <a:pt x="3193" y="21625"/>
                    </a:moveTo>
                    <a:cubicBezTo>
                      <a:pt x="3139" y="21536"/>
                      <a:pt x="3139" y="21536"/>
                      <a:pt x="3139" y="21536"/>
                    </a:cubicBezTo>
                    <a:cubicBezTo>
                      <a:pt x="3497" y="21316"/>
                      <a:pt x="3883" y="21150"/>
                      <a:pt x="4289" y="21044"/>
                    </a:cubicBezTo>
                    <a:cubicBezTo>
                      <a:pt x="4315" y="21144"/>
                      <a:pt x="4315" y="21144"/>
                      <a:pt x="4315" y="21144"/>
                    </a:cubicBezTo>
                    <a:cubicBezTo>
                      <a:pt x="3920" y="21248"/>
                      <a:pt x="3542" y="21410"/>
                      <a:pt x="3193" y="21625"/>
                    </a:cubicBezTo>
                    <a:close/>
                    <a:moveTo>
                      <a:pt x="6730" y="21224"/>
                    </a:moveTo>
                    <a:cubicBezTo>
                      <a:pt x="6343" y="21094"/>
                      <a:pt x="5939" y="21021"/>
                      <a:pt x="5528" y="21008"/>
                    </a:cubicBezTo>
                    <a:cubicBezTo>
                      <a:pt x="5532" y="20904"/>
                      <a:pt x="5532" y="20904"/>
                      <a:pt x="5532" y="20904"/>
                    </a:cubicBezTo>
                    <a:cubicBezTo>
                      <a:pt x="5953" y="20918"/>
                      <a:pt x="6367" y="20992"/>
                      <a:pt x="6763" y="21126"/>
                    </a:cubicBezTo>
                    <a:lnTo>
                      <a:pt x="6730" y="21224"/>
                    </a:lnTo>
                    <a:close/>
                    <a:moveTo>
                      <a:pt x="18411" y="20790"/>
                    </a:moveTo>
                    <a:cubicBezTo>
                      <a:pt x="18307" y="20790"/>
                      <a:pt x="18307" y="20790"/>
                      <a:pt x="18307" y="20790"/>
                    </a:cubicBezTo>
                    <a:cubicBezTo>
                      <a:pt x="18307" y="19549"/>
                      <a:pt x="18307" y="19549"/>
                      <a:pt x="18307" y="19549"/>
                    </a:cubicBezTo>
                    <a:cubicBezTo>
                      <a:pt x="18411" y="19549"/>
                      <a:pt x="18411" y="19549"/>
                      <a:pt x="18411" y="19549"/>
                    </a:cubicBezTo>
                    <a:lnTo>
                      <a:pt x="18411" y="20790"/>
                    </a:lnTo>
                    <a:close/>
                    <a:moveTo>
                      <a:pt x="27021" y="20059"/>
                    </a:moveTo>
                    <a:cubicBezTo>
                      <a:pt x="26917" y="20059"/>
                      <a:pt x="26917" y="20059"/>
                      <a:pt x="26917" y="20059"/>
                    </a:cubicBezTo>
                    <a:cubicBezTo>
                      <a:pt x="26917" y="18819"/>
                      <a:pt x="26917" y="18819"/>
                      <a:pt x="26917" y="18819"/>
                    </a:cubicBezTo>
                    <a:cubicBezTo>
                      <a:pt x="27021" y="18819"/>
                      <a:pt x="27021" y="18819"/>
                      <a:pt x="27021" y="18819"/>
                    </a:cubicBezTo>
                    <a:lnTo>
                      <a:pt x="27021" y="20059"/>
                    </a:lnTo>
                    <a:close/>
                    <a:moveTo>
                      <a:pt x="35631" y="19216"/>
                    </a:moveTo>
                    <a:cubicBezTo>
                      <a:pt x="35527" y="19216"/>
                      <a:pt x="35527" y="19216"/>
                      <a:pt x="35527" y="19216"/>
                    </a:cubicBezTo>
                    <a:cubicBezTo>
                      <a:pt x="35527" y="17976"/>
                      <a:pt x="35527" y="17976"/>
                      <a:pt x="35527" y="17976"/>
                    </a:cubicBezTo>
                    <a:cubicBezTo>
                      <a:pt x="35631" y="17976"/>
                      <a:pt x="35631" y="17976"/>
                      <a:pt x="35631" y="17976"/>
                    </a:cubicBezTo>
                    <a:lnTo>
                      <a:pt x="35631" y="19216"/>
                    </a:lnTo>
                    <a:close/>
                    <a:moveTo>
                      <a:pt x="18411" y="18309"/>
                    </a:moveTo>
                    <a:cubicBezTo>
                      <a:pt x="18307" y="18309"/>
                      <a:pt x="18307" y="18309"/>
                      <a:pt x="18307" y="18309"/>
                    </a:cubicBezTo>
                    <a:cubicBezTo>
                      <a:pt x="18307" y="17068"/>
                      <a:pt x="18307" y="17068"/>
                      <a:pt x="18307" y="17068"/>
                    </a:cubicBezTo>
                    <a:cubicBezTo>
                      <a:pt x="18411" y="17068"/>
                      <a:pt x="18411" y="17068"/>
                      <a:pt x="18411" y="17068"/>
                    </a:cubicBezTo>
                    <a:lnTo>
                      <a:pt x="18411" y="18309"/>
                    </a:lnTo>
                    <a:close/>
                    <a:moveTo>
                      <a:pt x="27021" y="17578"/>
                    </a:moveTo>
                    <a:cubicBezTo>
                      <a:pt x="26917" y="17578"/>
                      <a:pt x="26917" y="17578"/>
                      <a:pt x="26917" y="17578"/>
                    </a:cubicBezTo>
                    <a:cubicBezTo>
                      <a:pt x="26917" y="16337"/>
                      <a:pt x="26917" y="16337"/>
                      <a:pt x="26917" y="16337"/>
                    </a:cubicBezTo>
                    <a:cubicBezTo>
                      <a:pt x="27021" y="16337"/>
                      <a:pt x="27021" y="16337"/>
                      <a:pt x="27021" y="16337"/>
                    </a:cubicBezTo>
                    <a:lnTo>
                      <a:pt x="27021" y="17578"/>
                    </a:lnTo>
                    <a:close/>
                    <a:moveTo>
                      <a:pt x="35631" y="16735"/>
                    </a:moveTo>
                    <a:cubicBezTo>
                      <a:pt x="35527" y="16735"/>
                      <a:pt x="35527" y="16735"/>
                      <a:pt x="35527" y="16735"/>
                    </a:cubicBezTo>
                    <a:cubicBezTo>
                      <a:pt x="35527" y="15494"/>
                      <a:pt x="35527" y="15494"/>
                      <a:pt x="35527" y="15494"/>
                    </a:cubicBezTo>
                    <a:cubicBezTo>
                      <a:pt x="35631" y="15494"/>
                      <a:pt x="35631" y="15494"/>
                      <a:pt x="35631" y="15494"/>
                    </a:cubicBezTo>
                    <a:lnTo>
                      <a:pt x="35631" y="16735"/>
                    </a:lnTo>
                    <a:close/>
                    <a:moveTo>
                      <a:pt x="45281" y="16484"/>
                    </a:moveTo>
                    <a:cubicBezTo>
                      <a:pt x="44949" y="16227"/>
                      <a:pt x="44671" y="15895"/>
                      <a:pt x="44475" y="15524"/>
                    </a:cubicBezTo>
                    <a:cubicBezTo>
                      <a:pt x="44567" y="15476"/>
                      <a:pt x="44567" y="15476"/>
                      <a:pt x="44567" y="15476"/>
                    </a:cubicBezTo>
                    <a:cubicBezTo>
                      <a:pt x="44756" y="15833"/>
                      <a:pt x="45025" y="16154"/>
                      <a:pt x="45345" y="16402"/>
                    </a:cubicBezTo>
                    <a:lnTo>
                      <a:pt x="45281" y="16484"/>
                    </a:lnTo>
                    <a:close/>
                    <a:moveTo>
                      <a:pt x="18411" y="15827"/>
                    </a:moveTo>
                    <a:cubicBezTo>
                      <a:pt x="18307" y="15827"/>
                      <a:pt x="18307" y="15827"/>
                      <a:pt x="18307" y="15827"/>
                    </a:cubicBezTo>
                    <a:cubicBezTo>
                      <a:pt x="18307" y="15371"/>
                      <a:pt x="18307" y="15371"/>
                      <a:pt x="18307" y="15371"/>
                    </a:cubicBezTo>
                    <a:cubicBezTo>
                      <a:pt x="18307" y="15106"/>
                      <a:pt x="18332" y="14840"/>
                      <a:pt x="18380" y="14582"/>
                    </a:cubicBezTo>
                    <a:cubicBezTo>
                      <a:pt x="18482" y="14601"/>
                      <a:pt x="18482" y="14601"/>
                      <a:pt x="18482" y="14601"/>
                    </a:cubicBezTo>
                    <a:cubicBezTo>
                      <a:pt x="18435" y="14853"/>
                      <a:pt x="18411" y="15112"/>
                      <a:pt x="18411" y="15371"/>
                    </a:cubicBezTo>
                    <a:lnTo>
                      <a:pt x="18411" y="15827"/>
                    </a:lnTo>
                    <a:close/>
                    <a:moveTo>
                      <a:pt x="26909" y="15100"/>
                    </a:moveTo>
                    <a:cubicBezTo>
                      <a:pt x="26883" y="14690"/>
                      <a:pt x="26797" y="14289"/>
                      <a:pt x="26655" y="13906"/>
                    </a:cubicBezTo>
                    <a:cubicBezTo>
                      <a:pt x="26752" y="13870"/>
                      <a:pt x="26752" y="13870"/>
                      <a:pt x="26752" y="13870"/>
                    </a:cubicBezTo>
                    <a:cubicBezTo>
                      <a:pt x="26898" y="14262"/>
                      <a:pt x="26986" y="14674"/>
                      <a:pt x="27013" y="15093"/>
                    </a:cubicBezTo>
                    <a:lnTo>
                      <a:pt x="26909" y="15100"/>
                    </a:lnTo>
                    <a:close/>
                    <a:moveTo>
                      <a:pt x="44141" y="14316"/>
                    </a:moveTo>
                    <a:cubicBezTo>
                      <a:pt x="44138" y="14261"/>
                      <a:pt x="44137" y="14206"/>
                      <a:pt x="44137" y="14150"/>
                    </a:cubicBezTo>
                    <a:cubicBezTo>
                      <a:pt x="44137" y="13073"/>
                      <a:pt x="44137" y="13073"/>
                      <a:pt x="44137" y="13073"/>
                    </a:cubicBezTo>
                    <a:cubicBezTo>
                      <a:pt x="44241" y="13073"/>
                      <a:pt x="44241" y="13073"/>
                      <a:pt x="44241" y="13073"/>
                    </a:cubicBezTo>
                    <a:cubicBezTo>
                      <a:pt x="44241" y="14150"/>
                      <a:pt x="44241" y="14150"/>
                      <a:pt x="44241" y="14150"/>
                    </a:cubicBezTo>
                    <a:cubicBezTo>
                      <a:pt x="44241" y="14204"/>
                      <a:pt x="44242" y="14257"/>
                      <a:pt x="44245" y="14311"/>
                    </a:cubicBezTo>
                    <a:lnTo>
                      <a:pt x="44141" y="14316"/>
                    </a:lnTo>
                    <a:close/>
                    <a:moveTo>
                      <a:pt x="35631" y="14254"/>
                    </a:moveTo>
                    <a:cubicBezTo>
                      <a:pt x="35527" y="14254"/>
                      <a:pt x="35527" y="14254"/>
                      <a:pt x="35527" y="14254"/>
                    </a:cubicBezTo>
                    <a:cubicBezTo>
                      <a:pt x="35527" y="13013"/>
                      <a:pt x="35527" y="13013"/>
                      <a:pt x="35527" y="13013"/>
                    </a:cubicBezTo>
                    <a:cubicBezTo>
                      <a:pt x="35631" y="13013"/>
                      <a:pt x="35631" y="13013"/>
                      <a:pt x="35631" y="13013"/>
                    </a:cubicBezTo>
                    <a:lnTo>
                      <a:pt x="35631" y="14254"/>
                    </a:lnTo>
                    <a:close/>
                    <a:moveTo>
                      <a:pt x="18878" y="13446"/>
                    </a:moveTo>
                    <a:cubicBezTo>
                      <a:pt x="18785" y="13398"/>
                      <a:pt x="18785" y="13398"/>
                      <a:pt x="18785" y="13398"/>
                    </a:cubicBezTo>
                    <a:cubicBezTo>
                      <a:pt x="18978" y="13026"/>
                      <a:pt x="19224" y="12684"/>
                      <a:pt x="19516" y="12382"/>
                    </a:cubicBezTo>
                    <a:cubicBezTo>
                      <a:pt x="19590" y="12454"/>
                      <a:pt x="19590" y="12454"/>
                      <a:pt x="19590" y="12454"/>
                    </a:cubicBezTo>
                    <a:cubicBezTo>
                      <a:pt x="19305" y="12749"/>
                      <a:pt x="19066" y="13083"/>
                      <a:pt x="18878" y="13446"/>
                    </a:cubicBezTo>
                    <a:close/>
                    <a:moveTo>
                      <a:pt x="26066" y="12837"/>
                    </a:moveTo>
                    <a:cubicBezTo>
                      <a:pt x="25819" y="12510"/>
                      <a:pt x="25526" y="12223"/>
                      <a:pt x="25195" y="11981"/>
                    </a:cubicBezTo>
                    <a:cubicBezTo>
                      <a:pt x="25256" y="11897"/>
                      <a:pt x="25256" y="11897"/>
                      <a:pt x="25256" y="11897"/>
                    </a:cubicBezTo>
                    <a:cubicBezTo>
                      <a:pt x="25595" y="12145"/>
                      <a:pt x="25895" y="12440"/>
                      <a:pt x="26149" y="12774"/>
                    </a:cubicBezTo>
                    <a:lnTo>
                      <a:pt x="26066" y="12837"/>
                    </a:lnTo>
                    <a:close/>
                    <a:moveTo>
                      <a:pt x="44241" y="11832"/>
                    </a:moveTo>
                    <a:cubicBezTo>
                      <a:pt x="44137" y="11832"/>
                      <a:pt x="44137" y="11832"/>
                      <a:pt x="44137" y="11832"/>
                    </a:cubicBezTo>
                    <a:cubicBezTo>
                      <a:pt x="44137" y="10592"/>
                      <a:pt x="44137" y="10592"/>
                      <a:pt x="44137" y="10592"/>
                    </a:cubicBezTo>
                    <a:cubicBezTo>
                      <a:pt x="44241" y="10592"/>
                      <a:pt x="44241" y="10592"/>
                      <a:pt x="44241" y="10592"/>
                    </a:cubicBezTo>
                    <a:lnTo>
                      <a:pt x="44241" y="11832"/>
                    </a:lnTo>
                    <a:close/>
                    <a:moveTo>
                      <a:pt x="35631" y="11772"/>
                    </a:moveTo>
                    <a:cubicBezTo>
                      <a:pt x="35527" y="11772"/>
                      <a:pt x="35527" y="11772"/>
                      <a:pt x="35527" y="11772"/>
                    </a:cubicBezTo>
                    <a:cubicBezTo>
                      <a:pt x="35527" y="10532"/>
                      <a:pt x="35527" y="10532"/>
                      <a:pt x="35527" y="10532"/>
                    </a:cubicBezTo>
                    <a:cubicBezTo>
                      <a:pt x="35631" y="10532"/>
                      <a:pt x="35631" y="10532"/>
                      <a:pt x="35631" y="10532"/>
                    </a:cubicBezTo>
                    <a:lnTo>
                      <a:pt x="35631" y="11772"/>
                    </a:lnTo>
                    <a:close/>
                    <a:moveTo>
                      <a:pt x="20557" y="11709"/>
                    </a:moveTo>
                    <a:cubicBezTo>
                      <a:pt x="20506" y="11618"/>
                      <a:pt x="20506" y="11618"/>
                      <a:pt x="20506" y="11618"/>
                    </a:cubicBezTo>
                    <a:cubicBezTo>
                      <a:pt x="20872" y="11412"/>
                      <a:pt x="21266" y="11262"/>
                      <a:pt x="21675" y="11172"/>
                    </a:cubicBezTo>
                    <a:cubicBezTo>
                      <a:pt x="21697" y="11273"/>
                      <a:pt x="21697" y="11273"/>
                      <a:pt x="21697" y="11273"/>
                    </a:cubicBezTo>
                    <a:cubicBezTo>
                      <a:pt x="21298" y="11361"/>
                      <a:pt x="20914" y="11508"/>
                      <a:pt x="20557" y="11709"/>
                    </a:cubicBezTo>
                    <a:close/>
                    <a:moveTo>
                      <a:pt x="24115" y="11411"/>
                    </a:moveTo>
                    <a:cubicBezTo>
                      <a:pt x="23730" y="11276"/>
                      <a:pt x="23327" y="11198"/>
                      <a:pt x="22917" y="11179"/>
                    </a:cubicBezTo>
                    <a:cubicBezTo>
                      <a:pt x="22922" y="11075"/>
                      <a:pt x="22922" y="11075"/>
                      <a:pt x="22922" y="11075"/>
                    </a:cubicBezTo>
                    <a:cubicBezTo>
                      <a:pt x="23342" y="11094"/>
                      <a:pt x="23755" y="11174"/>
                      <a:pt x="24150" y="11313"/>
                    </a:cubicBezTo>
                    <a:lnTo>
                      <a:pt x="24115" y="11411"/>
                    </a:lnTo>
                    <a:close/>
                    <a:moveTo>
                      <a:pt x="44241" y="9351"/>
                    </a:moveTo>
                    <a:cubicBezTo>
                      <a:pt x="44137" y="9351"/>
                      <a:pt x="44137" y="9351"/>
                      <a:pt x="44137" y="9351"/>
                    </a:cubicBezTo>
                    <a:cubicBezTo>
                      <a:pt x="44137" y="8110"/>
                      <a:pt x="44137" y="8110"/>
                      <a:pt x="44137" y="8110"/>
                    </a:cubicBezTo>
                    <a:cubicBezTo>
                      <a:pt x="44241" y="8110"/>
                      <a:pt x="44241" y="8110"/>
                      <a:pt x="44241" y="8110"/>
                    </a:cubicBezTo>
                    <a:lnTo>
                      <a:pt x="44241" y="9351"/>
                    </a:lnTo>
                    <a:close/>
                    <a:moveTo>
                      <a:pt x="35631" y="9291"/>
                    </a:moveTo>
                    <a:cubicBezTo>
                      <a:pt x="35527" y="9291"/>
                      <a:pt x="35527" y="9291"/>
                      <a:pt x="35527" y="9291"/>
                    </a:cubicBezTo>
                    <a:cubicBezTo>
                      <a:pt x="35527" y="8050"/>
                      <a:pt x="35527" y="8050"/>
                      <a:pt x="35527" y="8050"/>
                    </a:cubicBezTo>
                    <a:cubicBezTo>
                      <a:pt x="35631" y="8050"/>
                      <a:pt x="35631" y="8050"/>
                      <a:pt x="35631" y="8050"/>
                    </a:cubicBezTo>
                    <a:lnTo>
                      <a:pt x="35631" y="9291"/>
                    </a:lnTo>
                    <a:close/>
                    <a:moveTo>
                      <a:pt x="44241" y="6870"/>
                    </a:moveTo>
                    <a:cubicBezTo>
                      <a:pt x="44137" y="6870"/>
                      <a:pt x="44137" y="6870"/>
                      <a:pt x="44137" y="6870"/>
                    </a:cubicBezTo>
                    <a:cubicBezTo>
                      <a:pt x="44137" y="5629"/>
                      <a:pt x="44137" y="5629"/>
                      <a:pt x="44137" y="5629"/>
                    </a:cubicBezTo>
                    <a:cubicBezTo>
                      <a:pt x="44241" y="5629"/>
                      <a:pt x="44241" y="5629"/>
                      <a:pt x="44241" y="5629"/>
                    </a:cubicBezTo>
                    <a:lnTo>
                      <a:pt x="44241" y="6870"/>
                    </a:lnTo>
                    <a:close/>
                    <a:moveTo>
                      <a:pt x="35631" y="6810"/>
                    </a:moveTo>
                    <a:cubicBezTo>
                      <a:pt x="35527" y="6810"/>
                      <a:pt x="35527" y="6810"/>
                      <a:pt x="35527" y="6810"/>
                    </a:cubicBezTo>
                    <a:cubicBezTo>
                      <a:pt x="35527" y="5569"/>
                      <a:pt x="35527" y="5569"/>
                      <a:pt x="35527" y="5569"/>
                    </a:cubicBezTo>
                    <a:cubicBezTo>
                      <a:pt x="35631" y="5569"/>
                      <a:pt x="35631" y="5569"/>
                      <a:pt x="35631" y="5569"/>
                    </a:cubicBezTo>
                    <a:lnTo>
                      <a:pt x="35631" y="6810"/>
                    </a:lnTo>
                    <a:close/>
                    <a:moveTo>
                      <a:pt x="44241" y="4388"/>
                    </a:moveTo>
                    <a:cubicBezTo>
                      <a:pt x="44137" y="4388"/>
                      <a:pt x="44137" y="4388"/>
                      <a:pt x="44137" y="4388"/>
                    </a:cubicBezTo>
                    <a:cubicBezTo>
                      <a:pt x="44137" y="4267"/>
                      <a:pt x="44137" y="4267"/>
                      <a:pt x="44137" y="4267"/>
                    </a:cubicBezTo>
                    <a:cubicBezTo>
                      <a:pt x="44136" y="3896"/>
                      <a:pt x="44088" y="3528"/>
                      <a:pt x="43993" y="3174"/>
                    </a:cubicBezTo>
                    <a:cubicBezTo>
                      <a:pt x="44093" y="3147"/>
                      <a:pt x="44093" y="3147"/>
                      <a:pt x="44093" y="3147"/>
                    </a:cubicBezTo>
                    <a:cubicBezTo>
                      <a:pt x="44191" y="3510"/>
                      <a:pt x="44240" y="3887"/>
                      <a:pt x="44241" y="4267"/>
                    </a:cubicBezTo>
                    <a:lnTo>
                      <a:pt x="44241" y="4388"/>
                    </a:lnTo>
                    <a:close/>
                    <a:moveTo>
                      <a:pt x="35631" y="4328"/>
                    </a:moveTo>
                    <a:cubicBezTo>
                      <a:pt x="35527" y="4328"/>
                      <a:pt x="35527" y="4328"/>
                      <a:pt x="35527" y="4328"/>
                    </a:cubicBezTo>
                    <a:cubicBezTo>
                      <a:pt x="35527" y="4267"/>
                      <a:pt x="35527" y="4267"/>
                      <a:pt x="35527" y="4267"/>
                    </a:cubicBezTo>
                    <a:cubicBezTo>
                      <a:pt x="35527" y="3866"/>
                      <a:pt x="35582" y="3470"/>
                      <a:pt x="35690" y="3089"/>
                    </a:cubicBezTo>
                    <a:cubicBezTo>
                      <a:pt x="35790" y="3117"/>
                      <a:pt x="35790" y="3117"/>
                      <a:pt x="35790" y="3117"/>
                    </a:cubicBezTo>
                    <a:cubicBezTo>
                      <a:pt x="35684" y="3489"/>
                      <a:pt x="35631" y="3876"/>
                      <a:pt x="35631" y="4267"/>
                    </a:cubicBezTo>
                    <a:lnTo>
                      <a:pt x="35631" y="4328"/>
                    </a:lnTo>
                    <a:close/>
                    <a:moveTo>
                      <a:pt x="43507" y="2054"/>
                    </a:moveTo>
                    <a:cubicBezTo>
                      <a:pt x="43291" y="1707"/>
                      <a:pt x="43025" y="1393"/>
                      <a:pt x="42719" y="1122"/>
                    </a:cubicBezTo>
                    <a:cubicBezTo>
                      <a:pt x="42787" y="1044"/>
                      <a:pt x="42787" y="1044"/>
                      <a:pt x="42787" y="1044"/>
                    </a:cubicBezTo>
                    <a:cubicBezTo>
                      <a:pt x="43102" y="1322"/>
                      <a:pt x="43374" y="1643"/>
                      <a:pt x="43595" y="2000"/>
                    </a:cubicBezTo>
                    <a:lnTo>
                      <a:pt x="43507" y="2054"/>
                    </a:lnTo>
                    <a:close/>
                    <a:moveTo>
                      <a:pt x="36293" y="2004"/>
                    </a:moveTo>
                    <a:cubicBezTo>
                      <a:pt x="36205" y="1948"/>
                      <a:pt x="36205" y="1948"/>
                      <a:pt x="36205" y="1948"/>
                    </a:cubicBezTo>
                    <a:cubicBezTo>
                      <a:pt x="36431" y="1595"/>
                      <a:pt x="36708" y="1278"/>
                      <a:pt x="37026" y="1004"/>
                    </a:cubicBezTo>
                    <a:cubicBezTo>
                      <a:pt x="37094" y="1083"/>
                      <a:pt x="37094" y="1083"/>
                      <a:pt x="37094" y="1083"/>
                    </a:cubicBezTo>
                    <a:cubicBezTo>
                      <a:pt x="36783" y="1350"/>
                      <a:pt x="36513" y="1660"/>
                      <a:pt x="36293" y="2004"/>
                    </a:cubicBezTo>
                    <a:close/>
                    <a:moveTo>
                      <a:pt x="41696" y="454"/>
                    </a:moveTo>
                    <a:cubicBezTo>
                      <a:pt x="41325" y="283"/>
                      <a:pt x="40930" y="167"/>
                      <a:pt x="40525" y="111"/>
                    </a:cubicBezTo>
                    <a:cubicBezTo>
                      <a:pt x="40539" y="8"/>
                      <a:pt x="40539" y="8"/>
                      <a:pt x="40539" y="8"/>
                    </a:cubicBezTo>
                    <a:cubicBezTo>
                      <a:pt x="40955" y="66"/>
                      <a:pt x="41359" y="184"/>
                      <a:pt x="41740" y="360"/>
                    </a:cubicBezTo>
                    <a:lnTo>
                      <a:pt x="41696" y="454"/>
                    </a:lnTo>
                    <a:close/>
                    <a:moveTo>
                      <a:pt x="38125" y="430"/>
                    </a:moveTo>
                    <a:cubicBezTo>
                      <a:pt x="38083" y="335"/>
                      <a:pt x="38083" y="335"/>
                      <a:pt x="38083" y="335"/>
                    </a:cubicBezTo>
                    <a:cubicBezTo>
                      <a:pt x="38466" y="165"/>
                      <a:pt x="38872" y="52"/>
                      <a:pt x="39289" y="0"/>
                    </a:cubicBezTo>
                    <a:cubicBezTo>
                      <a:pt x="39301" y="103"/>
                      <a:pt x="39301" y="103"/>
                      <a:pt x="39301" y="103"/>
                    </a:cubicBezTo>
                    <a:cubicBezTo>
                      <a:pt x="38895" y="154"/>
                      <a:pt x="38499" y="264"/>
                      <a:pt x="38125" y="43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" name="Google Shape;339;p18"/>
              <p:cNvSpPr/>
              <p:nvPr/>
            </p:nvSpPr>
            <p:spPr>
              <a:xfrm>
                <a:off x="851843" y="1732748"/>
                <a:ext cx="70669" cy="19164"/>
              </a:xfrm>
              <a:custGeom>
                <a:avLst/>
                <a:gdLst/>
                <a:ahLst/>
                <a:cxnLst/>
                <a:rect l="l" t="t" r="r" b="b"/>
                <a:pathLst>
                  <a:path w="631" h="169" extrusionOk="0">
                    <a:moveTo>
                      <a:pt x="631" y="169"/>
                    </a:moveTo>
                    <a:cubicBezTo>
                      <a:pt x="418" y="169"/>
                      <a:pt x="206" y="146"/>
                      <a:pt x="0" y="101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1" y="43"/>
                      <a:pt x="425" y="65"/>
                      <a:pt x="631" y="65"/>
                    </a:cubicBezTo>
                    <a:lnTo>
                      <a:pt x="631" y="169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0" name="Google Shape;340;p18"/>
            <p:cNvGrpSpPr/>
            <p:nvPr/>
          </p:nvGrpSpPr>
          <p:grpSpPr>
            <a:xfrm rot="6299960">
              <a:off x="8171810" y="1724842"/>
              <a:ext cx="146301" cy="261932"/>
              <a:chOff x="7419591" y="3612333"/>
              <a:chExt cx="146306" cy="261940"/>
            </a:xfrm>
          </p:grpSpPr>
          <p:sp>
            <p:nvSpPr>
              <p:cNvPr id="341" name="Google Shape;341;p18"/>
              <p:cNvSpPr/>
              <p:nvPr/>
            </p:nvSpPr>
            <p:spPr>
              <a:xfrm>
                <a:off x="7426735" y="3612333"/>
                <a:ext cx="132160" cy="26194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002" extrusionOk="0">
                    <a:moveTo>
                      <a:pt x="0" y="2644"/>
                    </a:moveTo>
                    <a:cubicBezTo>
                      <a:pt x="0" y="184"/>
                      <a:pt x="0" y="184"/>
                      <a:pt x="0" y="184"/>
                    </a:cubicBezTo>
                    <a:cubicBezTo>
                      <a:pt x="0" y="82"/>
                      <a:pt x="83" y="0"/>
                      <a:pt x="184" y="0"/>
                    </a:cubicBezTo>
                    <a:cubicBezTo>
                      <a:pt x="1323" y="0"/>
                      <a:pt x="1323" y="0"/>
                      <a:pt x="1323" y="0"/>
                    </a:cubicBezTo>
                    <a:cubicBezTo>
                      <a:pt x="1424" y="0"/>
                      <a:pt x="1507" y="82"/>
                      <a:pt x="1507" y="184"/>
                    </a:cubicBezTo>
                    <a:cubicBezTo>
                      <a:pt x="1507" y="2644"/>
                      <a:pt x="1507" y="2644"/>
                      <a:pt x="1507" y="2644"/>
                    </a:cubicBezTo>
                    <a:cubicBezTo>
                      <a:pt x="1507" y="2821"/>
                      <a:pt x="1377" y="2969"/>
                      <a:pt x="1208" y="2997"/>
                    </a:cubicBezTo>
                    <a:cubicBezTo>
                      <a:pt x="1189" y="3001"/>
                      <a:pt x="1169" y="3002"/>
                      <a:pt x="1149" y="3002"/>
                    </a:cubicBezTo>
                    <a:cubicBezTo>
                      <a:pt x="358" y="3002"/>
                      <a:pt x="358" y="3002"/>
                      <a:pt x="358" y="3002"/>
                    </a:cubicBezTo>
                    <a:cubicBezTo>
                      <a:pt x="161" y="3002"/>
                      <a:pt x="0" y="2841"/>
                      <a:pt x="0" y="2644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" name="Google Shape;342;p18"/>
              <p:cNvSpPr/>
              <p:nvPr/>
            </p:nvSpPr>
            <p:spPr>
              <a:xfrm>
                <a:off x="7523175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283" y="0"/>
                    </a:moveTo>
                    <a:cubicBezTo>
                      <a:pt x="308" y="0"/>
                      <a:pt x="328" y="20"/>
                      <a:pt x="328" y="44"/>
                    </a:cubicBezTo>
                    <a:cubicBezTo>
                      <a:pt x="328" y="201"/>
                      <a:pt x="201" y="328"/>
                      <a:pt x="44" y="328"/>
                    </a:cubicBezTo>
                    <a:cubicBezTo>
                      <a:pt x="20" y="328"/>
                      <a:pt x="0" y="308"/>
                      <a:pt x="0" y="283"/>
                    </a:cubicBezTo>
                    <a:cubicBezTo>
                      <a:pt x="0" y="258"/>
                      <a:pt x="20" y="238"/>
                      <a:pt x="44" y="238"/>
                    </a:cubicBezTo>
                    <a:cubicBezTo>
                      <a:pt x="151" y="238"/>
                      <a:pt x="238" y="151"/>
                      <a:pt x="238" y="44"/>
                    </a:cubicBezTo>
                    <a:cubicBezTo>
                      <a:pt x="238" y="20"/>
                      <a:pt x="258" y="0"/>
                      <a:pt x="283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" name="Google Shape;343;p18"/>
              <p:cNvSpPr/>
              <p:nvPr/>
            </p:nvSpPr>
            <p:spPr>
              <a:xfrm>
                <a:off x="7433879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45" y="0"/>
                    </a:moveTo>
                    <a:cubicBezTo>
                      <a:pt x="70" y="0"/>
                      <a:pt x="90" y="20"/>
                      <a:pt x="90" y="44"/>
                    </a:cubicBezTo>
                    <a:cubicBezTo>
                      <a:pt x="90" y="151"/>
                      <a:pt x="177" y="238"/>
                      <a:pt x="284" y="238"/>
                    </a:cubicBezTo>
                    <a:cubicBezTo>
                      <a:pt x="308" y="238"/>
                      <a:pt x="328" y="258"/>
                      <a:pt x="328" y="283"/>
                    </a:cubicBezTo>
                    <a:cubicBezTo>
                      <a:pt x="328" y="308"/>
                      <a:pt x="308" y="328"/>
                      <a:pt x="284" y="328"/>
                    </a:cubicBezTo>
                    <a:cubicBezTo>
                      <a:pt x="128" y="328"/>
                      <a:pt x="0" y="201"/>
                      <a:pt x="0" y="44"/>
                    </a:cubicBezTo>
                    <a:cubicBezTo>
                      <a:pt x="0" y="20"/>
                      <a:pt x="20" y="0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" name="Google Shape;344;p18"/>
              <p:cNvSpPr/>
              <p:nvPr/>
            </p:nvSpPr>
            <p:spPr>
              <a:xfrm>
                <a:off x="7519603" y="3619477"/>
                <a:ext cx="238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2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63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3" y="104"/>
                      <a:pt x="262" y="104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" name="Google Shape;345;p18"/>
              <p:cNvSpPr/>
              <p:nvPr/>
            </p:nvSpPr>
            <p:spPr>
              <a:xfrm>
                <a:off x="7445785" y="3619477"/>
                <a:ext cx="226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1" y="0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62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2" y="104"/>
                      <a:pt x="261" y="104"/>
                    </a:cubicBezTo>
                    <a:cubicBezTo>
                      <a:pt x="1" y="104"/>
                      <a:pt x="1" y="104"/>
                      <a:pt x="1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18"/>
              <p:cNvSpPr/>
              <p:nvPr/>
            </p:nvSpPr>
            <p:spPr>
              <a:xfrm>
                <a:off x="7455310" y="3649243"/>
                <a:ext cx="7858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31" extrusionOk="0">
                    <a:moveTo>
                      <a:pt x="94" y="131"/>
                    </a:moveTo>
                    <a:cubicBezTo>
                      <a:pt x="33" y="80"/>
                      <a:pt x="33" y="80"/>
                      <a:pt x="33" y="80"/>
                    </a:cubicBezTo>
                    <a:cubicBezTo>
                      <a:pt x="0" y="53"/>
                      <a:pt x="19" y="0"/>
                      <a:pt x="61" y="0"/>
                    </a:cubicBezTo>
                    <a:cubicBezTo>
                      <a:pt x="840" y="0"/>
                      <a:pt x="840" y="0"/>
                      <a:pt x="840" y="0"/>
                    </a:cubicBezTo>
                    <a:cubicBezTo>
                      <a:pt x="882" y="0"/>
                      <a:pt x="901" y="53"/>
                      <a:pt x="868" y="80"/>
                    </a:cubicBezTo>
                    <a:cubicBezTo>
                      <a:pt x="807" y="131"/>
                      <a:pt x="807" y="131"/>
                      <a:pt x="807" y="131"/>
                    </a:cubicBezTo>
                    <a:lnTo>
                      <a:pt x="94" y="131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18"/>
              <p:cNvSpPr/>
              <p:nvPr/>
            </p:nvSpPr>
            <p:spPr>
              <a:xfrm>
                <a:off x="7452928" y="3770686"/>
                <a:ext cx="82152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941" h="450" extrusionOk="0">
                    <a:moveTo>
                      <a:pt x="36" y="257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807" y="0"/>
                      <a:pt x="807" y="0"/>
                      <a:pt x="807" y="0"/>
                    </a:cubicBezTo>
                    <a:cubicBezTo>
                      <a:pt x="905" y="257"/>
                      <a:pt x="905" y="257"/>
                      <a:pt x="905" y="257"/>
                    </a:cubicBezTo>
                    <a:cubicBezTo>
                      <a:pt x="941" y="350"/>
                      <a:pt x="872" y="450"/>
                      <a:pt x="772" y="450"/>
                    </a:cubicBezTo>
                    <a:cubicBezTo>
                      <a:pt x="169" y="450"/>
                      <a:pt x="169" y="450"/>
                      <a:pt x="169" y="450"/>
                    </a:cubicBezTo>
                    <a:cubicBezTo>
                      <a:pt x="69" y="450"/>
                      <a:pt x="0" y="350"/>
                      <a:pt x="36" y="257"/>
                    </a:cubicBezTo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18"/>
              <p:cNvSpPr/>
              <p:nvPr/>
            </p:nvSpPr>
            <p:spPr>
              <a:xfrm>
                <a:off x="7449356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0"/>
                    </a:moveTo>
                    <a:lnTo>
                      <a:pt x="7" y="30"/>
                    </a:lnTo>
                    <a:lnTo>
                      <a:pt x="0" y="33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18"/>
              <p:cNvSpPr/>
              <p:nvPr/>
            </p:nvSpPr>
            <p:spPr>
              <a:xfrm>
                <a:off x="7449356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33"/>
                    </a:moveTo>
                    <a:lnTo>
                      <a:pt x="7" y="3"/>
                    </a:lnTo>
                    <a:lnTo>
                      <a:pt x="0" y="0"/>
                    </a:lnTo>
                    <a:lnTo>
                      <a:pt x="0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" name="Google Shape;350;p18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" name="Google Shape;351;p18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18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18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p18"/>
              <p:cNvSpPr/>
              <p:nvPr/>
            </p:nvSpPr>
            <p:spPr>
              <a:xfrm>
                <a:off x="7529128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151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84"/>
                      <a:pt x="112" y="84"/>
                      <a:pt x="112" y="84"/>
                    </a:cubicBezTo>
                    <a:cubicBezTo>
                      <a:pt x="157" y="84"/>
                      <a:pt x="157" y="84"/>
                      <a:pt x="157" y="84"/>
                    </a:cubicBezTo>
                    <a:cubicBezTo>
                      <a:pt x="158" y="84"/>
                      <a:pt x="158" y="85"/>
                      <a:pt x="158" y="86"/>
                    </a:cubicBezTo>
                    <a:cubicBezTo>
                      <a:pt x="158" y="187"/>
                      <a:pt x="158" y="187"/>
                      <a:pt x="158" y="187"/>
                    </a:cubicBezTo>
                    <a:cubicBezTo>
                      <a:pt x="158" y="188"/>
                      <a:pt x="158" y="188"/>
                      <a:pt x="157" y="188"/>
                    </a:cubicBezTo>
                    <a:cubicBezTo>
                      <a:pt x="112" y="188"/>
                      <a:pt x="112" y="188"/>
                      <a:pt x="112" y="188"/>
                    </a:cubicBezTo>
                    <a:cubicBezTo>
                      <a:pt x="112" y="1541"/>
                      <a:pt x="112" y="1541"/>
                      <a:pt x="112" y="1541"/>
                    </a:cubicBezTo>
                    <a:cubicBezTo>
                      <a:pt x="112" y="1542"/>
                      <a:pt x="112" y="1542"/>
                      <a:pt x="112" y="1542"/>
                    </a:cubicBezTo>
                    <a:cubicBezTo>
                      <a:pt x="112" y="1685"/>
                      <a:pt x="112" y="1685"/>
                      <a:pt x="112" y="1685"/>
                    </a:cubicBezTo>
                    <a:cubicBezTo>
                      <a:pt x="95" y="1678"/>
                      <a:pt x="95" y="1678"/>
                      <a:pt x="95" y="1678"/>
                    </a:cubicBezTo>
                    <a:cubicBezTo>
                      <a:pt x="41" y="2107"/>
                      <a:pt x="41" y="2107"/>
                      <a:pt x="41" y="2107"/>
                    </a:cubicBezTo>
                    <a:cubicBezTo>
                      <a:pt x="43" y="2130"/>
                      <a:pt x="40" y="2154"/>
                      <a:pt x="32" y="2175"/>
                    </a:cubicBezTo>
                    <a:cubicBezTo>
                      <a:pt x="32" y="2175"/>
                      <a:pt x="32" y="2175"/>
                      <a:pt x="32" y="2175"/>
                    </a:cubicBezTo>
                    <a:cubicBezTo>
                      <a:pt x="0" y="2373"/>
                      <a:pt x="4" y="2615"/>
                      <a:pt x="21" y="2833"/>
                    </a:cubicBezTo>
                    <a:cubicBezTo>
                      <a:pt x="107" y="2814"/>
                      <a:pt x="171" y="2736"/>
                      <a:pt x="171" y="2644"/>
                    </a:cubicBezTo>
                    <a:cubicBezTo>
                      <a:pt x="171" y="2620"/>
                      <a:pt x="191" y="2600"/>
                      <a:pt x="216" y="2600"/>
                    </a:cubicBezTo>
                    <a:cubicBezTo>
                      <a:pt x="241" y="2600"/>
                      <a:pt x="261" y="2620"/>
                      <a:pt x="261" y="2644"/>
                    </a:cubicBezTo>
                    <a:cubicBezTo>
                      <a:pt x="261" y="2783"/>
                      <a:pt x="160" y="2899"/>
                      <a:pt x="28" y="2923"/>
                    </a:cubicBezTo>
                    <a:cubicBezTo>
                      <a:pt x="31" y="2948"/>
                      <a:pt x="33" y="2973"/>
                      <a:pt x="36" y="2997"/>
                    </a:cubicBezTo>
                    <a:cubicBezTo>
                      <a:pt x="205" y="2969"/>
                      <a:pt x="335" y="2821"/>
                      <a:pt x="335" y="2644"/>
                    </a:cubicBezTo>
                    <a:cubicBezTo>
                      <a:pt x="335" y="184"/>
                      <a:pt x="335" y="184"/>
                      <a:pt x="335" y="184"/>
                    </a:cubicBezTo>
                    <a:cubicBezTo>
                      <a:pt x="335" y="82"/>
                      <a:pt x="252" y="0"/>
                      <a:pt x="151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" name="Google Shape;355;p18"/>
              <p:cNvSpPr/>
              <p:nvPr/>
            </p:nvSpPr>
            <p:spPr>
              <a:xfrm>
                <a:off x="7538653" y="3619477"/>
                <a:ext cx="47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" h="104" extrusionOk="0">
                    <a:moveTo>
                      <a:pt x="4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6" y="104"/>
                      <a:pt x="46" y="104"/>
                      <a:pt x="46" y="103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6" y="1"/>
                      <a:pt x="46" y="0"/>
                      <a:pt x="45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18"/>
              <p:cNvSpPr/>
              <p:nvPr/>
            </p:nvSpPr>
            <p:spPr>
              <a:xfrm>
                <a:off x="7532700" y="3795688"/>
                <a:ext cx="0" cy="5953"/>
              </a:xfrm>
              <a:custGeom>
                <a:avLst/>
                <a:gdLst/>
                <a:ahLst/>
                <a:cxnLst/>
                <a:rect l="l" t="t" r="r" b="b"/>
                <a:pathLst>
                  <a:path w="11" h="68" extrusionOk="0">
                    <a:moveTo>
                      <a:pt x="0" y="0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47"/>
                      <a:pt x="0" y="23"/>
                      <a:pt x="0" y="0"/>
                    </a:cubicBezTo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18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18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" name="Google Shape;359;p18"/>
              <p:cNvSpPr/>
              <p:nvPr/>
            </p:nvSpPr>
            <p:spPr>
              <a:xfrm>
                <a:off x="7426735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223" y="0"/>
                    </a:moveTo>
                    <a:cubicBezTo>
                      <a:pt x="184" y="0"/>
                      <a:pt x="184" y="0"/>
                      <a:pt x="184" y="0"/>
                    </a:cubicBezTo>
                    <a:cubicBezTo>
                      <a:pt x="83" y="0"/>
                      <a:pt x="0" y="82"/>
                      <a:pt x="0" y="184"/>
                    </a:cubicBezTo>
                    <a:cubicBezTo>
                      <a:pt x="0" y="2644"/>
                      <a:pt x="0" y="2644"/>
                      <a:pt x="0" y="2644"/>
                    </a:cubicBezTo>
                    <a:cubicBezTo>
                      <a:pt x="0" y="2821"/>
                      <a:pt x="130" y="2969"/>
                      <a:pt x="299" y="2997"/>
                    </a:cubicBezTo>
                    <a:cubicBezTo>
                      <a:pt x="302" y="2973"/>
                      <a:pt x="304" y="2949"/>
                      <a:pt x="307" y="2923"/>
                    </a:cubicBezTo>
                    <a:cubicBezTo>
                      <a:pt x="174" y="2900"/>
                      <a:pt x="72" y="2784"/>
                      <a:pt x="72" y="2644"/>
                    </a:cubicBezTo>
                    <a:cubicBezTo>
                      <a:pt x="72" y="2620"/>
                      <a:pt x="92" y="2600"/>
                      <a:pt x="117" y="2600"/>
                    </a:cubicBezTo>
                    <a:cubicBezTo>
                      <a:pt x="142" y="2600"/>
                      <a:pt x="162" y="2620"/>
                      <a:pt x="162" y="2644"/>
                    </a:cubicBezTo>
                    <a:cubicBezTo>
                      <a:pt x="162" y="2737"/>
                      <a:pt x="227" y="2815"/>
                      <a:pt x="314" y="2834"/>
                    </a:cubicBezTo>
                    <a:cubicBezTo>
                      <a:pt x="331" y="2615"/>
                      <a:pt x="335" y="2373"/>
                      <a:pt x="303" y="2175"/>
                    </a:cubicBezTo>
                    <a:cubicBezTo>
                      <a:pt x="223" y="1541"/>
                      <a:pt x="223" y="1541"/>
                      <a:pt x="223" y="1541"/>
                    </a:cubicBezTo>
                    <a:cubicBezTo>
                      <a:pt x="223" y="188"/>
                      <a:pt x="223" y="188"/>
                      <a:pt x="223" y="188"/>
                    </a:cubicBezTo>
                    <a:cubicBezTo>
                      <a:pt x="208" y="188"/>
                      <a:pt x="208" y="188"/>
                      <a:pt x="208" y="188"/>
                    </a:cubicBezTo>
                    <a:cubicBezTo>
                      <a:pt x="208" y="188"/>
                      <a:pt x="207" y="188"/>
                      <a:pt x="207" y="187"/>
                    </a:cubicBezTo>
                    <a:cubicBezTo>
                      <a:pt x="207" y="86"/>
                      <a:pt x="207" y="86"/>
                      <a:pt x="207" y="86"/>
                    </a:cubicBezTo>
                    <a:cubicBezTo>
                      <a:pt x="207" y="85"/>
                      <a:pt x="208" y="84"/>
                      <a:pt x="208" y="84"/>
                    </a:cubicBezTo>
                    <a:cubicBezTo>
                      <a:pt x="223" y="84"/>
                      <a:pt x="223" y="84"/>
                      <a:pt x="223" y="84"/>
                    </a:cubicBezTo>
                    <a:cubicBezTo>
                      <a:pt x="223" y="0"/>
                      <a:pt x="223" y="0"/>
                      <a:pt x="223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p18"/>
              <p:cNvSpPr/>
              <p:nvPr/>
            </p:nvSpPr>
            <p:spPr>
              <a:xfrm>
                <a:off x="7445785" y="3619477"/>
                <a:ext cx="11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04" extrusionOk="0">
                    <a:moveTo>
                      <a:pt x="16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1" y="104"/>
                      <a:pt x="1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18"/>
              <p:cNvSpPr/>
              <p:nvPr/>
            </p:nvSpPr>
            <p:spPr>
              <a:xfrm>
                <a:off x="7545797" y="3780211"/>
                <a:ext cx="20100" cy="156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18"/>
              <p:cNvSpPr/>
              <p:nvPr/>
            </p:nvSpPr>
            <p:spPr>
              <a:xfrm>
                <a:off x="7419591" y="3780211"/>
                <a:ext cx="20100" cy="156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63" name="Google Shape;363;p18"/>
          <p:cNvGrpSpPr/>
          <p:nvPr/>
        </p:nvGrpSpPr>
        <p:grpSpPr>
          <a:xfrm>
            <a:off x="-5970687" y="1756782"/>
            <a:ext cx="7344299" cy="7077111"/>
            <a:chOff x="-4478015" y="1317586"/>
            <a:chExt cx="5508224" cy="5307833"/>
          </a:xfrm>
        </p:grpSpPr>
        <p:grpSp>
          <p:nvGrpSpPr>
            <p:cNvPr id="364" name="Google Shape;364;p18"/>
            <p:cNvGrpSpPr/>
            <p:nvPr/>
          </p:nvGrpSpPr>
          <p:grpSpPr>
            <a:xfrm rot="10800000">
              <a:off x="-4478015" y="1704102"/>
              <a:ext cx="5508224" cy="4921317"/>
              <a:chOff x="-4643553" y="-317844"/>
              <a:chExt cx="5778059" cy="5162401"/>
            </a:xfrm>
          </p:grpSpPr>
          <p:sp>
            <p:nvSpPr>
              <p:cNvPr id="365" name="Google Shape;365;p18"/>
              <p:cNvSpPr/>
              <p:nvPr/>
            </p:nvSpPr>
            <p:spPr>
              <a:xfrm rot="5400000">
                <a:off x="665401" y="260930"/>
                <a:ext cx="69000" cy="45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18"/>
              <p:cNvSpPr/>
              <p:nvPr/>
            </p:nvSpPr>
            <p:spPr>
              <a:xfrm>
                <a:off x="-4643553" y="-317844"/>
                <a:ext cx="5778059" cy="5162401"/>
              </a:xfrm>
              <a:custGeom>
                <a:avLst/>
                <a:gdLst/>
                <a:ahLst/>
                <a:cxnLst/>
                <a:rect l="l" t="t" r="r" b="b"/>
                <a:pathLst>
                  <a:path w="51982" h="46437" extrusionOk="0">
                    <a:moveTo>
                      <a:pt x="1275" y="46437"/>
                    </a:moveTo>
                    <a:cubicBezTo>
                      <a:pt x="0" y="46437"/>
                      <a:pt x="0" y="46437"/>
                      <a:pt x="0" y="46437"/>
                    </a:cubicBezTo>
                    <a:cubicBezTo>
                      <a:pt x="0" y="43439"/>
                      <a:pt x="0" y="43439"/>
                      <a:pt x="0" y="43439"/>
                    </a:cubicBezTo>
                    <a:cubicBezTo>
                      <a:pt x="1275" y="43422"/>
                      <a:pt x="1275" y="43422"/>
                      <a:pt x="1275" y="43422"/>
                    </a:cubicBezTo>
                    <a:cubicBezTo>
                      <a:pt x="2011" y="43422"/>
                      <a:pt x="2610" y="42823"/>
                      <a:pt x="2610" y="42087"/>
                    </a:cubicBezTo>
                    <a:cubicBezTo>
                      <a:pt x="2610" y="26691"/>
                      <a:pt x="2610" y="26691"/>
                      <a:pt x="2610" y="26691"/>
                    </a:cubicBezTo>
                    <a:cubicBezTo>
                      <a:pt x="2610" y="23517"/>
                      <a:pt x="5192" y="20935"/>
                      <a:pt x="8366" y="20935"/>
                    </a:cubicBezTo>
                    <a:cubicBezTo>
                      <a:pt x="11540" y="20935"/>
                      <a:pt x="14122" y="23517"/>
                      <a:pt x="14122" y="26691"/>
                    </a:cubicBezTo>
                    <a:cubicBezTo>
                      <a:pt x="14122" y="31798"/>
                      <a:pt x="14122" y="31798"/>
                      <a:pt x="14122" y="31798"/>
                    </a:cubicBezTo>
                    <a:cubicBezTo>
                      <a:pt x="14122" y="33310"/>
                      <a:pt x="15352" y="34539"/>
                      <a:pt x="16863" y="34539"/>
                    </a:cubicBezTo>
                    <a:cubicBezTo>
                      <a:pt x="17089" y="34539"/>
                      <a:pt x="17089" y="34539"/>
                      <a:pt x="17089" y="34539"/>
                    </a:cubicBezTo>
                    <a:cubicBezTo>
                      <a:pt x="18600" y="34539"/>
                      <a:pt x="19830" y="33310"/>
                      <a:pt x="19830" y="31798"/>
                    </a:cubicBezTo>
                    <a:cubicBezTo>
                      <a:pt x="19830" y="16859"/>
                      <a:pt x="19830" y="16859"/>
                      <a:pt x="19830" y="16859"/>
                    </a:cubicBezTo>
                    <a:cubicBezTo>
                      <a:pt x="19830" y="13686"/>
                      <a:pt x="22412" y="11103"/>
                      <a:pt x="25586" y="11103"/>
                    </a:cubicBezTo>
                    <a:cubicBezTo>
                      <a:pt x="25698" y="11103"/>
                      <a:pt x="25698" y="11103"/>
                      <a:pt x="25698" y="11103"/>
                    </a:cubicBezTo>
                    <a:cubicBezTo>
                      <a:pt x="28872" y="11103"/>
                      <a:pt x="31454" y="13686"/>
                      <a:pt x="31454" y="16859"/>
                    </a:cubicBezTo>
                    <a:cubicBezTo>
                      <a:pt x="31454" y="27421"/>
                      <a:pt x="31454" y="27421"/>
                      <a:pt x="31454" y="27421"/>
                    </a:cubicBezTo>
                    <a:cubicBezTo>
                      <a:pt x="31454" y="28933"/>
                      <a:pt x="32684" y="30162"/>
                      <a:pt x="34195" y="30162"/>
                    </a:cubicBezTo>
                    <a:cubicBezTo>
                      <a:pt x="34308" y="30162"/>
                      <a:pt x="34308" y="30162"/>
                      <a:pt x="34308" y="30162"/>
                    </a:cubicBezTo>
                    <a:cubicBezTo>
                      <a:pt x="35819" y="30162"/>
                      <a:pt x="37049" y="28933"/>
                      <a:pt x="37049" y="27421"/>
                    </a:cubicBezTo>
                    <a:cubicBezTo>
                      <a:pt x="37049" y="5756"/>
                      <a:pt x="37049" y="5756"/>
                      <a:pt x="37049" y="5756"/>
                    </a:cubicBezTo>
                    <a:cubicBezTo>
                      <a:pt x="37049" y="2582"/>
                      <a:pt x="39631" y="0"/>
                      <a:pt x="42805" y="0"/>
                    </a:cubicBezTo>
                    <a:cubicBezTo>
                      <a:pt x="42918" y="0"/>
                      <a:pt x="42918" y="0"/>
                      <a:pt x="42918" y="0"/>
                    </a:cubicBezTo>
                    <a:cubicBezTo>
                      <a:pt x="46091" y="0"/>
                      <a:pt x="48674" y="2582"/>
                      <a:pt x="48674" y="5756"/>
                    </a:cubicBezTo>
                    <a:cubicBezTo>
                      <a:pt x="48674" y="15639"/>
                      <a:pt x="48674" y="15639"/>
                      <a:pt x="48674" y="15639"/>
                    </a:cubicBezTo>
                    <a:cubicBezTo>
                      <a:pt x="48674" y="16406"/>
                      <a:pt x="49298" y="17031"/>
                      <a:pt x="50066" y="17031"/>
                    </a:cubicBezTo>
                    <a:cubicBezTo>
                      <a:pt x="51982" y="17058"/>
                      <a:pt x="51982" y="17058"/>
                      <a:pt x="51982" y="17058"/>
                    </a:cubicBezTo>
                    <a:cubicBezTo>
                      <a:pt x="51982" y="20034"/>
                      <a:pt x="51982" y="20034"/>
                      <a:pt x="51982" y="20034"/>
                    </a:cubicBezTo>
                    <a:cubicBezTo>
                      <a:pt x="50066" y="20046"/>
                      <a:pt x="50066" y="20046"/>
                      <a:pt x="50066" y="20046"/>
                    </a:cubicBezTo>
                    <a:cubicBezTo>
                      <a:pt x="47636" y="20046"/>
                      <a:pt x="45659" y="18069"/>
                      <a:pt x="45659" y="15639"/>
                    </a:cubicBezTo>
                    <a:cubicBezTo>
                      <a:pt x="45659" y="5756"/>
                      <a:pt x="45659" y="5756"/>
                      <a:pt x="45659" y="5756"/>
                    </a:cubicBezTo>
                    <a:cubicBezTo>
                      <a:pt x="45659" y="4244"/>
                      <a:pt x="44429" y="3015"/>
                      <a:pt x="42918" y="3015"/>
                    </a:cubicBezTo>
                    <a:cubicBezTo>
                      <a:pt x="42805" y="3015"/>
                      <a:pt x="42805" y="3015"/>
                      <a:pt x="42805" y="3015"/>
                    </a:cubicBezTo>
                    <a:cubicBezTo>
                      <a:pt x="41294" y="3015"/>
                      <a:pt x="40064" y="4244"/>
                      <a:pt x="40064" y="5756"/>
                    </a:cubicBezTo>
                    <a:cubicBezTo>
                      <a:pt x="40064" y="27421"/>
                      <a:pt x="40064" y="27421"/>
                      <a:pt x="40064" y="27421"/>
                    </a:cubicBezTo>
                    <a:cubicBezTo>
                      <a:pt x="40064" y="30595"/>
                      <a:pt x="37482" y="33177"/>
                      <a:pt x="34308" y="33177"/>
                    </a:cubicBezTo>
                    <a:cubicBezTo>
                      <a:pt x="34195" y="33177"/>
                      <a:pt x="34195" y="33177"/>
                      <a:pt x="34195" y="33177"/>
                    </a:cubicBezTo>
                    <a:cubicBezTo>
                      <a:pt x="31021" y="33177"/>
                      <a:pt x="28439" y="30595"/>
                      <a:pt x="28439" y="27421"/>
                    </a:cubicBezTo>
                    <a:cubicBezTo>
                      <a:pt x="28439" y="16859"/>
                      <a:pt x="28439" y="16859"/>
                      <a:pt x="28439" y="16859"/>
                    </a:cubicBezTo>
                    <a:cubicBezTo>
                      <a:pt x="28439" y="15348"/>
                      <a:pt x="27210" y="14118"/>
                      <a:pt x="25698" y="14118"/>
                    </a:cubicBezTo>
                    <a:cubicBezTo>
                      <a:pt x="25586" y="14118"/>
                      <a:pt x="25586" y="14118"/>
                      <a:pt x="25586" y="14118"/>
                    </a:cubicBezTo>
                    <a:cubicBezTo>
                      <a:pt x="24074" y="14118"/>
                      <a:pt x="22845" y="15348"/>
                      <a:pt x="22845" y="16859"/>
                    </a:cubicBezTo>
                    <a:cubicBezTo>
                      <a:pt x="22845" y="31798"/>
                      <a:pt x="22845" y="31798"/>
                      <a:pt x="22845" y="31798"/>
                    </a:cubicBezTo>
                    <a:cubicBezTo>
                      <a:pt x="22845" y="34972"/>
                      <a:pt x="20262" y="37554"/>
                      <a:pt x="17089" y="37554"/>
                    </a:cubicBezTo>
                    <a:cubicBezTo>
                      <a:pt x="16863" y="37554"/>
                      <a:pt x="16863" y="37554"/>
                      <a:pt x="16863" y="37554"/>
                    </a:cubicBezTo>
                    <a:cubicBezTo>
                      <a:pt x="13689" y="37554"/>
                      <a:pt x="11107" y="34972"/>
                      <a:pt x="11107" y="31798"/>
                    </a:cubicBezTo>
                    <a:cubicBezTo>
                      <a:pt x="11107" y="26691"/>
                      <a:pt x="11107" y="26691"/>
                      <a:pt x="11107" y="26691"/>
                    </a:cubicBezTo>
                    <a:cubicBezTo>
                      <a:pt x="11107" y="25179"/>
                      <a:pt x="9878" y="23950"/>
                      <a:pt x="8366" y="23950"/>
                    </a:cubicBezTo>
                    <a:cubicBezTo>
                      <a:pt x="6855" y="23950"/>
                      <a:pt x="5625" y="25179"/>
                      <a:pt x="5625" y="26691"/>
                    </a:cubicBezTo>
                    <a:cubicBezTo>
                      <a:pt x="5625" y="42087"/>
                      <a:pt x="5625" y="42087"/>
                      <a:pt x="5625" y="42087"/>
                    </a:cubicBezTo>
                    <a:cubicBezTo>
                      <a:pt x="5625" y="44485"/>
                      <a:pt x="3674" y="46437"/>
                      <a:pt x="1275" y="4643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" name="Google Shape;367;p18"/>
              <p:cNvSpPr/>
              <p:nvPr/>
            </p:nvSpPr>
            <p:spPr>
              <a:xfrm>
                <a:off x="-4501017" y="4666099"/>
                <a:ext cx="69472" cy="19165"/>
              </a:xfrm>
              <a:custGeom>
                <a:avLst/>
                <a:gdLst/>
                <a:ahLst/>
                <a:cxnLst/>
                <a:rect l="l" t="t" r="r" b="b"/>
                <a:pathLst>
                  <a:path w="631" h="170" extrusionOk="0">
                    <a:moveTo>
                      <a:pt x="0" y="170"/>
                    </a:moveTo>
                    <a:cubicBezTo>
                      <a:pt x="0" y="66"/>
                      <a:pt x="0" y="66"/>
                      <a:pt x="0" y="66"/>
                    </a:cubicBezTo>
                    <a:cubicBezTo>
                      <a:pt x="205" y="66"/>
                      <a:pt x="410" y="44"/>
                      <a:pt x="608" y="0"/>
                    </a:cubicBezTo>
                    <a:cubicBezTo>
                      <a:pt x="631" y="101"/>
                      <a:pt x="631" y="101"/>
                      <a:pt x="631" y="101"/>
                    </a:cubicBezTo>
                    <a:cubicBezTo>
                      <a:pt x="425" y="147"/>
                      <a:pt x="213" y="170"/>
                      <a:pt x="0" y="17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18"/>
              <p:cNvSpPr/>
              <p:nvPr/>
            </p:nvSpPr>
            <p:spPr>
              <a:xfrm>
                <a:off x="-4311769" y="-150155"/>
                <a:ext cx="5040210" cy="4768407"/>
              </a:xfrm>
              <a:custGeom>
                <a:avLst/>
                <a:gdLst/>
                <a:ahLst/>
                <a:cxnLst/>
                <a:rect l="l" t="t" r="r" b="b"/>
                <a:pathLst>
                  <a:path w="45345" h="42891" extrusionOk="0">
                    <a:moveTo>
                      <a:pt x="64" y="42891"/>
                    </a:moveTo>
                    <a:cubicBezTo>
                      <a:pt x="0" y="42809"/>
                      <a:pt x="0" y="42809"/>
                      <a:pt x="0" y="42809"/>
                    </a:cubicBezTo>
                    <a:cubicBezTo>
                      <a:pt x="321" y="42561"/>
                      <a:pt x="590" y="42241"/>
                      <a:pt x="776" y="41882"/>
                    </a:cubicBezTo>
                    <a:cubicBezTo>
                      <a:pt x="868" y="41930"/>
                      <a:pt x="868" y="41930"/>
                      <a:pt x="868" y="41930"/>
                    </a:cubicBezTo>
                    <a:cubicBezTo>
                      <a:pt x="675" y="42302"/>
                      <a:pt x="397" y="42634"/>
                      <a:pt x="64" y="42891"/>
                    </a:cubicBezTo>
                    <a:close/>
                    <a:moveTo>
                      <a:pt x="1190" y="40719"/>
                    </a:moveTo>
                    <a:cubicBezTo>
                      <a:pt x="1086" y="40714"/>
                      <a:pt x="1086" y="40714"/>
                      <a:pt x="1086" y="40714"/>
                    </a:cubicBezTo>
                    <a:cubicBezTo>
                      <a:pt x="1087" y="40676"/>
                      <a:pt x="1088" y="40637"/>
                      <a:pt x="1088" y="40598"/>
                    </a:cubicBezTo>
                    <a:cubicBezTo>
                      <a:pt x="1088" y="39476"/>
                      <a:pt x="1088" y="39476"/>
                      <a:pt x="1088" y="39476"/>
                    </a:cubicBezTo>
                    <a:cubicBezTo>
                      <a:pt x="1192" y="39476"/>
                      <a:pt x="1192" y="39476"/>
                      <a:pt x="1192" y="39476"/>
                    </a:cubicBezTo>
                    <a:cubicBezTo>
                      <a:pt x="1192" y="40598"/>
                      <a:pt x="1192" y="40598"/>
                      <a:pt x="1192" y="40598"/>
                    </a:cubicBezTo>
                    <a:cubicBezTo>
                      <a:pt x="1192" y="40639"/>
                      <a:pt x="1191" y="40679"/>
                      <a:pt x="1190" y="40719"/>
                    </a:cubicBezTo>
                    <a:close/>
                    <a:moveTo>
                      <a:pt x="1192" y="38235"/>
                    </a:moveTo>
                    <a:cubicBezTo>
                      <a:pt x="1088" y="38235"/>
                      <a:pt x="1088" y="38235"/>
                      <a:pt x="1088" y="38235"/>
                    </a:cubicBezTo>
                    <a:cubicBezTo>
                      <a:pt x="1088" y="36994"/>
                      <a:pt x="1088" y="36994"/>
                      <a:pt x="1088" y="36994"/>
                    </a:cubicBezTo>
                    <a:cubicBezTo>
                      <a:pt x="1192" y="36994"/>
                      <a:pt x="1192" y="36994"/>
                      <a:pt x="1192" y="36994"/>
                    </a:cubicBezTo>
                    <a:lnTo>
                      <a:pt x="1192" y="38235"/>
                    </a:lnTo>
                    <a:close/>
                    <a:moveTo>
                      <a:pt x="1192" y="35754"/>
                    </a:moveTo>
                    <a:cubicBezTo>
                      <a:pt x="1088" y="35754"/>
                      <a:pt x="1088" y="35754"/>
                      <a:pt x="1088" y="35754"/>
                    </a:cubicBezTo>
                    <a:cubicBezTo>
                      <a:pt x="1088" y="34513"/>
                      <a:pt x="1088" y="34513"/>
                      <a:pt x="1088" y="34513"/>
                    </a:cubicBezTo>
                    <a:cubicBezTo>
                      <a:pt x="1192" y="34513"/>
                      <a:pt x="1192" y="34513"/>
                      <a:pt x="1192" y="34513"/>
                    </a:cubicBezTo>
                    <a:lnTo>
                      <a:pt x="1192" y="35754"/>
                    </a:lnTo>
                    <a:close/>
                    <a:moveTo>
                      <a:pt x="14111" y="34610"/>
                    </a:moveTo>
                    <a:cubicBezTo>
                      <a:pt x="13886" y="34610"/>
                      <a:pt x="13886" y="34610"/>
                      <a:pt x="13886" y="34610"/>
                    </a:cubicBezTo>
                    <a:cubicBezTo>
                      <a:pt x="13564" y="34610"/>
                      <a:pt x="13244" y="34574"/>
                      <a:pt x="12934" y="34504"/>
                    </a:cubicBezTo>
                    <a:cubicBezTo>
                      <a:pt x="12957" y="34403"/>
                      <a:pt x="12957" y="34403"/>
                      <a:pt x="12957" y="34403"/>
                    </a:cubicBezTo>
                    <a:cubicBezTo>
                      <a:pt x="13259" y="34471"/>
                      <a:pt x="13572" y="34506"/>
                      <a:pt x="13886" y="34506"/>
                    </a:cubicBezTo>
                    <a:cubicBezTo>
                      <a:pt x="14177" y="34505"/>
                      <a:pt x="14177" y="34505"/>
                      <a:pt x="14177" y="34505"/>
                    </a:cubicBezTo>
                    <a:cubicBezTo>
                      <a:pt x="14179" y="34609"/>
                      <a:pt x="14179" y="34609"/>
                      <a:pt x="14179" y="34609"/>
                    </a:cubicBezTo>
                    <a:lnTo>
                      <a:pt x="14111" y="34610"/>
                    </a:lnTo>
                    <a:close/>
                    <a:moveTo>
                      <a:pt x="15413" y="34409"/>
                    </a:moveTo>
                    <a:cubicBezTo>
                      <a:pt x="15382" y="34310"/>
                      <a:pt x="15382" y="34310"/>
                      <a:pt x="15382" y="34310"/>
                    </a:cubicBezTo>
                    <a:cubicBezTo>
                      <a:pt x="15771" y="34186"/>
                      <a:pt x="16141" y="34006"/>
                      <a:pt x="16479" y="33774"/>
                    </a:cubicBezTo>
                    <a:cubicBezTo>
                      <a:pt x="16538" y="33860"/>
                      <a:pt x="16538" y="33860"/>
                      <a:pt x="16538" y="33860"/>
                    </a:cubicBezTo>
                    <a:cubicBezTo>
                      <a:pt x="16191" y="34098"/>
                      <a:pt x="15813" y="34282"/>
                      <a:pt x="15413" y="34409"/>
                    </a:cubicBezTo>
                    <a:close/>
                    <a:moveTo>
                      <a:pt x="11767" y="34053"/>
                    </a:moveTo>
                    <a:cubicBezTo>
                      <a:pt x="11403" y="33846"/>
                      <a:pt x="11070" y="33587"/>
                      <a:pt x="10780" y="33284"/>
                    </a:cubicBezTo>
                    <a:cubicBezTo>
                      <a:pt x="10855" y="33212"/>
                      <a:pt x="10855" y="33212"/>
                      <a:pt x="10855" y="33212"/>
                    </a:cubicBezTo>
                    <a:cubicBezTo>
                      <a:pt x="11138" y="33508"/>
                      <a:pt x="11463" y="33761"/>
                      <a:pt x="11818" y="33962"/>
                    </a:cubicBezTo>
                    <a:lnTo>
                      <a:pt x="11767" y="34053"/>
                    </a:lnTo>
                    <a:close/>
                    <a:moveTo>
                      <a:pt x="1192" y="33272"/>
                    </a:moveTo>
                    <a:cubicBezTo>
                      <a:pt x="1088" y="33272"/>
                      <a:pt x="1088" y="33272"/>
                      <a:pt x="1088" y="33272"/>
                    </a:cubicBezTo>
                    <a:cubicBezTo>
                      <a:pt x="1088" y="32032"/>
                      <a:pt x="1088" y="32032"/>
                      <a:pt x="1088" y="32032"/>
                    </a:cubicBezTo>
                    <a:cubicBezTo>
                      <a:pt x="1192" y="32032"/>
                      <a:pt x="1192" y="32032"/>
                      <a:pt x="1192" y="32032"/>
                    </a:cubicBezTo>
                    <a:lnTo>
                      <a:pt x="1192" y="33272"/>
                    </a:lnTo>
                    <a:close/>
                    <a:moveTo>
                      <a:pt x="17457" y="33011"/>
                    </a:moveTo>
                    <a:cubicBezTo>
                      <a:pt x="17376" y="32946"/>
                      <a:pt x="17376" y="32946"/>
                      <a:pt x="17376" y="32946"/>
                    </a:cubicBezTo>
                    <a:cubicBezTo>
                      <a:pt x="17634" y="32627"/>
                      <a:pt x="17843" y="32274"/>
                      <a:pt x="17998" y="31895"/>
                    </a:cubicBezTo>
                    <a:cubicBezTo>
                      <a:pt x="18094" y="31935"/>
                      <a:pt x="18094" y="31935"/>
                      <a:pt x="18094" y="31935"/>
                    </a:cubicBezTo>
                    <a:cubicBezTo>
                      <a:pt x="17935" y="32322"/>
                      <a:pt x="17721" y="32685"/>
                      <a:pt x="17457" y="33011"/>
                    </a:cubicBezTo>
                    <a:close/>
                    <a:moveTo>
                      <a:pt x="10054" y="32265"/>
                    </a:moveTo>
                    <a:cubicBezTo>
                      <a:pt x="9863" y="31891"/>
                      <a:pt x="9728" y="31492"/>
                      <a:pt x="9654" y="31079"/>
                    </a:cubicBezTo>
                    <a:cubicBezTo>
                      <a:pt x="9756" y="31061"/>
                      <a:pt x="9756" y="31061"/>
                      <a:pt x="9756" y="31061"/>
                    </a:cubicBezTo>
                    <a:cubicBezTo>
                      <a:pt x="9829" y="31464"/>
                      <a:pt x="9960" y="31853"/>
                      <a:pt x="10147" y="32217"/>
                    </a:cubicBezTo>
                    <a:lnTo>
                      <a:pt x="10054" y="32265"/>
                    </a:lnTo>
                    <a:close/>
                    <a:moveTo>
                      <a:pt x="1192" y="30791"/>
                    </a:moveTo>
                    <a:cubicBezTo>
                      <a:pt x="1088" y="30791"/>
                      <a:pt x="1088" y="30791"/>
                      <a:pt x="1088" y="30791"/>
                    </a:cubicBezTo>
                    <a:cubicBezTo>
                      <a:pt x="1088" y="29550"/>
                      <a:pt x="1088" y="29550"/>
                      <a:pt x="1088" y="29550"/>
                    </a:cubicBezTo>
                    <a:cubicBezTo>
                      <a:pt x="1192" y="29550"/>
                      <a:pt x="1192" y="29550"/>
                      <a:pt x="1192" y="29550"/>
                    </a:cubicBezTo>
                    <a:lnTo>
                      <a:pt x="1192" y="30791"/>
                    </a:lnTo>
                    <a:close/>
                    <a:moveTo>
                      <a:pt x="18392" y="30719"/>
                    </a:moveTo>
                    <a:cubicBezTo>
                      <a:pt x="18289" y="30710"/>
                      <a:pt x="18289" y="30710"/>
                      <a:pt x="18289" y="30710"/>
                    </a:cubicBezTo>
                    <a:cubicBezTo>
                      <a:pt x="18301" y="30578"/>
                      <a:pt x="18307" y="30443"/>
                      <a:pt x="18307" y="30309"/>
                    </a:cubicBezTo>
                    <a:cubicBezTo>
                      <a:pt x="18307" y="29475"/>
                      <a:pt x="18307" y="29475"/>
                      <a:pt x="18307" y="29475"/>
                    </a:cubicBezTo>
                    <a:cubicBezTo>
                      <a:pt x="18411" y="29475"/>
                      <a:pt x="18411" y="29475"/>
                      <a:pt x="18411" y="29475"/>
                    </a:cubicBezTo>
                    <a:cubicBezTo>
                      <a:pt x="18411" y="30309"/>
                      <a:pt x="18411" y="30309"/>
                      <a:pt x="18411" y="30309"/>
                    </a:cubicBezTo>
                    <a:cubicBezTo>
                      <a:pt x="18411" y="30446"/>
                      <a:pt x="18405" y="30584"/>
                      <a:pt x="18392" y="30719"/>
                    </a:cubicBezTo>
                    <a:close/>
                    <a:moveTo>
                      <a:pt x="31073" y="30231"/>
                    </a:moveTo>
                    <a:cubicBezTo>
                      <a:pt x="30653" y="30217"/>
                      <a:pt x="30239" y="30142"/>
                      <a:pt x="29842" y="30008"/>
                    </a:cubicBezTo>
                    <a:cubicBezTo>
                      <a:pt x="29876" y="29910"/>
                      <a:pt x="29876" y="29910"/>
                      <a:pt x="29876" y="29910"/>
                    </a:cubicBezTo>
                    <a:cubicBezTo>
                      <a:pt x="30262" y="30040"/>
                      <a:pt x="30666" y="30113"/>
                      <a:pt x="31077" y="30127"/>
                    </a:cubicBezTo>
                    <a:lnTo>
                      <a:pt x="31073" y="30231"/>
                    </a:lnTo>
                    <a:close/>
                    <a:moveTo>
                      <a:pt x="32319" y="30119"/>
                    </a:moveTo>
                    <a:cubicBezTo>
                      <a:pt x="32295" y="30018"/>
                      <a:pt x="32295" y="30018"/>
                      <a:pt x="32295" y="30018"/>
                    </a:cubicBezTo>
                    <a:cubicBezTo>
                      <a:pt x="32693" y="29924"/>
                      <a:pt x="33075" y="29772"/>
                      <a:pt x="33429" y="29567"/>
                    </a:cubicBezTo>
                    <a:cubicBezTo>
                      <a:pt x="33481" y="29657"/>
                      <a:pt x="33481" y="29657"/>
                      <a:pt x="33481" y="29657"/>
                    </a:cubicBezTo>
                    <a:cubicBezTo>
                      <a:pt x="33118" y="29868"/>
                      <a:pt x="32727" y="30023"/>
                      <a:pt x="32319" y="30119"/>
                    </a:cubicBezTo>
                    <a:close/>
                    <a:moveTo>
                      <a:pt x="9689" y="29834"/>
                    </a:moveTo>
                    <a:cubicBezTo>
                      <a:pt x="9585" y="29834"/>
                      <a:pt x="9585" y="29834"/>
                      <a:pt x="9585" y="29834"/>
                    </a:cubicBezTo>
                    <a:cubicBezTo>
                      <a:pt x="9585" y="28593"/>
                      <a:pt x="9585" y="28593"/>
                      <a:pt x="9585" y="28593"/>
                    </a:cubicBezTo>
                    <a:cubicBezTo>
                      <a:pt x="9689" y="28593"/>
                      <a:pt x="9689" y="28593"/>
                      <a:pt x="9689" y="28593"/>
                    </a:cubicBezTo>
                    <a:lnTo>
                      <a:pt x="9689" y="29834"/>
                    </a:lnTo>
                    <a:close/>
                    <a:moveTo>
                      <a:pt x="28728" y="29439"/>
                    </a:moveTo>
                    <a:cubicBezTo>
                      <a:pt x="28386" y="29196"/>
                      <a:pt x="28082" y="28905"/>
                      <a:pt x="27824" y="28574"/>
                    </a:cubicBezTo>
                    <a:cubicBezTo>
                      <a:pt x="27906" y="28510"/>
                      <a:pt x="27906" y="28510"/>
                      <a:pt x="27906" y="28510"/>
                    </a:cubicBezTo>
                    <a:cubicBezTo>
                      <a:pt x="28158" y="28833"/>
                      <a:pt x="28455" y="29117"/>
                      <a:pt x="28788" y="29355"/>
                    </a:cubicBezTo>
                    <a:lnTo>
                      <a:pt x="28728" y="29439"/>
                    </a:lnTo>
                    <a:close/>
                    <a:moveTo>
                      <a:pt x="34462" y="28880"/>
                    </a:moveTo>
                    <a:cubicBezTo>
                      <a:pt x="34386" y="28809"/>
                      <a:pt x="34386" y="28809"/>
                      <a:pt x="34386" y="28809"/>
                    </a:cubicBezTo>
                    <a:cubicBezTo>
                      <a:pt x="34668" y="28510"/>
                      <a:pt x="34903" y="28173"/>
                      <a:pt x="35086" y="27808"/>
                    </a:cubicBezTo>
                    <a:cubicBezTo>
                      <a:pt x="35179" y="27854"/>
                      <a:pt x="35179" y="27854"/>
                      <a:pt x="35179" y="27854"/>
                    </a:cubicBezTo>
                    <a:cubicBezTo>
                      <a:pt x="34991" y="28229"/>
                      <a:pt x="34750" y="28574"/>
                      <a:pt x="34462" y="28880"/>
                    </a:cubicBezTo>
                    <a:close/>
                    <a:moveTo>
                      <a:pt x="1192" y="28310"/>
                    </a:moveTo>
                    <a:cubicBezTo>
                      <a:pt x="1088" y="28310"/>
                      <a:pt x="1088" y="28310"/>
                      <a:pt x="1088" y="28310"/>
                    </a:cubicBezTo>
                    <a:cubicBezTo>
                      <a:pt x="1088" y="27069"/>
                      <a:pt x="1088" y="27069"/>
                      <a:pt x="1088" y="27069"/>
                    </a:cubicBezTo>
                    <a:cubicBezTo>
                      <a:pt x="1192" y="27069"/>
                      <a:pt x="1192" y="27069"/>
                      <a:pt x="1192" y="27069"/>
                    </a:cubicBezTo>
                    <a:lnTo>
                      <a:pt x="1192" y="28310"/>
                    </a:lnTo>
                    <a:close/>
                    <a:moveTo>
                      <a:pt x="18411" y="28234"/>
                    </a:moveTo>
                    <a:cubicBezTo>
                      <a:pt x="18307" y="28234"/>
                      <a:pt x="18307" y="28234"/>
                      <a:pt x="18307" y="28234"/>
                    </a:cubicBezTo>
                    <a:cubicBezTo>
                      <a:pt x="18307" y="26993"/>
                      <a:pt x="18307" y="26993"/>
                      <a:pt x="18307" y="26993"/>
                    </a:cubicBezTo>
                    <a:cubicBezTo>
                      <a:pt x="18411" y="26993"/>
                      <a:pt x="18411" y="26993"/>
                      <a:pt x="18411" y="26993"/>
                    </a:cubicBezTo>
                    <a:lnTo>
                      <a:pt x="18411" y="28234"/>
                    </a:lnTo>
                    <a:close/>
                    <a:moveTo>
                      <a:pt x="27206" y="27486"/>
                    </a:moveTo>
                    <a:cubicBezTo>
                      <a:pt x="27055" y="27096"/>
                      <a:pt x="26962" y="26686"/>
                      <a:pt x="26930" y="26266"/>
                    </a:cubicBezTo>
                    <a:cubicBezTo>
                      <a:pt x="27034" y="26258"/>
                      <a:pt x="27034" y="26258"/>
                      <a:pt x="27034" y="26258"/>
                    </a:cubicBezTo>
                    <a:cubicBezTo>
                      <a:pt x="27065" y="26668"/>
                      <a:pt x="27156" y="27068"/>
                      <a:pt x="27303" y="27449"/>
                    </a:cubicBezTo>
                    <a:lnTo>
                      <a:pt x="27206" y="27486"/>
                    </a:lnTo>
                    <a:close/>
                    <a:moveTo>
                      <a:pt x="9689" y="27352"/>
                    </a:moveTo>
                    <a:cubicBezTo>
                      <a:pt x="9585" y="27352"/>
                      <a:pt x="9585" y="27352"/>
                      <a:pt x="9585" y="27352"/>
                    </a:cubicBezTo>
                    <a:cubicBezTo>
                      <a:pt x="9585" y="26112"/>
                      <a:pt x="9585" y="26112"/>
                      <a:pt x="9585" y="26112"/>
                    </a:cubicBezTo>
                    <a:cubicBezTo>
                      <a:pt x="9689" y="26112"/>
                      <a:pt x="9689" y="26112"/>
                      <a:pt x="9689" y="26112"/>
                    </a:cubicBezTo>
                    <a:lnTo>
                      <a:pt x="9689" y="27352"/>
                    </a:lnTo>
                    <a:close/>
                    <a:moveTo>
                      <a:pt x="35569" y="26666"/>
                    </a:moveTo>
                    <a:cubicBezTo>
                      <a:pt x="35466" y="26648"/>
                      <a:pt x="35466" y="26648"/>
                      <a:pt x="35466" y="26648"/>
                    </a:cubicBezTo>
                    <a:cubicBezTo>
                      <a:pt x="35506" y="26413"/>
                      <a:pt x="35527" y="26173"/>
                      <a:pt x="35527" y="25932"/>
                    </a:cubicBezTo>
                    <a:cubicBezTo>
                      <a:pt x="35527" y="25420"/>
                      <a:pt x="35527" y="25420"/>
                      <a:pt x="35527" y="25420"/>
                    </a:cubicBezTo>
                    <a:cubicBezTo>
                      <a:pt x="35631" y="25420"/>
                      <a:pt x="35631" y="25420"/>
                      <a:pt x="35631" y="25420"/>
                    </a:cubicBezTo>
                    <a:cubicBezTo>
                      <a:pt x="35631" y="25932"/>
                      <a:pt x="35631" y="25932"/>
                      <a:pt x="35631" y="25932"/>
                    </a:cubicBezTo>
                    <a:cubicBezTo>
                      <a:pt x="35631" y="26179"/>
                      <a:pt x="35610" y="26425"/>
                      <a:pt x="35569" y="26666"/>
                    </a:cubicBezTo>
                    <a:close/>
                    <a:moveTo>
                      <a:pt x="1192" y="25828"/>
                    </a:moveTo>
                    <a:cubicBezTo>
                      <a:pt x="1088" y="25828"/>
                      <a:pt x="1088" y="25828"/>
                      <a:pt x="1088" y="25828"/>
                    </a:cubicBezTo>
                    <a:cubicBezTo>
                      <a:pt x="1088" y="25202"/>
                      <a:pt x="1088" y="25202"/>
                      <a:pt x="1088" y="25202"/>
                    </a:cubicBezTo>
                    <a:cubicBezTo>
                      <a:pt x="1088" y="24995"/>
                      <a:pt x="1103" y="24786"/>
                      <a:pt x="1132" y="24583"/>
                    </a:cubicBezTo>
                    <a:cubicBezTo>
                      <a:pt x="1235" y="24597"/>
                      <a:pt x="1235" y="24597"/>
                      <a:pt x="1235" y="24597"/>
                    </a:cubicBezTo>
                    <a:cubicBezTo>
                      <a:pt x="1207" y="24796"/>
                      <a:pt x="1192" y="25000"/>
                      <a:pt x="1192" y="25202"/>
                    </a:cubicBezTo>
                    <a:lnTo>
                      <a:pt x="1192" y="25828"/>
                    </a:lnTo>
                    <a:close/>
                    <a:moveTo>
                      <a:pt x="18411" y="25753"/>
                    </a:moveTo>
                    <a:cubicBezTo>
                      <a:pt x="18307" y="25753"/>
                      <a:pt x="18307" y="25753"/>
                      <a:pt x="18307" y="25753"/>
                    </a:cubicBezTo>
                    <a:cubicBezTo>
                      <a:pt x="18307" y="24512"/>
                      <a:pt x="18307" y="24512"/>
                      <a:pt x="18307" y="24512"/>
                    </a:cubicBezTo>
                    <a:cubicBezTo>
                      <a:pt x="18411" y="24512"/>
                      <a:pt x="18411" y="24512"/>
                      <a:pt x="18411" y="24512"/>
                    </a:cubicBezTo>
                    <a:lnTo>
                      <a:pt x="18411" y="25753"/>
                    </a:lnTo>
                    <a:close/>
                    <a:moveTo>
                      <a:pt x="27021" y="25022"/>
                    </a:moveTo>
                    <a:cubicBezTo>
                      <a:pt x="26917" y="25022"/>
                      <a:pt x="26917" y="25022"/>
                      <a:pt x="26917" y="25022"/>
                    </a:cubicBezTo>
                    <a:cubicBezTo>
                      <a:pt x="26917" y="23781"/>
                      <a:pt x="26917" y="23781"/>
                      <a:pt x="26917" y="23781"/>
                    </a:cubicBezTo>
                    <a:cubicBezTo>
                      <a:pt x="27021" y="23781"/>
                      <a:pt x="27021" y="23781"/>
                      <a:pt x="27021" y="23781"/>
                    </a:cubicBezTo>
                    <a:lnTo>
                      <a:pt x="27021" y="25022"/>
                    </a:lnTo>
                    <a:close/>
                    <a:moveTo>
                      <a:pt x="9573" y="24875"/>
                    </a:moveTo>
                    <a:cubicBezTo>
                      <a:pt x="9541" y="24466"/>
                      <a:pt x="9450" y="24066"/>
                      <a:pt x="9303" y="23685"/>
                    </a:cubicBezTo>
                    <a:cubicBezTo>
                      <a:pt x="9399" y="23647"/>
                      <a:pt x="9399" y="23647"/>
                      <a:pt x="9399" y="23647"/>
                    </a:cubicBezTo>
                    <a:cubicBezTo>
                      <a:pt x="9551" y="24038"/>
                      <a:pt x="9644" y="24448"/>
                      <a:pt x="9676" y="24867"/>
                    </a:cubicBezTo>
                    <a:lnTo>
                      <a:pt x="9573" y="24875"/>
                    </a:lnTo>
                    <a:close/>
                    <a:moveTo>
                      <a:pt x="35631" y="24179"/>
                    </a:moveTo>
                    <a:cubicBezTo>
                      <a:pt x="35527" y="24179"/>
                      <a:pt x="35527" y="24179"/>
                      <a:pt x="35527" y="24179"/>
                    </a:cubicBezTo>
                    <a:cubicBezTo>
                      <a:pt x="35527" y="22938"/>
                      <a:pt x="35527" y="22938"/>
                      <a:pt x="35527" y="22938"/>
                    </a:cubicBezTo>
                    <a:cubicBezTo>
                      <a:pt x="35631" y="22938"/>
                      <a:pt x="35631" y="22938"/>
                      <a:pt x="35631" y="22938"/>
                    </a:cubicBezTo>
                    <a:lnTo>
                      <a:pt x="35631" y="24179"/>
                    </a:lnTo>
                    <a:close/>
                    <a:moveTo>
                      <a:pt x="1584" y="23428"/>
                    </a:moveTo>
                    <a:cubicBezTo>
                      <a:pt x="1490" y="23384"/>
                      <a:pt x="1490" y="23384"/>
                      <a:pt x="1490" y="23384"/>
                    </a:cubicBezTo>
                    <a:cubicBezTo>
                      <a:pt x="1668" y="23004"/>
                      <a:pt x="1899" y="22653"/>
                      <a:pt x="2179" y="22339"/>
                    </a:cubicBezTo>
                    <a:cubicBezTo>
                      <a:pt x="2257" y="22409"/>
                      <a:pt x="2257" y="22409"/>
                      <a:pt x="2257" y="22409"/>
                    </a:cubicBezTo>
                    <a:cubicBezTo>
                      <a:pt x="1984" y="22715"/>
                      <a:pt x="1757" y="23058"/>
                      <a:pt x="1584" y="23428"/>
                    </a:cubicBezTo>
                    <a:close/>
                    <a:moveTo>
                      <a:pt x="18411" y="23271"/>
                    </a:moveTo>
                    <a:cubicBezTo>
                      <a:pt x="18307" y="23271"/>
                      <a:pt x="18307" y="23271"/>
                      <a:pt x="18307" y="23271"/>
                    </a:cubicBezTo>
                    <a:cubicBezTo>
                      <a:pt x="18307" y="22031"/>
                      <a:pt x="18307" y="22031"/>
                      <a:pt x="18307" y="22031"/>
                    </a:cubicBezTo>
                    <a:cubicBezTo>
                      <a:pt x="18411" y="22031"/>
                      <a:pt x="18411" y="22031"/>
                      <a:pt x="18411" y="22031"/>
                    </a:cubicBezTo>
                    <a:lnTo>
                      <a:pt x="18411" y="23271"/>
                    </a:lnTo>
                    <a:close/>
                    <a:moveTo>
                      <a:pt x="8700" y="22623"/>
                    </a:moveTo>
                    <a:cubicBezTo>
                      <a:pt x="8448" y="22300"/>
                      <a:pt x="8151" y="22016"/>
                      <a:pt x="7817" y="21779"/>
                    </a:cubicBezTo>
                    <a:cubicBezTo>
                      <a:pt x="7877" y="21695"/>
                      <a:pt x="7877" y="21695"/>
                      <a:pt x="7877" y="21695"/>
                    </a:cubicBezTo>
                    <a:cubicBezTo>
                      <a:pt x="8219" y="21938"/>
                      <a:pt x="8524" y="22229"/>
                      <a:pt x="8782" y="22559"/>
                    </a:cubicBezTo>
                    <a:lnTo>
                      <a:pt x="8700" y="22623"/>
                    </a:lnTo>
                    <a:close/>
                    <a:moveTo>
                      <a:pt x="27021" y="22541"/>
                    </a:moveTo>
                    <a:cubicBezTo>
                      <a:pt x="26917" y="22541"/>
                      <a:pt x="26917" y="22541"/>
                      <a:pt x="26917" y="22541"/>
                    </a:cubicBezTo>
                    <a:cubicBezTo>
                      <a:pt x="26917" y="21300"/>
                      <a:pt x="26917" y="21300"/>
                      <a:pt x="26917" y="21300"/>
                    </a:cubicBezTo>
                    <a:cubicBezTo>
                      <a:pt x="27021" y="21300"/>
                      <a:pt x="27021" y="21300"/>
                      <a:pt x="27021" y="21300"/>
                    </a:cubicBezTo>
                    <a:lnTo>
                      <a:pt x="27021" y="22541"/>
                    </a:lnTo>
                    <a:close/>
                    <a:moveTo>
                      <a:pt x="35631" y="21698"/>
                    </a:moveTo>
                    <a:cubicBezTo>
                      <a:pt x="35527" y="21698"/>
                      <a:pt x="35527" y="21698"/>
                      <a:pt x="35527" y="21698"/>
                    </a:cubicBezTo>
                    <a:cubicBezTo>
                      <a:pt x="35527" y="20457"/>
                      <a:pt x="35527" y="20457"/>
                      <a:pt x="35527" y="20457"/>
                    </a:cubicBezTo>
                    <a:cubicBezTo>
                      <a:pt x="35631" y="20457"/>
                      <a:pt x="35631" y="20457"/>
                      <a:pt x="35631" y="20457"/>
                    </a:cubicBezTo>
                    <a:lnTo>
                      <a:pt x="35631" y="21698"/>
                    </a:lnTo>
                    <a:close/>
                    <a:moveTo>
                      <a:pt x="3193" y="21625"/>
                    </a:moveTo>
                    <a:cubicBezTo>
                      <a:pt x="3139" y="21536"/>
                      <a:pt x="3139" y="21536"/>
                      <a:pt x="3139" y="21536"/>
                    </a:cubicBezTo>
                    <a:cubicBezTo>
                      <a:pt x="3497" y="21316"/>
                      <a:pt x="3883" y="21150"/>
                      <a:pt x="4289" y="21044"/>
                    </a:cubicBezTo>
                    <a:cubicBezTo>
                      <a:pt x="4315" y="21144"/>
                      <a:pt x="4315" y="21144"/>
                      <a:pt x="4315" y="21144"/>
                    </a:cubicBezTo>
                    <a:cubicBezTo>
                      <a:pt x="3920" y="21248"/>
                      <a:pt x="3542" y="21410"/>
                      <a:pt x="3193" y="21625"/>
                    </a:cubicBezTo>
                    <a:close/>
                    <a:moveTo>
                      <a:pt x="6730" y="21224"/>
                    </a:moveTo>
                    <a:cubicBezTo>
                      <a:pt x="6343" y="21094"/>
                      <a:pt x="5939" y="21021"/>
                      <a:pt x="5528" y="21008"/>
                    </a:cubicBezTo>
                    <a:cubicBezTo>
                      <a:pt x="5532" y="20904"/>
                      <a:pt x="5532" y="20904"/>
                      <a:pt x="5532" y="20904"/>
                    </a:cubicBezTo>
                    <a:cubicBezTo>
                      <a:pt x="5953" y="20918"/>
                      <a:pt x="6367" y="20992"/>
                      <a:pt x="6763" y="21126"/>
                    </a:cubicBezTo>
                    <a:lnTo>
                      <a:pt x="6730" y="21224"/>
                    </a:lnTo>
                    <a:close/>
                    <a:moveTo>
                      <a:pt x="18411" y="20790"/>
                    </a:moveTo>
                    <a:cubicBezTo>
                      <a:pt x="18307" y="20790"/>
                      <a:pt x="18307" y="20790"/>
                      <a:pt x="18307" y="20790"/>
                    </a:cubicBezTo>
                    <a:cubicBezTo>
                      <a:pt x="18307" y="19549"/>
                      <a:pt x="18307" y="19549"/>
                      <a:pt x="18307" y="19549"/>
                    </a:cubicBezTo>
                    <a:cubicBezTo>
                      <a:pt x="18411" y="19549"/>
                      <a:pt x="18411" y="19549"/>
                      <a:pt x="18411" y="19549"/>
                    </a:cubicBezTo>
                    <a:lnTo>
                      <a:pt x="18411" y="20790"/>
                    </a:lnTo>
                    <a:close/>
                    <a:moveTo>
                      <a:pt x="27021" y="20059"/>
                    </a:moveTo>
                    <a:cubicBezTo>
                      <a:pt x="26917" y="20059"/>
                      <a:pt x="26917" y="20059"/>
                      <a:pt x="26917" y="20059"/>
                    </a:cubicBezTo>
                    <a:cubicBezTo>
                      <a:pt x="26917" y="18819"/>
                      <a:pt x="26917" y="18819"/>
                      <a:pt x="26917" y="18819"/>
                    </a:cubicBezTo>
                    <a:cubicBezTo>
                      <a:pt x="27021" y="18819"/>
                      <a:pt x="27021" y="18819"/>
                      <a:pt x="27021" y="18819"/>
                    </a:cubicBezTo>
                    <a:lnTo>
                      <a:pt x="27021" y="20059"/>
                    </a:lnTo>
                    <a:close/>
                    <a:moveTo>
                      <a:pt x="35631" y="19216"/>
                    </a:moveTo>
                    <a:cubicBezTo>
                      <a:pt x="35527" y="19216"/>
                      <a:pt x="35527" y="19216"/>
                      <a:pt x="35527" y="19216"/>
                    </a:cubicBezTo>
                    <a:cubicBezTo>
                      <a:pt x="35527" y="17976"/>
                      <a:pt x="35527" y="17976"/>
                      <a:pt x="35527" y="17976"/>
                    </a:cubicBezTo>
                    <a:cubicBezTo>
                      <a:pt x="35631" y="17976"/>
                      <a:pt x="35631" y="17976"/>
                      <a:pt x="35631" y="17976"/>
                    </a:cubicBezTo>
                    <a:lnTo>
                      <a:pt x="35631" y="19216"/>
                    </a:lnTo>
                    <a:close/>
                    <a:moveTo>
                      <a:pt x="18411" y="18309"/>
                    </a:moveTo>
                    <a:cubicBezTo>
                      <a:pt x="18307" y="18309"/>
                      <a:pt x="18307" y="18309"/>
                      <a:pt x="18307" y="18309"/>
                    </a:cubicBezTo>
                    <a:cubicBezTo>
                      <a:pt x="18307" y="17068"/>
                      <a:pt x="18307" y="17068"/>
                      <a:pt x="18307" y="17068"/>
                    </a:cubicBezTo>
                    <a:cubicBezTo>
                      <a:pt x="18411" y="17068"/>
                      <a:pt x="18411" y="17068"/>
                      <a:pt x="18411" y="17068"/>
                    </a:cubicBezTo>
                    <a:lnTo>
                      <a:pt x="18411" y="18309"/>
                    </a:lnTo>
                    <a:close/>
                    <a:moveTo>
                      <a:pt x="27021" y="17578"/>
                    </a:moveTo>
                    <a:cubicBezTo>
                      <a:pt x="26917" y="17578"/>
                      <a:pt x="26917" y="17578"/>
                      <a:pt x="26917" y="17578"/>
                    </a:cubicBezTo>
                    <a:cubicBezTo>
                      <a:pt x="26917" y="16337"/>
                      <a:pt x="26917" y="16337"/>
                      <a:pt x="26917" y="16337"/>
                    </a:cubicBezTo>
                    <a:cubicBezTo>
                      <a:pt x="27021" y="16337"/>
                      <a:pt x="27021" y="16337"/>
                      <a:pt x="27021" y="16337"/>
                    </a:cubicBezTo>
                    <a:lnTo>
                      <a:pt x="27021" y="17578"/>
                    </a:lnTo>
                    <a:close/>
                    <a:moveTo>
                      <a:pt x="35631" y="16735"/>
                    </a:moveTo>
                    <a:cubicBezTo>
                      <a:pt x="35527" y="16735"/>
                      <a:pt x="35527" y="16735"/>
                      <a:pt x="35527" y="16735"/>
                    </a:cubicBezTo>
                    <a:cubicBezTo>
                      <a:pt x="35527" y="15494"/>
                      <a:pt x="35527" y="15494"/>
                      <a:pt x="35527" y="15494"/>
                    </a:cubicBezTo>
                    <a:cubicBezTo>
                      <a:pt x="35631" y="15494"/>
                      <a:pt x="35631" y="15494"/>
                      <a:pt x="35631" y="15494"/>
                    </a:cubicBezTo>
                    <a:lnTo>
                      <a:pt x="35631" y="16735"/>
                    </a:lnTo>
                    <a:close/>
                    <a:moveTo>
                      <a:pt x="45281" y="16484"/>
                    </a:moveTo>
                    <a:cubicBezTo>
                      <a:pt x="44949" y="16227"/>
                      <a:pt x="44671" y="15895"/>
                      <a:pt x="44475" y="15524"/>
                    </a:cubicBezTo>
                    <a:cubicBezTo>
                      <a:pt x="44567" y="15476"/>
                      <a:pt x="44567" y="15476"/>
                      <a:pt x="44567" y="15476"/>
                    </a:cubicBezTo>
                    <a:cubicBezTo>
                      <a:pt x="44756" y="15833"/>
                      <a:pt x="45025" y="16154"/>
                      <a:pt x="45345" y="16402"/>
                    </a:cubicBezTo>
                    <a:lnTo>
                      <a:pt x="45281" y="16484"/>
                    </a:lnTo>
                    <a:close/>
                    <a:moveTo>
                      <a:pt x="18411" y="15827"/>
                    </a:moveTo>
                    <a:cubicBezTo>
                      <a:pt x="18307" y="15827"/>
                      <a:pt x="18307" y="15827"/>
                      <a:pt x="18307" y="15827"/>
                    </a:cubicBezTo>
                    <a:cubicBezTo>
                      <a:pt x="18307" y="15371"/>
                      <a:pt x="18307" y="15371"/>
                      <a:pt x="18307" y="15371"/>
                    </a:cubicBezTo>
                    <a:cubicBezTo>
                      <a:pt x="18307" y="15106"/>
                      <a:pt x="18332" y="14840"/>
                      <a:pt x="18380" y="14582"/>
                    </a:cubicBezTo>
                    <a:cubicBezTo>
                      <a:pt x="18482" y="14601"/>
                      <a:pt x="18482" y="14601"/>
                      <a:pt x="18482" y="14601"/>
                    </a:cubicBezTo>
                    <a:cubicBezTo>
                      <a:pt x="18435" y="14853"/>
                      <a:pt x="18411" y="15112"/>
                      <a:pt x="18411" y="15371"/>
                    </a:cubicBezTo>
                    <a:lnTo>
                      <a:pt x="18411" y="15827"/>
                    </a:lnTo>
                    <a:close/>
                    <a:moveTo>
                      <a:pt x="26909" y="15100"/>
                    </a:moveTo>
                    <a:cubicBezTo>
                      <a:pt x="26883" y="14690"/>
                      <a:pt x="26797" y="14289"/>
                      <a:pt x="26655" y="13906"/>
                    </a:cubicBezTo>
                    <a:cubicBezTo>
                      <a:pt x="26752" y="13870"/>
                      <a:pt x="26752" y="13870"/>
                      <a:pt x="26752" y="13870"/>
                    </a:cubicBezTo>
                    <a:cubicBezTo>
                      <a:pt x="26898" y="14262"/>
                      <a:pt x="26986" y="14674"/>
                      <a:pt x="27013" y="15093"/>
                    </a:cubicBezTo>
                    <a:lnTo>
                      <a:pt x="26909" y="15100"/>
                    </a:lnTo>
                    <a:close/>
                    <a:moveTo>
                      <a:pt x="44141" y="14316"/>
                    </a:moveTo>
                    <a:cubicBezTo>
                      <a:pt x="44138" y="14261"/>
                      <a:pt x="44137" y="14206"/>
                      <a:pt x="44137" y="14150"/>
                    </a:cubicBezTo>
                    <a:cubicBezTo>
                      <a:pt x="44137" y="13073"/>
                      <a:pt x="44137" y="13073"/>
                      <a:pt x="44137" y="13073"/>
                    </a:cubicBezTo>
                    <a:cubicBezTo>
                      <a:pt x="44241" y="13073"/>
                      <a:pt x="44241" y="13073"/>
                      <a:pt x="44241" y="13073"/>
                    </a:cubicBezTo>
                    <a:cubicBezTo>
                      <a:pt x="44241" y="14150"/>
                      <a:pt x="44241" y="14150"/>
                      <a:pt x="44241" y="14150"/>
                    </a:cubicBezTo>
                    <a:cubicBezTo>
                      <a:pt x="44241" y="14204"/>
                      <a:pt x="44242" y="14257"/>
                      <a:pt x="44245" y="14311"/>
                    </a:cubicBezTo>
                    <a:lnTo>
                      <a:pt x="44141" y="14316"/>
                    </a:lnTo>
                    <a:close/>
                    <a:moveTo>
                      <a:pt x="35631" y="14254"/>
                    </a:moveTo>
                    <a:cubicBezTo>
                      <a:pt x="35527" y="14254"/>
                      <a:pt x="35527" y="14254"/>
                      <a:pt x="35527" y="14254"/>
                    </a:cubicBezTo>
                    <a:cubicBezTo>
                      <a:pt x="35527" y="13013"/>
                      <a:pt x="35527" y="13013"/>
                      <a:pt x="35527" y="13013"/>
                    </a:cubicBezTo>
                    <a:cubicBezTo>
                      <a:pt x="35631" y="13013"/>
                      <a:pt x="35631" y="13013"/>
                      <a:pt x="35631" y="13013"/>
                    </a:cubicBezTo>
                    <a:lnTo>
                      <a:pt x="35631" y="14254"/>
                    </a:lnTo>
                    <a:close/>
                    <a:moveTo>
                      <a:pt x="18878" y="13446"/>
                    </a:moveTo>
                    <a:cubicBezTo>
                      <a:pt x="18785" y="13398"/>
                      <a:pt x="18785" y="13398"/>
                      <a:pt x="18785" y="13398"/>
                    </a:cubicBezTo>
                    <a:cubicBezTo>
                      <a:pt x="18978" y="13026"/>
                      <a:pt x="19224" y="12684"/>
                      <a:pt x="19516" y="12382"/>
                    </a:cubicBezTo>
                    <a:cubicBezTo>
                      <a:pt x="19590" y="12454"/>
                      <a:pt x="19590" y="12454"/>
                      <a:pt x="19590" y="12454"/>
                    </a:cubicBezTo>
                    <a:cubicBezTo>
                      <a:pt x="19305" y="12749"/>
                      <a:pt x="19066" y="13083"/>
                      <a:pt x="18878" y="13446"/>
                    </a:cubicBezTo>
                    <a:close/>
                    <a:moveTo>
                      <a:pt x="26066" y="12837"/>
                    </a:moveTo>
                    <a:cubicBezTo>
                      <a:pt x="25819" y="12510"/>
                      <a:pt x="25526" y="12223"/>
                      <a:pt x="25195" y="11981"/>
                    </a:cubicBezTo>
                    <a:cubicBezTo>
                      <a:pt x="25256" y="11897"/>
                      <a:pt x="25256" y="11897"/>
                      <a:pt x="25256" y="11897"/>
                    </a:cubicBezTo>
                    <a:cubicBezTo>
                      <a:pt x="25595" y="12145"/>
                      <a:pt x="25895" y="12440"/>
                      <a:pt x="26149" y="12774"/>
                    </a:cubicBezTo>
                    <a:lnTo>
                      <a:pt x="26066" y="12837"/>
                    </a:lnTo>
                    <a:close/>
                    <a:moveTo>
                      <a:pt x="44241" y="11832"/>
                    </a:moveTo>
                    <a:cubicBezTo>
                      <a:pt x="44137" y="11832"/>
                      <a:pt x="44137" y="11832"/>
                      <a:pt x="44137" y="11832"/>
                    </a:cubicBezTo>
                    <a:cubicBezTo>
                      <a:pt x="44137" y="10592"/>
                      <a:pt x="44137" y="10592"/>
                      <a:pt x="44137" y="10592"/>
                    </a:cubicBezTo>
                    <a:cubicBezTo>
                      <a:pt x="44241" y="10592"/>
                      <a:pt x="44241" y="10592"/>
                      <a:pt x="44241" y="10592"/>
                    </a:cubicBezTo>
                    <a:lnTo>
                      <a:pt x="44241" y="11832"/>
                    </a:lnTo>
                    <a:close/>
                    <a:moveTo>
                      <a:pt x="35631" y="11772"/>
                    </a:moveTo>
                    <a:cubicBezTo>
                      <a:pt x="35527" y="11772"/>
                      <a:pt x="35527" y="11772"/>
                      <a:pt x="35527" y="11772"/>
                    </a:cubicBezTo>
                    <a:cubicBezTo>
                      <a:pt x="35527" y="10532"/>
                      <a:pt x="35527" y="10532"/>
                      <a:pt x="35527" y="10532"/>
                    </a:cubicBezTo>
                    <a:cubicBezTo>
                      <a:pt x="35631" y="10532"/>
                      <a:pt x="35631" y="10532"/>
                      <a:pt x="35631" y="10532"/>
                    </a:cubicBezTo>
                    <a:lnTo>
                      <a:pt x="35631" y="11772"/>
                    </a:lnTo>
                    <a:close/>
                    <a:moveTo>
                      <a:pt x="20557" y="11709"/>
                    </a:moveTo>
                    <a:cubicBezTo>
                      <a:pt x="20506" y="11618"/>
                      <a:pt x="20506" y="11618"/>
                      <a:pt x="20506" y="11618"/>
                    </a:cubicBezTo>
                    <a:cubicBezTo>
                      <a:pt x="20872" y="11412"/>
                      <a:pt x="21266" y="11262"/>
                      <a:pt x="21675" y="11172"/>
                    </a:cubicBezTo>
                    <a:cubicBezTo>
                      <a:pt x="21697" y="11273"/>
                      <a:pt x="21697" y="11273"/>
                      <a:pt x="21697" y="11273"/>
                    </a:cubicBezTo>
                    <a:cubicBezTo>
                      <a:pt x="21298" y="11361"/>
                      <a:pt x="20914" y="11508"/>
                      <a:pt x="20557" y="11709"/>
                    </a:cubicBezTo>
                    <a:close/>
                    <a:moveTo>
                      <a:pt x="24115" y="11411"/>
                    </a:moveTo>
                    <a:cubicBezTo>
                      <a:pt x="23730" y="11276"/>
                      <a:pt x="23327" y="11198"/>
                      <a:pt x="22917" y="11179"/>
                    </a:cubicBezTo>
                    <a:cubicBezTo>
                      <a:pt x="22922" y="11075"/>
                      <a:pt x="22922" y="11075"/>
                      <a:pt x="22922" y="11075"/>
                    </a:cubicBezTo>
                    <a:cubicBezTo>
                      <a:pt x="23342" y="11094"/>
                      <a:pt x="23755" y="11174"/>
                      <a:pt x="24150" y="11313"/>
                    </a:cubicBezTo>
                    <a:lnTo>
                      <a:pt x="24115" y="11411"/>
                    </a:lnTo>
                    <a:close/>
                    <a:moveTo>
                      <a:pt x="44241" y="9351"/>
                    </a:moveTo>
                    <a:cubicBezTo>
                      <a:pt x="44137" y="9351"/>
                      <a:pt x="44137" y="9351"/>
                      <a:pt x="44137" y="9351"/>
                    </a:cubicBezTo>
                    <a:cubicBezTo>
                      <a:pt x="44137" y="8110"/>
                      <a:pt x="44137" y="8110"/>
                      <a:pt x="44137" y="8110"/>
                    </a:cubicBezTo>
                    <a:cubicBezTo>
                      <a:pt x="44241" y="8110"/>
                      <a:pt x="44241" y="8110"/>
                      <a:pt x="44241" y="8110"/>
                    </a:cubicBezTo>
                    <a:lnTo>
                      <a:pt x="44241" y="9351"/>
                    </a:lnTo>
                    <a:close/>
                    <a:moveTo>
                      <a:pt x="35631" y="9291"/>
                    </a:moveTo>
                    <a:cubicBezTo>
                      <a:pt x="35527" y="9291"/>
                      <a:pt x="35527" y="9291"/>
                      <a:pt x="35527" y="9291"/>
                    </a:cubicBezTo>
                    <a:cubicBezTo>
                      <a:pt x="35527" y="8050"/>
                      <a:pt x="35527" y="8050"/>
                      <a:pt x="35527" y="8050"/>
                    </a:cubicBezTo>
                    <a:cubicBezTo>
                      <a:pt x="35631" y="8050"/>
                      <a:pt x="35631" y="8050"/>
                      <a:pt x="35631" y="8050"/>
                    </a:cubicBezTo>
                    <a:lnTo>
                      <a:pt x="35631" y="9291"/>
                    </a:lnTo>
                    <a:close/>
                    <a:moveTo>
                      <a:pt x="44241" y="6870"/>
                    </a:moveTo>
                    <a:cubicBezTo>
                      <a:pt x="44137" y="6870"/>
                      <a:pt x="44137" y="6870"/>
                      <a:pt x="44137" y="6870"/>
                    </a:cubicBezTo>
                    <a:cubicBezTo>
                      <a:pt x="44137" y="5629"/>
                      <a:pt x="44137" y="5629"/>
                      <a:pt x="44137" y="5629"/>
                    </a:cubicBezTo>
                    <a:cubicBezTo>
                      <a:pt x="44241" y="5629"/>
                      <a:pt x="44241" y="5629"/>
                      <a:pt x="44241" y="5629"/>
                    </a:cubicBezTo>
                    <a:lnTo>
                      <a:pt x="44241" y="6870"/>
                    </a:lnTo>
                    <a:close/>
                    <a:moveTo>
                      <a:pt x="35631" y="6810"/>
                    </a:moveTo>
                    <a:cubicBezTo>
                      <a:pt x="35527" y="6810"/>
                      <a:pt x="35527" y="6810"/>
                      <a:pt x="35527" y="6810"/>
                    </a:cubicBezTo>
                    <a:cubicBezTo>
                      <a:pt x="35527" y="5569"/>
                      <a:pt x="35527" y="5569"/>
                      <a:pt x="35527" y="5569"/>
                    </a:cubicBezTo>
                    <a:cubicBezTo>
                      <a:pt x="35631" y="5569"/>
                      <a:pt x="35631" y="5569"/>
                      <a:pt x="35631" y="5569"/>
                    </a:cubicBezTo>
                    <a:lnTo>
                      <a:pt x="35631" y="6810"/>
                    </a:lnTo>
                    <a:close/>
                    <a:moveTo>
                      <a:pt x="44241" y="4388"/>
                    </a:moveTo>
                    <a:cubicBezTo>
                      <a:pt x="44137" y="4388"/>
                      <a:pt x="44137" y="4388"/>
                      <a:pt x="44137" y="4388"/>
                    </a:cubicBezTo>
                    <a:cubicBezTo>
                      <a:pt x="44137" y="4267"/>
                      <a:pt x="44137" y="4267"/>
                      <a:pt x="44137" y="4267"/>
                    </a:cubicBezTo>
                    <a:cubicBezTo>
                      <a:pt x="44136" y="3896"/>
                      <a:pt x="44088" y="3528"/>
                      <a:pt x="43993" y="3174"/>
                    </a:cubicBezTo>
                    <a:cubicBezTo>
                      <a:pt x="44093" y="3147"/>
                      <a:pt x="44093" y="3147"/>
                      <a:pt x="44093" y="3147"/>
                    </a:cubicBezTo>
                    <a:cubicBezTo>
                      <a:pt x="44191" y="3510"/>
                      <a:pt x="44240" y="3887"/>
                      <a:pt x="44241" y="4267"/>
                    </a:cubicBezTo>
                    <a:lnTo>
                      <a:pt x="44241" y="4388"/>
                    </a:lnTo>
                    <a:close/>
                    <a:moveTo>
                      <a:pt x="35631" y="4328"/>
                    </a:moveTo>
                    <a:cubicBezTo>
                      <a:pt x="35527" y="4328"/>
                      <a:pt x="35527" y="4328"/>
                      <a:pt x="35527" y="4328"/>
                    </a:cubicBezTo>
                    <a:cubicBezTo>
                      <a:pt x="35527" y="4267"/>
                      <a:pt x="35527" y="4267"/>
                      <a:pt x="35527" y="4267"/>
                    </a:cubicBezTo>
                    <a:cubicBezTo>
                      <a:pt x="35527" y="3866"/>
                      <a:pt x="35582" y="3470"/>
                      <a:pt x="35690" y="3089"/>
                    </a:cubicBezTo>
                    <a:cubicBezTo>
                      <a:pt x="35790" y="3117"/>
                      <a:pt x="35790" y="3117"/>
                      <a:pt x="35790" y="3117"/>
                    </a:cubicBezTo>
                    <a:cubicBezTo>
                      <a:pt x="35684" y="3489"/>
                      <a:pt x="35631" y="3876"/>
                      <a:pt x="35631" y="4267"/>
                    </a:cubicBezTo>
                    <a:lnTo>
                      <a:pt x="35631" y="4328"/>
                    </a:lnTo>
                    <a:close/>
                    <a:moveTo>
                      <a:pt x="43507" y="2054"/>
                    </a:moveTo>
                    <a:cubicBezTo>
                      <a:pt x="43291" y="1707"/>
                      <a:pt x="43025" y="1393"/>
                      <a:pt x="42719" y="1122"/>
                    </a:cubicBezTo>
                    <a:cubicBezTo>
                      <a:pt x="42787" y="1044"/>
                      <a:pt x="42787" y="1044"/>
                      <a:pt x="42787" y="1044"/>
                    </a:cubicBezTo>
                    <a:cubicBezTo>
                      <a:pt x="43102" y="1322"/>
                      <a:pt x="43374" y="1643"/>
                      <a:pt x="43595" y="2000"/>
                    </a:cubicBezTo>
                    <a:lnTo>
                      <a:pt x="43507" y="2054"/>
                    </a:lnTo>
                    <a:close/>
                    <a:moveTo>
                      <a:pt x="36293" y="2004"/>
                    </a:moveTo>
                    <a:cubicBezTo>
                      <a:pt x="36205" y="1948"/>
                      <a:pt x="36205" y="1948"/>
                      <a:pt x="36205" y="1948"/>
                    </a:cubicBezTo>
                    <a:cubicBezTo>
                      <a:pt x="36431" y="1595"/>
                      <a:pt x="36708" y="1278"/>
                      <a:pt x="37026" y="1004"/>
                    </a:cubicBezTo>
                    <a:cubicBezTo>
                      <a:pt x="37094" y="1083"/>
                      <a:pt x="37094" y="1083"/>
                      <a:pt x="37094" y="1083"/>
                    </a:cubicBezTo>
                    <a:cubicBezTo>
                      <a:pt x="36783" y="1350"/>
                      <a:pt x="36513" y="1660"/>
                      <a:pt x="36293" y="2004"/>
                    </a:cubicBezTo>
                    <a:close/>
                    <a:moveTo>
                      <a:pt x="41696" y="454"/>
                    </a:moveTo>
                    <a:cubicBezTo>
                      <a:pt x="41325" y="283"/>
                      <a:pt x="40930" y="167"/>
                      <a:pt x="40525" y="111"/>
                    </a:cubicBezTo>
                    <a:cubicBezTo>
                      <a:pt x="40539" y="8"/>
                      <a:pt x="40539" y="8"/>
                      <a:pt x="40539" y="8"/>
                    </a:cubicBezTo>
                    <a:cubicBezTo>
                      <a:pt x="40955" y="66"/>
                      <a:pt x="41359" y="184"/>
                      <a:pt x="41740" y="360"/>
                    </a:cubicBezTo>
                    <a:lnTo>
                      <a:pt x="41696" y="454"/>
                    </a:lnTo>
                    <a:close/>
                    <a:moveTo>
                      <a:pt x="38125" y="430"/>
                    </a:moveTo>
                    <a:cubicBezTo>
                      <a:pt x="38083" y="335"/>
                      <a:pt x="38083" y="335"/>
                      <a:pt x="38083" y="335"/>
                    </a:cubicBezTo>
                    <a:cubicBezTo>
                      <a:pt x="38466" y="165"/>
                      <a:pt x="38872" y="52"/>
                      <a:pt x="39289" y="0"/>
                    </a:cubicBezTo>
                    <a:cubicBezTo>
                      <a:pt x="39301" y="103"/>
                      <a:pt x="39301" y="103"/>
                      <a:pt x="39301" y="103"/>
                    </a:cubicBezTo>
                    <a:cubicBezTo>
                      <a:pt x="38895" y="154"/>
                      <a:pt x="38499" y="264"/>
                      <a:pt x="38125" y="43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51843" y="1732748"/>
                <a:ext cx="70669" cy="19164"/>
              </a:xfrm>
              <a:custGeom>
                <a:avLst/>
                <a:gdLst/>
                <a:ahLst/>
                <a:cxnLst/>
                <a:rect l="l" t="t" r="r" b="b"/>
                <a:pathLst>
                  <a:path w="631" h="169" extrusionOk="0">
                    <a:moveTo>
                      <a:pt x="631" y="169"/>
                    </a:moveTo>
                    <a:cubicBezTo>
                      <a:pt x="418" y="169"/>
                      <a:pt x="206" y="146"/>
                      <a:pt x="0" y="101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1" y="43"/>
                      <a:pt x="425" y="65"/>
                      <a:pt x="631" y="65"/>
                    </a:cubicBezTo>
                    <a:lnTo>
                      <a:pt x="631" y="169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0" name="Google Shape;370;p18"/>
            <p:cNvGrpSpPr/>
            <p:nvPr/>
          </p:nvGrpSpPr>
          <p:grpSpPr>
            <a:xfrm rot="3599956">
              <a:off x="679132" y="1780656"/>
              <a:ext cx="146303" cy="261934"/>
              <a:chOff x="7419591" y="3612333"/>
              <a:chExt cx="146306" cy="261940"/>
            </a:xfrm>
          </p:grpSpPr>
          <p:sp>
            <p:nvSpPr>
              <p:cNvPr id="371" name="Google Shape;371;p18"/>
              <p:cNvSpPr/>
              <p:nvPr/>
            </p:nvSpPr>
            <p:spPr>
              <a:xfrm>
                <a:off x="7426735" y="3612333"/>
                <a:ext cx="132160" cy="26194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002" extrusionOk="0">
                    <a:moveTo>
                      <a:pt x="0" y="2644"/>
                    </a:moveTo>
                    <a:cubicBezTo>
                      <a:pt x="0" y="184"/>
                      <a:pt x="0" y="184"/>
                      <a:pt x="0" y="184"/>
                    </a:cubicBezTo>
                    <a:cubicBezTo>
                      <a:pt x="0" y="82"/>
                      <a:pt x="83" y="0"/>
                      <a:pt x="184" y="0"/>
                    </a:cubicBezTo>
                    <a:cubicBezTo>
                      <a:pt x="1323" y="0"/>
                      <a:pt x="1323" y="0"/>
                      <a:pt x="1323" y="0"/>
                    </a:cubicBezTo>
                    <a:cubicBezTo>
                      <a:pt x="1424" y="0"/>
                      <a:pt x="1507" y="82"/>
                      <a:pt x="1507" y="184"/>
                    </a:cubicBezTo>
                    <a:cubicBezTo>
                      <a:pt x="1507" y="2644"/>
                      <a:pt x="1507" y="2644"/>
                      <a:pt x="1507" y="2644"/>
                    </a:cubicBezTo>
                    <a:cubicBezTo>
                      <a:pt x="1507" y="2821"/>
                      <a:pt x="1377" y="2969"/>
                      <a:pt x="1208" y="2997"/>
                    </a:cubicBezTo>
                    <a:cubicBezTo>
                      <a:pt x="1189" y="3001"/>
                      <a:pt x="1169" y="3002"/>
                      <a:pt x="1149" y="3002"/>
                    </a:cubicBezTo>
                    <a:cubicBezTo>
                      <a:pt x="358" y="3002"/>
                      <a:pt x="358" y="3002"/>
                      <a:pt x="358" y="3002"/>
                    </a:cubicBezTo>
                    <a:cubicBezTo>
                      <a:pt x="161" y="3002"/>
                      <a:pt x="0" y="2841"/>
                      <a:pt x="0" y="264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7523175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283" y="0"/>
                    </a:moveTo>
                    <a:cubicBezTo>
                      <a:pt x="308" y="0"/>
                      <a:pt x="328" y="20"/>
                      <a:pt x="328" y="44"/>
                    </a:cubicBezTo>
                    <a:cubicBezTo>
                      <a:pt x="328" y="201"/>
                      <a:pt x="201" y="328"/>
                      <a:pt x="44" y="328"/>
                    </a:cubicBezTo>
                    <a:cubicBezTo>
                      <a:pt x="20" y="328"/>
                      <a:pt x="0" y="308"/>
                      <a:pt x="0" y="283"/>
                    </a:cubicBezTo>
                    <a:cubicBezTo>
                      <a:pt x="0" y="258"/>
                      <a:pt x="20" y="238"/>
                      <a:pt x="44" y="238"/>
                    </a:cubicBezTo>
                    <a:cubicBezTo>
                      <a:pt x="151" y="238"/>
                      <a:pt x="238" y="151"/>
                      <a:pt x="238" y="44"/>
                    </a:cubicBezTo>
                    <a:cubicBezTo>
                      <a:pt x="238" y="20"/>
                      <a:pt x="258" y="0"/>
                      <a:pt x="283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" name="Google Shape;373;p18"/>
              <p:cNvSpPr/>
              <p:nvPr/>
            </p:nvSpPr>
            <p:spPr>
              <a:xfrm>
                <a:off x="7433879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45" y="0"/>
                    </a:moveTo>
                    <a:cubicBezTo>
                      <a:pt x="70" y="0"/>
                      <a:pt x="90" y="20"/>
                      <a:pt x="90" y="44"/>
                    </a:cubicBezTo>
                    <a:cubicBezTo>
                      <a:pt x="90" y="151"/>
                      <a:pt x="177" y="238"/>
                      <a:pt x="284" y="238"/>
                    </a:cubicBezTo>
                    <a:cubicBezTo>
                      <a:pt x="308" y="238"/>
                      <a:pt x="328" y="258"/>
                      <a:pt x="328" y="283"/>
                    </a:cubicBezTo>
                    <a:cubicBezTo>
                      <a:pt x="328" y="308"/>
                      <a:pt x="308" y="328"/>
                      <a:pt x="284" y="328"/>
                    </a:cubicBezTo>
                    <a:cubicBezTo>
                      <a:pt x="128" y="328"/>
                      <a:pt x="0" y="201"/>
                      <a:pt x="0" y="44"/>
                    </a:cubicBezTo>
                    <a:cubicBezTo>
                      <a:pt x="0" y="20"/>
                      <a:pt x="20" y="0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" name="Google Shape;374;p18"/>
              <p:cNvSpPr/>
              <p:nvPr/>
            </p:nvSpPr>
            <p:spPr>
              <a:xfrm>
                <a:off x="7519603" y="3619477"/>
                <a:ext cx="238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2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63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3" y="104"/>
                      <a:pt x="262" y="104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7445785" y="3619477"/>
                <a:ext cx="226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1" y="0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62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2" y="104"/>
                      <a:pt x="261" y="104"/>
                    </a:cubicBezTo>
                    <a:cubicBezTo>
                      <a:pt x="1" y="104"/>
                      <a:pt x="1" y="104"/>
                      <a:pt x="1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7455310" y="3649243"/>
                <a:ext cx="7858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31" extrusionOk="0">
                    <a:moveTo>
                      <a:pt x="94" y="131"/>
                    </a:moveTo>
                    <a:cubicBezTo>
                      <a:pt x="33" y="80"/>
                      <a:pt x="33" y="80"/>
                      <a:pt x="33" y="80"/>
                    </a:cubicBezTo>
                    <a:cubicBezTo>
                      <a:pt x="0" y="53"/>
                      <a:pt x="19" y="0"/>
                      <a:pt x="61" y="0"/>
                    </a:cubicBezTo>
                    <a:cubicBezTo>
                      <a:pt x="840" y="0"/>
                      <a:pt x="840" y="0"/>
                      <a:pt x="840" y="0"/>
                    </a:cubicBezTo>
                    <a:cubicBezTo>
                      <a:pt x="882" y="0"/>
                      <a:pt x="901" y="53"/>
                      <a:pt x="868" y="80"/>
                    </a:cubicBezTo>
                    <a:cubicBezTo>
                      <a:pt x="807" y="131"/>
                      <a:pt x="807" y="131"/>
                      <a:pt x="807" y="131"/>
                    </a:cubicBezTo>
                    <a:lnTo>
                      <a:pt x="94" y="131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7452928" y="3770686"/>
                <a:ext cx="82152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941" h="450" extrusionOk="0">
                    <a:moveTo>
                      <a:pt x="36" y="257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807" y="0"/>
                      <a:pt x="807" y="0"/>
                      <a:pt x="807" y="0"/>
                    </a:cubicBezTo>
                    <a:cubicBezTo>
                      <a:pt x="905" y="257"/>
                      <a:pt x="905" y="257"/>
                      <a:pt x="905" y="257"/>
                    </a:cubicBezTo>
                    <a:cubicBezTo>
                      <a:pt x="941" y="350"/>
                      <a:pt x="872" y="450"/>
                      <a:pt x="772" y="450"/>
                    </a:cubicBezTo>
                    <a:cubicBezTo>
                      <a:pt x="169" y="450"/>
                      <a:pt x="169" y="450"/>
                      <a:pt x="169" y="450"/>
                    </a:cubicBezTo>
                    <a:cubicBezTo>
                      <a:pt x="69" y="450"/>
                      <a:pt x="0" y="350"/>
                      <a:pt x="36" y="257"/>
                    </a:cubicBezTo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18"/>
              <p:cNvSpPr/>
              <p:nvPr/>
            </p:nvSpPr>
            <p:spPr>
              <a:xfrm>
                <a:off x="7449356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0"/>
                    </a:moveTo>
                    <a:lnTo>
                      <a:pt x="7" y="30"/>
                    </a:lnTo>
                    <a:lnTo>
                      <a:pt x="0" y="33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" name="Google Shape;379;p18"/>
              <p:cNvSpPr/>
              <p:nvPr/>
            </p:nvSpPr>
            <p:spPr>
              <a:xfrm>
                <a:off x="7449356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33"/>
                    </a:moveTo>
                    <a:lnTo>
                      <a:pt x="7" y="3"/>
                    </a:lnTo>
                    <a:lnTo>
                      <a:pt x="0" y="0"/>
                    </a:lnTo>
                    <a:lnTo>
                      <a:pt x="0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" name="Google Shape;383;p18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" name="Google Shape;384;p18"/>
              <p:cNvSpPr/>
              <p:nvPr/>
            </p:nvSpPr>
            <p:spPr>
              <a:xfrm>
                <a:off x="7529128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151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84"/>
                      <a:pt x="112" y="84"/>
                      <a:pt x="112" y="84"/>
                    </a:cubicBezTo>
                    <a:cubicBezTo>
                      <a:pt x="157" y="84"/>
                      <a:pt x="157" y="84"/>
                      <a:pt x="157" y="84"/>
                    </a:cubicBezTo>
                    <a:cubicBezTo>
                      <a:pt x="158" y="84"/>
                      <a:pt x="158" y="85"/>
                      <a:pt x="158" y="86"/>
                    </a:cubicBezTo>
                    <a:cubicBezTo>
                      <a:pt x="158" y="187"/>
                      <a:pt x="158" y="187"/>
                      <a:pt x="158" y="187"/>
                    </a:cubicBezTo>
                    <a:cubicBezTo>
                      <a:pt x="158" y="188"/>
                      <a:pt x="158" y="188"/>
                      <a:pt x="157" y="188"/>
                    </a:cubicBezTo>
                    <a:cubicBezTo>
                      <a:pt x="112" y="188"/>
                      <a:pt x="112" y="188"/>
                      <a:pt x="112" y="188"/>
                    </a:cubicBezTo>
                    <a:cubicBezTo>
                      <a:pt x="112" y="1541"/>
                      <a:pt x="112" y="1541"/>
                      <a:pt x="112" y="1541"/>
                    </a:cubicBezTo>
                    <a:cubicBezTo>
                      <a:pt x="112" y="1542"/>
                      <a:pt x="112" y="1542"/>
                      <a:pt x="112" y="1542"/>
                    </a:cubicBezTo>
                    <a:cubicBezTo>
                      <a:pt x="112" y="1685"/>
                      <a:pt x="112" y="1685"/>
                      <a:pt x="112" y="1685"/>
                    </a:cubicBezTo>
                    <a:cubicBezTo>
                      <a:pt x="95" y="1678"/>
                      <a:pt x="95" y="1678"/>
                      <a:pt x="95" y="1678"/>
                    </a:cubicBezTo>
                    <a:cubicBezTo>
                      <a:pt x="41" y="2107"/>
                      <a:pt x="41" y="2107"/>
                      <a:pt x="41" y="2107"/>
                    </a:cubicBezTo>
                    <a:cubicBezTo>
                      <a:pt x="43" y="2130"/>
                      <a:pt x="40" y="2154"/>
                      <a:pt x="32" y="2175"/>
                    </a:cubicBezTo>
                    <a:cubicBezTo>
                      <a:pt x="32" y="2175"/>
                      <a:pt x="32" y="2175"/>
                      <a:pt x="32" y="2175"/>
                    </a:cubicBezTo>
                    <a:cubicBezTo>
                      <a:pt x="0" y="2373"/>
                      <a:pt x="4" y="2615"/>
                      <a:pt x="21" y="2833"/>
                    </a:cubicBezTo>
                    <a:cubicBezTo>
                      <a:pt x="107" y="2814"/>
                      <a:pt x="171" y="2736"/>
                      <a:pt x="171" y="2644"/>
                    </a:cubicBezTo>
                    <a:cubicBezTo>
                      <a:pt x="171" y="2620"/>
                      <a:pt x="191" y="2600"/>
                      <a:pt x="216" y="2600"/>
                    </a:cubicBezTo>
                    <a:cubicBezTo>
                      <a:pt x="241" y="2600"/>
                      <a:pt x="261" y="2620"/>
                      <a:pt x="261" y="2644"/>
                    </a:cubicBezTo>
                    <a:cubicBezTo>
                      <a:pt x="261" y="2783"/>
                      <a:pt x="160" y="2899"/>
                      <a:pt x="28" y="2923"/>
                    </a:cubicBezTo>
                    <a:cubicBezTo>
                      <a:pt x="31" y="2948"/>
                      <a:pt x="33" y="2973"/>
                      <a:pt x="36" y="2997"/>
                    </a:cubicBezTo>
                    <a:cubicBezTo>
                      <a:pt x="205" y="2969"/>
                      <a:pt x="335" y="2821"/>
                      <a:pt x="335" y="2644"/>
                    </a:cubicBezTo>
                    <a:cubicBezTo>
                      <a:pt x="335" y="184"/>
                      <a:pt x="335" y="184"/>
                      <a:pt x="335" y="184"/>
                    </a:cubicBezTo>
                    <a:cubicBezTo>
                      <a:pt x="335" y="82"/>
                      <a:pt x="252" y="0"/>
                      <a:pt x="151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p18"/>
              <p:cNvSpPr/>
              <p:nvPr/>
            </p:nvSpPr>
            <p:spPr>
              <a:xfrm>
                <a:off x="7538653" y="3619477"/>
                <a:ext cx="47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" h="104" extrusionOk="0">
                    <a:moveTo>
                      <a:pt x="4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6" y="104"/>
                      <a:pt x="46" y="104"/>
                      <a:pt x="46" y="103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6" y="1"/>
                      <a:pt x="46" y="0"/>
                      <a:pt x="45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" name="Google Shape;386;p18"/>
              <p:cNvSpPr/>
              <p:nvPr/>
            </p:nvSpPr>
            <p:spPr>
              <a:xfrm>
                <a:off x="7532700" y="3795688"/>
                <a:ext cx="0" cy="5953"/>
              </a:xfrm>
              <a:custGeom>
                <a:avLst/>
                <a:gdLst/>
                <a:ahLst/>
                <a:cxnLst/>
                <a:rect l="l" t="t" r="r" b="b"/>
                <a:pathLst>
                  <a:path w="11" h="68" extrusionOk="0">
                    <a:moveTo>
                      <a:pt x="0" y="0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47"/>
                      <a:pt x="0" y="23"/>
                      <a:pt x="0" y="0"/>
                    </a:cubicBezTo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18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18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" name="Google Shape;389;p18"/>
              <p:cNvSpPr/>
              <p:nvPr/>
            </p:nvSpPr>
            <p:spPr>
              <a:xfrm>
                <a:off x="7426735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223" y="0"/>
                    </a:moveTo>
                    <a:cubicBezTo>
                      <a:pt x="184" y="0"/>
                      <a:pt x="184" y="0"/>
                      <a:pt x="184" y="0"/>
                    </a:cubicBezTo>
                    <a:cubicBezTo>
                      <a:pt x="83" y="0"/>
                      <a:pt x="0" y="82"/>
                      <a:pt x="0" y="184"/>
                    </a:cubicBezTo>
                    <a:cubicBezTo>
                      <a:pt x="0" y="2644"/>
                      <a:pt x="0" y="2644"/>
                      <a:pt x="0" y="2644"/>
                    </a:cubicBezTo>
                    <a:cubicBezTo>
                      <a:pt x="0" y="2821"/>
                      <a:pt x="130" y="2969"/>
                      <a:pt x="299" y="2997"/>
                    </a:cubicBezTo>
                    <a:cubicBezTo>
                      <a:pt x="302" y="2973"/>
                      <a:pt x="304" y="2949"/>
                      <a:pt x="307" y="2923"/>
                    </a:cubicBezTo>
                    <a:cubicBezTo>
                      <a:pt x="174" y="2900"/>
                      <a:pt x="72" y="2784"/>
                      <a:pt x="72" y="2644"/>
                    </a:cubicBezTo>
                    <a:cubicBezTo>
                      <a:pt x="72" y="2620"/>
                      <a:pt x="92" y="2600"/>
                      <a:pt x="117" y="2600"/>
                    </a:cubicBezTo>
                    <a:cubicBezTo>
                      <a:pt x="142" y="2600"/>
                      <a:pt x="162" y="2620"/>
                      <a:pt x="162" y="2644"/>
                    </a:cubicBezTo>
                    <a:cubicBezTo>
                      <a:pt x="162" y="2737"/>
                      <a:pt x="227" y="2815"/>
                      <a:pt x="314" y="2834"/>
                    </a:cubicBezTo>
                    <a:cubicBezTo>
                      <a:pt x="331" y="2615"/>
                      <a:pt x="335" y="2373"/>
                      <a:pt x="303" y="2175"/>
                    </a:cubicBezTo>
                    <a:cubicBezTo>
                      <a:pt x="223" y="1541"/>
                      <a:pt x="223" y="1541"/>
                      <a:pt x="223" y="1541"/>
                    </a:cubicBezTo>
                    <a:cubicBezTo>
                      <a:pt x="223" y="188"/>
                      <a:pt x="223" y="188"/>
                      <a:pt x="223" y="188"/>
                    </a:cubicBezTo>
                    <a:cubicBezTo>
                      <a:pt x="208" y="188"/>
                      <a:pt x="208" y="188"/>
                      <a:pt x="208" y="188"/>
                    </a:cubicBezTo>
                    <a:cubicBezTo>
                      <a:pt x="208" y="188"/>
                      <a:pt x="207" y="188"/>
                      <a:pt x="207" y="187"/>
                    </a:cubicBezTo>
                    <a:cubicBezTo>
                      <a:pt x="207" y="86"/>
                      <a:pt x="207" y="86"/>
                      <a:pt x="207" y="86"/>
                    </a:cubicBezTo>
                    <a:cubicBezTo>
                      <a:pt x="207" y="85"/>
                      <a:pt x="208" y="84"/>
                      <a:pt x="208" y="84"/>
                    </a:cubicBezTo>
                    <a:cubicBezTo>
                      <a:pt x="223" y="84"/>
                      <a:pt x="223" y="84"/>
                      <a:pt x="223" y="84"/>
                    </a:cubicBezTo>
                    <a:cubicBezTo>
                      <a:pt x="223" y="0"/>
                      <a:pt x="223" y="0"/>
                      <a:pt x="223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" name="Google Shape;390;p18"/>
              <p:cNvSpPr/>
              <p:nvPr/>
            </p:nvSpPr>
            <p:spPr>
              <a:xfrm>
                <a:off x="7445785" y="3619477"/>
                <a:ext cx="11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04" extrusionOk="0">
                    <a:moveTo>
                      <a:pt x="16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1" y="104"/>
                      <a:pt x="1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" name="Google Shape;391;p18"/>
              <p:cNvSpPr/>
              <p:nvPr/>
            </p:nvSpPr>
            <p:spPr>
              <a:xfrm>
                <a:off x="7545797" y="3780211"/>
                <a:ext cx="20100" cy="15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" name="Google Shape;392;p18"/>
              <p:cNvSpPr/>
              <p:nvPr/>
            </p:nvSpPr>
            <p:spPr>
              <a:xfrm>
                <a:off x="7419591" y="3780211"/>
                <a:ext cx="20100" cy="15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93" name="Google Shape;393;p18"/>
            <p:cNvSpPr/>
            <p:nvPr/>
          </p:nvSpPr>
          <p:spPr>
            <a:xfrm>
              <a:off x="576521" y="1317586"/>
              <a:ext cx="286945" cy="420292"/>
            </a:xfrm>
            <a:custGeom>
              <a:avLst/>
              <a:gdLst/>
              <a:ahLst/>
              <a:cxnLst/>
              <a:rect l="l" t="t" r="r" b="b"/>
              <a:pathLst>
                <a:path w="3295" h="4816" extrusionOk="0">
                  <a:moveTo>
                    <a:pt x="1647" y="0"/>
                  </a:moveTo>
                  <a:cubicBezTo>
                    <a:pt x="737" y="0"/>
                    <a:pt x="0" y="738"/>
                    <a:pt x="0" y="1648"/>
                  </a:cubicBezTo>
                  <a:cubicBezTo>
                    <a:pt x="0" y="2558"/>
                    <a:pt x="1647" y="4816"/>
                    <a:pt x="1647" y="4816"/>
                  </a:cubicBezTo>
                  <a:cubicBezTo>
                    <a:pt x="1647" y="4816"/>
                    <a:pt x="3295" y="2558"/>
                    <a:pt x="3295" y="1648"/>
                  </a:cubicBezTo>
                  <a:cubicBezTo>
                    <a:pt x="3295" y="738"/>
                    <a:pt x="2558" y="0"/>
                    <a:pt x="1647" y="0"/>
                  </a:cubicBezTo>
                  <a:close/>
                  <a:moveTo>
                    <a:pt x="763" y="1624"/>
                  </a:moveTo>
                  <a:cubicBezTo>
                    <a:pt x="763" y="1136"/>
                    <a:pt x="1159" y="740"/>
                    <a:pt x="1647" y="740"/>
                  </a:cubicBezTo>
                  <a:cubicBezTo>
                    <a:pt x="2136" y="740"/>
                    <a:pt x="2532" y="1136"/>
                    <a:pt x="2532" y="1624"/>
                  </a:cubicBezTo>
                  <a:cubicBezTo>
                    <a:pt x="2532" y="1629"/>
                    <a:pt x="2532" y="1629"/>
                    <a:pt x="2532" y="1629"/>
                  </a:cubicBezTo>
                  <a:cubicBezTo>
                    <a:pt x="2529" y="2115"/>
                    <a:pt x="2134" y="2509"/>
                    <a:pt x="1647" y="2509"/>
                  </a:cubicBezTo>
                  <a:cubicBezTo>
                    <a:pt x="1161" y="2509"/>
                    <a:pt x="766" y="2115"/>
                    <a:pt x="763" y="1629"/>
                  </a:cubicBezTo>
                  <a:lnTo>
                    <a:pt x="763" y="162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87753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9"/>
          <p:cNvSpPr txBox="1">
            <a:spLocks noGrp="1"/>
          </p:cNvSpPr>
          <p:nvPr>
            <p:ph type="subTitle" idx="1"/>
          </p:nvPr>
        </p:nvSpPr>
        <p:spPr>
          <a:xfrm>
            <a:off x="960000" y="3429067"/>
            <a:ext cx="5371600" cy="10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396" name="Google Shape;396;p19"/>
          <p:cNvSpPr txBox="1">
            <a:spLocks noGrp="1"/>
          </p:cNvSpPr>
          <p:nvPr>
            <p:ph type="title"/>
          </p:nvPr>
        </p:nvSpPr>
        <p:spPr>
          <a:xfrm>
            <a:off x="960000" y="2193333"/>
            <a:ext cx="5371600" cy="12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397" name="Google Shape;397;p19"/>
          <p:cNvSpPr/>
          <p:nvPr/>
        </p:nvSpPr>
        <p:spPr>
          <a:xfrm rot="10800000">
            <a:off x="1681867" y="-2579211"/>
            <a:ext cx="3299200" cy="3299200"/>
          </a:xfrm>
          <a:prstGeom prst="chord">
            <a:avLst>
              <a:gd name="adj1" fmla="val 12130194"/>
              <a:gd name="adj2" fmla="val 2028213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8" name="Google Shape;398;p19"/>
          <p:cNvSpPr/>
          <p:nvPr/>
        </p:nvSpPr>
        <p:spPr>
          <a:xfrm rot="-5400000">
            <a:off x="11232000" y="-657952"/>
            <a:ext cx="4251200" cy="4251200"/>
          </a:xfrm>
          <a:prstGeom prst="chord">
            <a:avLst>
              <a:gd name="adj1" fmla="val 12130194"/>
              <a:gd name="adj2" fmla="val 2028213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9" name="Google Shape;399;p19"/>
          <p:cNvSpPr/>
          <p:nvPr/>
        </p:nvSpPr>
        <p:spPr>
          <a:xfrm rot="10800000">
            <a:off x="144267" y="6137997"/>
            <a:ext cx="4251200" cy="4251200"/>
          </a:xfrm>
          <a:prstGeom prst="chord">
            <a:avLst>
              <a:gd name="adj1" fmla="val 1854034"/>
              <a:gd name="adj2" fmla="val 8952286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00" name="Google Shape;400;p19"/>
          <p:cNvGrpSpPr/>
          <p:nvPr/>
        </p:nvGrpSpPr>
        <p:grpSpPr>
          <a:xfrm>
            <a:off x="-2677960" y="-3425943"/>
            <a:ext cx="7275904" cy="7275904"/>
            <a:chOff x="-2008470" y="-2569457"/>
            <a:chExt cx="5456928" cy="5456928"/>
          </a:xfrm>
        </p:grpSpPr>
        <p:grpSp>
          <p:nvGrpSpPr>
            <p:cNvPr id="401" name="Google Shape;401;p19"/>
            <p:cNvGrpSpPr/>
            <p:nvPr/>
          </p:nvGrpSpPr>
          <p:grpSpPr>
            <a:xfrm>
              <a:off x="-2008470" y="-2569457"/>
              <a:ext cx="5456928" cy="5456928"/>
              <a:chOff x="-2008470" y="-2569457"/>
              <a:chExt cx="5456928" cy="5456928"/>
            </a:xfrm>
          </p:grpSpPr>
          <p:sp>
            <p:nvSpPr>
              <p:cNvPr id="402" name="Google Shape;402;p19"/>
              <p:cNvSpPr/>
              <p:nvPr/>
            </p:nvSpPr>
            <p:spPr>
              <a:xfrm rot="-2700000">
                <a:off x="-2029087" y="-950544"/>
                <a:ext cx="5498161" cy="2219101"/>
              </a:xfrm>
              <a:custGeom>
                <a:avLst/>
                <a:gdLst/>
                <a:ahLst/>
                <a:cxnLst/>
                <a:rect l="l" t="t" r="r" b="b"/>
                <a:pathLst>
                  <a:path w="40188" h="16216" extrusionOk="0">
                    <a:moveTo>
                      <a:pt x="24671" y="16216"/>
                    </a:moveTo>
                    <a:cubicBezTo>
                      <a:pt x="21399" y="16216"/>
                      <a:pt x="18737" y="13343"/>
                      <a:pt x="18737" y="9813"/>
                    </a:cubicBezTo>
                    <a:cubicBezTo>
                      <a:pt x="18737" y="6500"/>
                      <a:pt x="18737" y="6500"/>
                      <a:pt x="18737" y="6500"/>
                    </a:cubicBezTo>
                    <a:cubicBezTo>
                      <a:pt x="18737" y="4423"/>
                      <a:pt x="17275" y="2733"/>
                      <a:pt x="15478" y="2733"/>
                    </a:cubicBezTo>
                    <a:cubicBezTo>
                      <a:pt x="13681" y="2733"/>
                      <a:pt x="12219" y="4423"/>
                      <a:pt x="12219" y="6501"/>
                    </a:cubicBezTo>
                    <a:cubicBezTo>
                      <a:pt x="12219" y="9813"/>
                      <a:pt x="12219" y="9813"/>
                      <a:pt x="12219" y="9813"/>
                    </a:cubicBezTo>
                    <a:cubicBezTo>
                      <a:pt x="12219" y="13343"/>
                      <a:pt x="9479" y="16216"/>
                      <a:pt x="6110" y="16216"/>
                    </a:cubicBezTo>
                    <a:cubicBezTo>
                      <a:pt x="2741" y="16216"/>
                      <a:pt x="0" y="13343"/>
                      <a:pt x="0" y="9813"/>
                    </a:cubicBezTo>
                    <a:cubicBezTo>
                      <a:pt x="0" y="1317"/>
                      <a:pt x="0" y="1317"/>
                      <a:pt x="0" y="1317"/>
                    </a:cubicBezTo>
                    <a:cubicBezTo>
                      <a:pt x="2636" y="1317"/>
                      <a:pt x="2636" y="1317"/>
                      <a:pt x="2636" y="1317"/>
                    </a:cubicBezTo>
                    <a:cubicBezTo>
                      <a:pt x="2636" y="9813"/>
                      <a:pt x="2636" y="9813"/>
                      <a:pt x="2636" y="9813"/>
                    </a:cubicBezTo>
                    <a:cubicBezTo>
                      <a:pt x="2636" y="11890"/>
                      <a:pt x="4194" y="13580"/>
                      <a:pt x="6110" y="13580"/>
                    </a:cubicBezTo>
                    <a:cubicBezTo>
                      <a:pt x="8025" y="13580"/>
                      <a:pt x="9584" y="11890"/>
                      <a:pt x="9584" y="9813"/>
                    </a:cubicBezTo>
                    <a:cubicBezTo>
                      <a:pt x="9584" y="6501"/>
                      <a:pt x="9584" y="6501"/>
                      <a:pt x="9584" y="6501"/>
                    </a:cubicBezTo>
                    <a:cubicBezTo>
                      <a:pt x="9584" y="2970"/>
                      <a:pt x="12228" y="97"/>
                      <a:pt x="15478" y="97"/>
                    </a:cubicBezTo>
                    <a:cubicBezTo>
                      <a:pt x="18728" y="97"/>
                      <a:pt x="21373" y="2970"/>
                      <a:pt x="21373" y="6500"/>
                    </a:cubicBezTo>
                    <a:cubicBezTo>
                      <a:pt x="21373" y="9813"/>
                      <a:pt x="21373" y="9813"/>
                      <a:pt x="21373" y="9813"/>
                    </a:cubicBezTo>
                    <a:cubicBezTo>
                      <a:pt x="21373" y="11890"/>
                      <a:pt x="22852" y="13580"/>
                      <a:pt x="24671" y="13580"/>
                    </a:cubicBezTo>
                    <a:cubicBezTo>
                      <a:pt x="26489" y="13580"/>
                      <a:pt x="27969" y="11890"/>
                      <a:pt x="27969" y="9813"/>
                    </a:cubicBezTo>
                    <a:cubicBezTo>
                      <a:pt x="27969" y="6403"/>
                      <a:pt x="27969" y="6403"/>
                      <a:pt x="27969" y="6403"/>
                    </a:cubicBezTo>
                    <a:cubicBezTo>
                      <a:pt x="27969" y="4713"/>
                      <a:pt x="28596" y="3116"/>
                      <a:pt x="29735" y="1907"/>
                    </a:cubicBezTo>
                    <a:cubicBezTo>
                      <a:pt x="30894" y="677"/>
                      <a:pt x="32437" y="0"/>
                      <a:pt x="34078" y="0"/>
                    </a:cubicBezTo>
                    <a:cubicBezTo>
                      <a:pt x="34078" y="0"/>
                      <a:pt x="34078" y="0"/>
                      <a:pt x="34078" y="0"/>
                    </a:cubicBezTo>
                    <a:cubicBezTo>
                      <a:pt x="35720" y="0"/>
                      <a:pt x="37262" y="677"/>
                      <a:pt x="38422" y="1907"/>
                    </a:cubicBezTo>
                    <a:cubicBezTo>
                      <a:pt x="39561" y="3116"/>
                      <a:pt x="40188" y="4713"/>
                      <a:pt x="40188" y="6403"/>
                    </a:cubicBezTo>
                    <a:cubicBezTo>
                      <a:pt x="40188" y="14898"/>
                      <a:pt x="40188" y="14898"/>
                      <a:pt x="40188" y="14898"/>
                    </a:cubicBezTo>
                    <a:cubicBezTo>
                      <a:pt x="37552" y="14898"/>
                      <a:pt x="37552" y="14898"/>
                      <a:pt x="37552" y="14898"/>
                    </a:cubicBezTo>
                    <a:cubicBezTo>
                      <a:pt x="37552" y="6403"/>
                      <a:pt x="37552" y="6403"/>
                      <a:pt x="37552" y="6403"/>
                    </a:cubicBezTo>
                    <a:cubicBezTo>
                      <a:pt x="37552" y="5387"/>
                      <a:pt x="37180" y="4433"/>
                      <a:pt x="36503" y="3715"/>
                    </a:cubicBezTo>
                    <a:cubicBezTo>
                      <a:pt x="35847" y="3019"/>
                      <a:pt x="34986" y="2635"/>
                      <a:pt x="34078" y="2635"/>
                    </a:cubicBezTo>
                    <a:cubicBezTo>
                      <a:pt x="33171" y="2635"/>
                      <a:pt x="32309" y="3019"/>
                      <a:pt x="31653" y="3715"/>
                    </a:cubicBezTo>
                    <a:cubicBezTo>
                      <a:pt x="30977" y="4433"/>
                      <a:pt x="30604" y="5387"/>
                      <a:pt x="30604" y="6403"/>
                    </a:cubicBezTo>
                    <a:cubicBezTo>
                      <a:pt x="30604" y="9813"/>
                      <a:pt x="30604" y="9813"/>
                      <a:pt x="30604" y="9813"/>
                    </a:cubicBezTo>
                    <a:cubicBezTo>
                      <a:pt x="30604" y="13343"/>
                      <a:pt x="27943" y="16216"/>
                      <a:pt x="24671" y="1621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" name="Google Shape;403;p19"/>
              <p:cNvSpPr/>
              <p:nvPr/>
            </p:nvSpPr>
            <p:spPr>
              <a:xfrm rot="-2700000">
                <a:off x="-1861614" y="-783795"/>
                <a:ext cx="5162314" cy="1884632"/>
              </a:xfrm>
              <a:custGeom>
                <a:avLst/>
                <a:gdLst/>
                <a:ahLst/>
                <a:cxnLst/>
                <a:rect l="l" t="t" r="r" b="b"/>
                <a:pathLst>
                  <a:path w="37740" h="13779" extrusionOk="0">
                    <a:moveTo>
                      <a:pt x="23447" y="13779"/>
                    </a:moveTo>
                    <a:cubicBezTo>
                      <a:pt x="23200" y="13779"/>
                      <a:pt x="22952" y="13758"/>
                      <a:pt x="22710" y="13715"/>
                    </a:cubicBezTo>
                    <a:cubicBezTo>
                      <a:pt x="22743" y="13530"/>
                      <a:pt x="22743" y="13530"/>
                      <a:pt x="22743" y="13530"/>
                    </a:cubicBezTo>
                    <a:cubicBezTo>
                      <a:pt x="23044" y="13583"/>
                      <a:pt x="23355" y="13601"/>
                      <a:pt x="23659" y="13585"/>
                    </a:cubicBezTo>
                    <a:cubicBezTo>
                      <a:pt x="23669" y="13773"/>
                      <a:pt x="23669" y="13773"/>
                      <a:pt x="23669" y="13773"/>
                    </a:cubicBezTo>
                    <a:cubicBezTo>
                      <a:pt x="23595" y="13777"/>
                      <a:pt x="23521" y="13779"/>
                      <a:pt x="23447" y="13779"/>
                    </a:cubicBezTo>
                    <a:close/>
                    <a:moveTo>
                      <a:pt x="4631" y="13772"/>
                    </a:moveTo>
                    <a:cubicBezTo>
                      <a:pt x="4312" y="13755"/>
                      <a:pt x="3993" y="13703"/>
                      <a:pt x="3684" y="13620"/>
                    </a:cubicBezTo>
                    <a:cubicBezTo>
                      <a:pt x="3734" y="13438"/>
                      <a:pt x="3734" y="13438"/>
                      <a:pt x="3734" y="13438"/>
                    </a:cubicBezTo>
                    <a:cubicBezTo>
                      <a:pt x="4030" y="13518"/>
                      <a:pt x="4335" y="13567"/>
                      <a:pt x="4642" y="13584"/>
                    </a:cubicBezTo>
                    <a:lnTo>
                      <a:pt x="4631" y="13772"/>
                    </a:lnTo>
                    <a:close/>
                    <a:moveTo>
                      <a:pt x="5589" y="13725"/>
                    </a:moveTo>
                    <a:cubicBezTo>
                      <a:pt x="5560" y="13539"/>
                      <a:pt x="5560" y="13539"/>
                      <a:pt x="5560" y="13539"/>
                    </a:cubicBezTo>
                    <a:cubicBezTo>
                      <a:pt x="5863" y="13492"/>
                      <a:pt x="6162" y="13414"/>
                      <a:pt x="6449" y="13305"/>
                    </a:cubicBezTo>
                    <a:cubicBezTo>
                      <a:pt x="6516" y="13481"/>
                      <a:pt x="6516" y="13481"/>
                      <a:pt x="6516" y="13481"/>
                    </a:cubicBezTo>
                    <a:cubicBezTo>
                      <a:pt x="6216" y="13594"/>
                      <a:pt x="5904" y="13676"/>
                      <a:pt x="5589" y="13725"/>
                    </a:cubicBezTo>
                    <a:close/>
                    <a:moveTo>
                      <a:pt x="24616" y="13617"/>
                    </a:moveTo>
                    <a:cubicBezTo>
                      <a:pt x="24564" y="13436"/>
                      <a:pt x="24564" y="13436"/>
                      <a:pt x="24564" y="13436"/>
                    </a:cubicBezTo>
                    <a:cubicBezTo>
                      <a:pt x="24856" y="13353"/>
                      <a:pt x="25143" y="13236"/>
                      <a:pt x="25415" y="13090"/>
                    </a:cubicBezTo>
                    <a:cubicBezTo>
                      <a:pt x="25505" y="13255"/>
                      <a:pt x="25505" y="13255"/>
                      <a:pt x="25505" y="13255"/>
                    </a:cubicBezTo>
                    <a:cubicBezTo>
                      <a:pt x="25220" y="13409"/>
                      <a:pt x="24921" y="13530"/>
                      <a:pt x="24616" y="13617"/>
                    </a:cubicBezTo>
                    <a:close/>
                    <a:moveTo>
                      <a:pt x="21789" y="13446"/>
                    </a:moveTo>
                    <a:cubicBezTo>
                      <a:pt x="21496" y="13324"/>
                      <a:pt x="21213" y="13169"/>
                      <a:pt x="20948" y="12985"/>
                    </a:cubicBezTo>
                    <a:cubicBezTo>
                      <a:pt x="21055" y="12830"/>
                      <a:pt x="21055" y="12830"/>
                      <a:pt x="21055" y="12830"/>
                    </a:cubicBezTo>
                    <a:cubicBezTo>
                      <a:pt x="21310" y="13007"/>
                      <a:pt x="21581" y="13155"/>
                      <a:pt x="21861" y="13272"/>
                    </a:cubicBezTo>
                    <a:lnTo>
                      <a:pt x="21789" y="13446"/>
                    </a:lnTo>
                    <a:close/>
                    <a:moveTo>
                      <a:pt x="2790" y="13275"/>
                    </a:moveTo>
                    <a:cubicBezTo>
                      <a:pt x="2507" y="13132"/>
                      <a:pt x="2235" y="12958"/>
                      <a:pt x="1983" y="12759"/>
                    </a:cubicBezTo>
                    <a:cubicBezTo>
                      <a:pt x="2099" y="12611"/>
                      <a:pt x="2099" y="12611"/>
                      <a:pt x="2099" y="12611"/>
                    </a:cubicBezTo>
                    <a:cubicBezTo>
                      <a:pt x="2342" y="12803"/>
                      <a:pt x="2603" y="12970"/>
                      <a:pt x="2875" y="13107"/>
                    </a:cubicBezTo>
                    <a:lnTo>
                      <a:pt x="2790" y="13275"/>
                    </a:lnTo>
                    <a:close/>
                    <a:moveTo>
                      <a:pt x="7374" y="13053"/>
                    </a:moveTo>
                    <a:cubicBezTo>
                      <a:pt x="7273" y="12893"/>
                      <a:pt x="7273" y="12893"/>
                      <a:pt x="7273" y="12893"/>
                    </a:cubicBezTo>
                    <a:cubicBezTo>
                      <a:pt x="7531" y="12731"/>
                      <a:pt x="7776" y="12540"/>
                      <a:pt x="8000" y="12328"/>
                    </a:cubicBezTo>
                    <a:cubicBezTo>
                      <a:pt x="8130" y="12464"/>
                      <a:pt x="8130" y="12464"/>
                      <a:pt x="8130" y="12464"/>
                    </a:cubicBezTo>
                    <a:cubicBezTo>
                      <a:pt x="7896" y="12685"/>
                      <a:pt x="7642" y="12883"/>
                      <a:pt x="7374" y="13053"/>
                    </a:cubicBezTo>
                    <a:close/>
                    <a:moveTo>
                      <a:pt x="37740" y="12749"/>
                    </a:moveTo>
                    <a:cubicBezTo>
                      <a:pt x="37552" y="12749"/>
                      <a:pt x="37552" y="12749"/>
                      <a:pt x="37552" y="12749"/>
                    </a:cubicBezTo>
                    <a:cubicBezTo>
                      <a:pt x="37552" y="11808"/>
                      <a:pt x="37552" y="11808"/>
                      <a:pt x="37552" y="11808"/>
                    </a:cubicBezTo>
                    <a:cubicBezTo>
                      <a:pt x="37740" y="11808"/>
                      <a:pt x="37740" y="11808"/>
                      <a:pt x="37740" y="11808"/>
                    </a:cubicBezTo>
                    <a:lnTo>
                      <a:pt x="37740" y="12749"/>
                    </a:lnTo>
                    <a:close/>
                    <a:moveTo>
                      <a:pt x="26297" y="12716"/>
                    </a:moveTo>
                    <a:cubicBezTo>
                      <a:pt x="26176" y="12572"/>
                      <a:pt x="26176" y="12572"/>
                      <a:pt x="26176" y="12572"/>
                    </a:cubicBezTo>
                    <a:cubicBezTo>
                      <a:pt x="26409" y="12376"/>
                      <a:pt x="26626" y="12155"/>
                      <a:pt x="26820" y="11913"/>
                    </a:cubicBezTo>
                    <a:cubicBezTo>
                      <a:pt x="26967" y="12031"/>
                      <a:pt x="26967" y="12031"/>
                      <a:pt x="26967" y="12031"/>
                    </a:cubicBezTo>
                    <a:cubicBezTo>
                      <a:pt x="26764" y="12282"/>
                      <a:pt x="26539" y="12513"/>
                      <a:pt x="26297" y="12716"/>
                    </a:cubicBezTo>
                    <a:close/>
                    <a:moveTo>
                      <a:pt x="20219" y="12363"/>
                    </a:moveTo>
                    <a:cubicBezTo>
                      <a:pt x="19999" y="12135"/>
                      <a:pt x="19799" y="11883"/>
                      <a:pt x="19622" y="11614"/>
                    </a:cubicBezTo>
                    <a:cubicBezTo>
                      <a:pt x="19780" y="11511"/>
                      <a:pt x="19780" y="11511"/>
                      <a:pt x="19780" y="11511"/>
                    </a:cubicBezTo>
                    <a:cubicBezTo>
                      <a:pt x="19950" y="11770"/>
                      <a:pt x="20143" y="12013"/>
                      <a:pt x="20354" y="12232"/>
                    </a:cubicBezTo>
                    <a:lnTo>
                      <a:pt x="20219" y="12363"/>
                    </a:lnTo>
                    <a:close/>
                    <a:moveTo>
                      <a:pt x="1290" y="12098"/>
                    </a:moveTo>
                    <a:cubicBezTo>
                      <a:pt x="1082" y="11857"/>
                      <a:pt x="894" y="11596"/>
                      <a:pt x="732" y="11320"/>
                    </a:cubicBezTo>
                    <a:cubicBezTo>
                      <a:pt x="895" y="11224"/>
                      <a:pt x="895" y="11224"/>
                      <a:pt x="895" y="11224"/>
                    </a:cubicBezTo>
                    <a:cubicBezTo>
                      <a:pt x="1051" y="11491"/>
                      <a:pt x="1232" y="11743"/>
                      <a:pt x="1432" y="11974"/>
                    </a:cubicBezTo>
                    <a:lnTo>
                      <a:pt x="1290" y="12098"/>
                    </a:lnTo>
                    <a:close/>
                    <a:moveTo>
                      <a:pt x="8761" y="11745"/>
                    </a:moveTo>
                    <a:cubicBezTo>
                      <a:pt x="8609" y="11634"/>
                      <a:pt x="8609" y="11634"/>
                      <a:pt x="8609" y="11634"/>
                    </a:cubicBezTo>
                    <a:cubicBezTo>
                      <a:pt x="8788" y="11386"/>
                      <a:pt x="8947" y="11119"/>
                      <a:pt x="9080" y="10841"/>
                    </a:cubicBezTo>
                    <a:cubicBezTo>
                      <a:pt x="9250" y="10922"/>
                      <a:pt x="9250" y="10922"/>
                      <a:pt x="9250" y="10922"/>
                    </a:cubicBezTo>
                    <a:cubicBezTo>
                      <a:pt x="9112" y="11211"/>
                      <a:pt x="8948" y="11487"/>
                      <a:pt x="8761" y="11745"/>
                    </a:cubicBezTo>
                    <a:close/>
                    <a:moveTo>
                      <a:pt x="27497" y="11234"/>
                    </a:moveTo>
                    <a:cubicBezTo>
                      <a:pt x="27332" y="11145"/>
                      <a:pt x="27332" y="11145"/>
                      <a:pt x="27332" y="11145"/>
                    </a:cubicBezTo>
                    <a:cubicBezTo>
                      <a:pt x="27477" y="10876"/>
                      <a:pt x="27600" y="10590"/>
                      <a:pt x="27697" y="10297"/>
                    </a:cubicBezTo>
                    <a:cubicBezTo>
                      <a:pt x="27876" y="10356"/>
                      <a:pt x="27876" y="10356"/>
                      <a:pt x="27876" y="10356"/>
                    </a:cubicBezTo>
                    <a:cubicBezTo>
                      <a:pt x="27776" y="10660"/>
                      <a:pt x="27648" y="10956"/>
                      <a:pt x="27497" y="11234"/>
                    </a:cubicBezTo>
                    <a:close/>
                    <a:moveTo>
                      <a:pt x="37740" y="10866"/>
                    </a:moveTo>
                    <a:cubicBezTo>
                      <a:pt x="37552" y="10866"/>
                      <a:pt x="37552" y="10866"/>
                      <a:pt x="37552" y="10866"/>
                    </a:cubicBezTo>
                    <a:cubicBezTo>
                      <a:pt x="37552" y="9925"/>
                      <a:pt x="37552" y="9925"/>
                      <a:pt x="37552" y="9925"/>
                    </a:cubicBezTo>
                    <a:cubicBezTo>
                      <a:pt x="37740" y="9925"/>
                      <a:pt x="37740" y="9925"/>
                      <a:pt x="37740" y="9925"/>
                    </a:cubicBezTo>
                    <a:lnTo>
                      <a:pt x="37740" y="10866"/>
                    </a:lnTo>
                    <a:close/>
                    <a:moveTo>
                      <a:pt x="19173" y="10769"/>
                    </a:moveTo>
                    <a:cubicBezTo>
                      <a:pt x="19049" y="10477"/>
                      <a:pt x="18950" y="10170"/>
                      <a:pt x="18879" y="9859"/>
                    </a:cubicBezTo>
                    <a:cubicBezTo>
                      <a:pt x="19062" y="9817"/>
                      <a:pt x="19062" y="9817"/>
                      <a:pt x="19062" y="9817"/>
                    </a:cubicBezTo>
                    <a:cubicBezTo>
                      <a:pt x="19131" y="10118"/>
                      <a:pt x="19227" y="10414"/>
                      <a:pt x="19346" y="10696"/>
                    </a:cubicBezTo>
                    <a:lnTo>
                      <a:pt x="19173" y="10769"/>
                    </a:lnTo>
                    <a:close/>
                    <a:moveTo>
                      <a:pt x="325" y="10454"/>
                    </a:moveTo>
                    <a:cubicBezTo>
                      <a:pt x="216" y="10155"/>
                      <a:pt x="133" y="9844"/>
                      <a:pt x="79" y="9529"/>
                    </a:cubicBezTo>
                    <a:cubicBezTo>
                      <a:pt x="264" y="9497"/>
                      <a:pt x="264" y="9497"/>
                      <a:pt x="264" y="9497"/>
                    </a:cubicBezTo>
                    <a:cubicBezTo>
                      <a:pt x="317" y="9801"/>
                      <a:pt x="397" y="10101"/>
                      <a:pt x="502" y="10389"/>
                    </a:cubicBezTo>
                    <a:lnTo>
                      <a:pt x="325" y="10454"/>
                    </a:lnTo>
                    <a:close/>
                    <a:moveTo>
                      <a:pt x="9582" y="10025"/>
                    </a:moveTo>
                    <a:cubicBezTo>
                      <a:pt x="9401" y="9975"/>
                      <a:pt x="9401" y="9975"/>
                      <a:pt x="9401" y="9975"/>
                    </a:cubicBezTo>
                    <a:cubicBezTo>
                      <a:pt x="9481" y="9680"/>
                      <a:pt x="9536" y="9374"/>
                      <a:pt x="9563" y="9067"/>
                    </a:cubicBezTo>
                    <a:cubicBezTo>
                      <a:pt x="9750" y="9083"/>
                      <a:pt x="9750" y="9083"/>
                      <a:pt x="9750" y="9083"/>
                    </a:cubicBezTo>
                    <a:cubicBezTo>
                      <a:pt x="9722" y="9402"/>
                      <a:pt x="9666" y="9718"/>
                      <a:pt x="9582" y="10025"/>
                    </a:cubicBezTo>
                    <a:close/>
                    <a:moveTo>
                      <a:pt x="28096" y="9426"/>
                    </a:moveTo>
                    <a:cubicBezTo>
                      <a:pt x="27910" y="9398"/>
                      <a:pt x="27910" y="9398"/>
                      <a:pt x="27910" y="9398"/>
                    </a:cubicBezTo>
                    <a:cubicBezTo>
                      <a:pt x="27949" y="9136"/>
                      <a:pt x="27968" y="8867"/>
                      <a:pt x="27968" y="8600"/>
                    </a:cubicBezTo>
                    <a:cubicBezTo>
                      <a:pt x="27968" y="8474"/>
                      <a:pt x="27968" y="8474"/>
                      <a:pt x="27968" y="8474"/>
                    </a:cubicBezTo>
                    <a:cubicBezTo>
                      <a:pt x="28157" y="8474"/>
                      <a:pt x="28157" y="8474"/>
                      <a:pt x="28157" y="8474"/>
                    </a:cubicBezTo>
                    <a:cubicBezTo>
                      <a:pt x="28157" y="8600"/>
                      <a:pt x="28157" y="8600"/>
                      <a:pt x="28157" y="8600"/>
                    </a:cubicBezTo>
                    <a:cubicBezTo>
                      <a:pt x="28157" y="8876"/>
                      <a:pt x="28136" y="9154"/>
                      <a:pt x="28096" y="9426"/>
                    </a:cubicBezTo>
                    <a:close/>
                    <a:moveTo>
                      <a:pt x="37740" y="8984"/>
                    </a:moveTo>
                    <a:cubicBezTo>
                      <a:pt x="37552" y="8984"/>
                      <a:pt x="37552" y="8984"/>
                      <a:pt x="37552" y="8984"/>
                    </a:cubicBezTo>
                    <a:cubicBezTo>
                      <a:pt x="37552" y="8042"/>
                      <a:pt x="37552" y="8042"/>
                      <a:pt x="37552" y="8042"/>
                    </a:cubicBezTo>
                    <a:cubicBezTo>
                      <a:pt x="37740" y="8042"/>
                      <a:pt x="37740" y="8042"/>
                      <a:pt x="37740" y="8042"/>
                    </a:cubicBezTo>
                    <a:lnTo>
                      <a:pt x="37740" y="8984"/>
                    </a:lnTo>
                    <a:close/>
                    <a:moveTo>
                      <a:pt x="18745" y="8913"/>
                    </a:moveTo>
                    <a:cubicBezTo>
                      <a:pt x="18740" y="8809"/>
                      <a:pt x="18737" y="8703"/>
                      <a:pt x="18737" y="8600"/>
                    </a:cubicBezTo>
                    <a:cubicBezTo>
                      <a:pt x="18737" y="7966"/>
                      <a:pt x="18737" y="7966"/>
                      <a:pt x="18737" y="7966"/>
                    </a:cubicBezTo>
                    <a:cubicBezTo>
                      <a:pt x="18925" y="7966"/>
                      <a:pt x="18925" y="7966"/>
                      <a:pt x="18925" y="7966"/>
                    </a:cubicBezTo>
                    <a:cubicBezTo>
                      <a:pt x="18925" y="8600"/>
                      <a:pt x="18925" y="8600"/>
                      <a:pt x="18925" y="8600"/>
                    </a:cubicBezTo>
                    <a:cubicBezTo>
                      <a:pt x="18925" y="8700"/>
                      <a:pt x="18928" y="8802"/>
                      <a:pt x="18933" y="8902"/>
                    </a:cubicBezTo>
                    <a:lnTo>
                      <a:pt x="18745" y="8913"/>
                    </a:lnTo>
                    <a:close/>
                    <a:moveTo>
                      <a:pt x="188" y="8577"/>
                    </a:moveTo>
                    <a:cubicBezTo>
                      <a:pt x="0" y="8577"/>
                      <a:pt x="0" y="8577"/>
                      <a:pt x="0" y="8577"/>
                    </a:cubicBezTo>
                    <a:cubicBezTo>
                      <a:pt x="0" y="7635"/>
                      <a:pt x="0" y="7635"/>
                      <a:pt x="0" y="7635"/>
                    </a:cubicBezTo>
                    <a:cubicBezTo>
                      <a:pt x="188" y="7635"/>
                      <a:pt x="188" y="7635"/>
                      <a:pt x="188" y="7635"/>
                    </a:cubicBezTo>
                    <a:lnTo>
                      <a:pt x="188" y="8577"/>
                    </a:lnTo>
                    <a:close/>
                    <a:moveTo>
                      <a:pt x="9772" y="8134"/>
                    </a:moveTo>
                    <a:cubicBezTo>
                      <a:pt x="9583" y="8134"/>
                      <a:pt x="9583" y="8134"/>
                      <a:pt x="9583" y="8134"/>
                    </a:cubicBezTo>
                    <a:cubicBezTo>
                      <a:pt x="9583" y="7193"/>
                      <a:pt x="9583" y="7193"/>
                      <a:pt x="9583" y="7193"/>
                    </a:cubicBezTo>
                    <a:cubicBezTo>
                      <a:pt x="9772" y="7193"/>
                      <a:pt x="9772" y="7193"/>
                      <a:pt x="9772" y="7193"/>
                    </a:cubicBezTo>
                    <a:lnTo>
                      <a:pt x="9772" y="8134"/>
                    </a:lnTo>
                    <a:close/>
                    <a:moveTo>
                      <a:pt x="28157" y="7532"/>
                    </a:moveTo>
                    <a:cubicBezTo>
                      <a:pt x="27968" y="7532"/>
                      <a:pt x="27968" y="7532"/>
                      <a:pt x="27968" y="7532"/>
                    </a:cubicBezTo>
                    <a:cubicBezTo>
                      <a:pt x="27968" y="6591"/>
                      <a:pt x="27968" y="6591"/>
                      <a:pt x="27968" y="6591"/>
                    </a:cubicBezTo>
                    <a:cubicBezTo>
                      <a:pt x="28157" y="6591"/>
                      <a:pt x="28157" y="6591"/>
                      <a:pt x="28157" y="6591"/>
                    </a:cubicBezTo>
                    <a:lnTo>
                      <a:pt x="28157" y="7532"/>
                    </a:lnTo>
                    <a:close/>
                    <a:moveTo>
                      <a:pt x="37740" y="7101"/>
                    </a:moveTo>
                    <a:cubicBezTo>
                      <a:pt x="37552" y="7101"/>
                      <a:pt x="37552" y="7101"/>
                      <a:pt x="37552" y="7101"/>
                    </a:cubicBezTo>
                    <a:cubicBezTo>
                      <a:pt x="37552" y="6160"/>
                      <a:pt x="37552" y="6160"/>
                      <a:pt x="37552" y="6160"/>
                    </a:cubicBezTo>
                    <a:cubicBezTo>
                      <a:pt x="37740" y="6160"/>
                      <a:pt x="37740" y="6160"/>
                      <a:pt x="37740" y="6160"/>
                    </a:cubicBezTo>
                    <a:lnTo>
                      <a:pt x="37740" y="7101"/>
                    </a:lnTo>
                    <a:close/>
                    <a:moveTo>
                      <a:pt x="18925" y="7025"/>
                    </a:moveTo>
                    <a:cubicBezTo>
                      <a:pt x="18737" y="7025"/>
                      <a:pt x="18737" y="7025"/>
                      <a:pt x="18737" y="7025"/>
                    </a:cubicBezTo>
                    <a:cubicBezTo>
                      <a:pt x="18737" y="6084"/>
                      <a:pt x="18737" y="6084"/>
                      <a:pt x="18737" y="6084"/>
                    </a:cubicBezTo>
                    <a:cubicBezTo>
                      <a:pt x="18925" y="6084"/>
                      <a:pt x="18925" y="6084"/>
                      <a:pt x="18925" y="6084"/>
                    </a:cubicBezTo>
                    <a:lnTo>
                      <a:pt x="18925" y="7025"/>
                    </a:lnTo>
                    <a:close/>
                    <a:moveTo>
                      <a:pt x="188" y="6694"/>
                    </a:moveTo>
                    <a:cubicBezTo>
                      <a:pt x="0" y="6694"/>
                      <a:pt x="0" y="6694"/>
                      <a:pt x="0" y="6694"/>
                    </a:cubicBezTo>
                    <a:cubicBezTo>
                      <a:pt x="0" y="5753"/>
                      <a:pt x="0" y="5753"/>
                      <a:pt x="0" y="5753"/>
                    </a:cubicBezTo>
                    <a:cubicBezTo>
                      <a:pt x="188" y="5753"/>
                      <a:pt x="188" y="5753"/>
                      <a:pt x="188" y="5753"/>
                    </a:cubicBezTo>
                    <a:lnTo>
                      <a:pt x="188" y="6694"/>
                    </a:lnTo>
                    <a:close/>
                    <a:moveTo>
                      <a:pt x="9772" y="6252"/>
                    </a:moveTo>
                    <a:cubicBezTo>
                      <a:pt x="9583" y="6252"/>
                      <a:pt x="9583" y="6252"/>
                      <a:pt x="9583" y="6252"/>
                    </a:cubicBezTo>
                    <a:cubicBezTo>
                      <a:pt x="9583" y="5310"/>
                      <a:pt x="9583" y="5310"/>
                      <a:pt x="9583" y="5310"/>
                    </a:cubicBezTo>
                    <a:cubicBezTo>
                      <a:pt x="9772" y="5310"/>
                      <a:pt x="9772" y="5310"/>
                      <a:pt x="9772" y="5310"/>
                    </a:cubicBezTo>
                    <a:lnTo>
                      <a:pt x="9772" y="6252"/>
                    </a:lnTo>
                    <a:close/>
                    <a:moveTo>
                      <a:pt x="28157" y="5650"/>
                    </a:moveTo>
                    <a:cubicBezTo>
                      <a:pt x="27968" y="5650"/>
                      <a:pt x="27968" y="5650"/>
                      <a:pt x="27968" y="5650"/>
                    </a:cubicBezTo>
                    <a:cubicBezTo>
                      <a:pt x="27968" y="5190"/>
                      <a:pt x="27968" y="5190"/>
                      <a:pt x="27968" y="5190"/>
                    </a:cubicBezTo>
                    <a:cubicBezTo>
                      <a:pt x="27968" y="5027"/>
                      <a:pt x="27976" y="4863"/>
                      <a:pt x="27990" y="4701"/>
                    </a:cubicBezTo>
                    <a:cubicBezTo>
                      <a:pt x="28178" y="4717"/>
                      <a:pt x="28178" y="4717"/>
                      <a:pt x="28178" y="4717"/>
                    </a:cubicBezTo>
                    <a:cubicBezTo>
                      <a:pt x="28164" y="4874"/>
                      <a:pt x="28157" y="5033"/>
                      <a:pt x="28157" y="5190"/>
                    </a:cubicBezTo>
                    <a:lnTo>
                      <a:pt x="28157" y="5650"/>
                    </a:lnTo>
                    <a:close/>
                    <a:moveTo>
                      <a:pt x="37740" y="5218"/>
                    </a:moveTo>
                    <a:cubicBezTo>
                      <a:pt x="37552" y="5218"/>
                      <a:pt x="37552" y="5218"/>
                      <a:pt x="37552" y="5218"/>
                    </a:cubicBezTo>
                    <a:cubicBezTo>
                      <a:pt x="37552" y="5190"/>
                      <a:pt x="37552" y="5190"/>
                      <a:pt x="37552" y="5190"/>
                    </a:cubicBezTo>
                    <a:cubicBezTo>
                      <a:pt x="37552" y="4890"/>
                      <a:pt x="37527" y="4590"/>
                      <a:pt x="37476" y="4297"/>
                    </a:cubicBezTo>
                    <a:cubicBezTo>
                      <a:pt x="37662" y="4266"/>
                      <a:pt x="37662" y="4266"/>
                      <a:pt x="37662" y="4266"/>
                    </a:cubicBezTo>
                    <a:cubicBezTo>
                      <a:pt x="37714" y="4569"/>
                      <a:pt x="37740" y="4880"/>
                      <a:pt x="37740" y="5190"/>
                    </a:cubicBezTo>
                    <a:lnTo>
                      <a:pt x="37740" y="5218"/>
                    </a:lnTo>
                    <a:close/>
                    <a:moveTo>
                      <a:pt x="18735" y="5145"/>
                    </a:moveTo>
                    <a:cubicBezTo>
                      <a:pt x="18727" y="4836"/>
                      <a:pt x="18693" y="4527"/>
                      <a:pt x="18634" y="4226"/>
                    </a:cubicBezTo>
                    <a:cubicBezTo>
                      <a:pt x="18819" y="4190"/>
                      <a:pt x="18819" y="4190"/>
                      <a:pt x="18819" y="4190"/>
                    </a:cubicBezTo>
                    <a:cubicBezTo>
                      <a:pt x="18880" y="4501"/>
                      <a:pt x="18915" y="4820"/>
                      <a:pt x="18923" y="5140"/>
                    </a:cubicBezTo>
                    <a:lnTo>
                      <a:pt x="18735" y="5145"/>
                    </a:lnTo>
                    <a:close/>
                    <a:moveTo>
                      <a:pt x="188" y="4811"/>
                    </a:moveTo>
                    <a:cubicBezTo>
                      <a:pt x="0" y="4811"/>
                      <a:pt x="0" y="4811"/>
                      <a:pt x="0" y="4811"/>
                    </a:cubicBezTo>
                    <a:cubicBezTo>
                      <a:pt x="0" y="3870"/>
                      <a:pt x="0" y="3870"/>
                      <a:pt x="0" y="3870"/>
                    </a:cubicBezTo>
                    <a:cubicBezTo>
                      <a:pt x="188" y="3870"/>
                      <a:pt x="188" y="3870"/>
                      <a:pt x="188" y="3870"/>
                    </a:cubicBezTo>
                    <a:lnTo>
                      <a:pt x="188" y="4811"/>
                    </a:lnTo>
                    <a:close/>
                    <a:moveTo>
                      <a:pt x="9845" y="4389"/>
                    </a:moveTo>
                    <a:cubicBezTo>
                      <a:pt x="9659" y="4358"/>
                      <a:pt x="9659" y="4358"/>
                      <a:pt x="9659" y="4358"/>
                    </a:cubicBezTo>
                    <a:cubicBezTo>
                      <a:pt x="9711" y="4043"/>
                      <a:pt x="9791" y="3731"/>
                      <a:pt x="9895" y="3431"/>
                    </a:cubicBezTo>
                    <a:cubicBezTo>
                      <a:pt x="10073" y="3493"/>
                      <a:pt x="10073" y="3493"/>
                      <a:pt x="10073" y="3493"/>
                    </a:cubicBezTo>
                    <a:cubicBezTo>
                      <a:pt x="9972" y="3783"/>
                      <a:pt x="9895" y="4084"/>
                      <a:pt x="9845" y="4389"/>
                    </a:cubicBezTo>
                    <a:close/>
                    <a:moveTo>
                      <a:pt x="28341" y="3809"/>
                    </a:moveTo>
                    <a:cubicBezTo>
                      <a:pt x="28159" y="3759"/>
                      <a:pt x="28159" y="3759"/>
                      <a:pt x="28159" y="3759"/>
                    </a:cubicBezTo>
                    <a:cubicBezTo>
                      <a:pt x="28243" y="3451"/>
                      <a:pt x="28355" y="3150"/>
                      <a:pt x="28493" y="2862"/>
                    </a:cubicBezTo>
                    <a:cubicBezTo>
                      <a:pt x="28662" y="2944"/>
                      <a:pt x="28662" y="2944"/>
                      <a:pt x="28662" y="2944"/>
                    </a:cubicBezTo>
                    <a:cubicBezTo>
                      <a:pt x="28530" y="3221"/>
                      <a:pt x="28422" y="3512"/>
                      <a:pt x="28341" y="3809"/>
                    </a:cubicBezTo>
                    <a:close/>
                    <a:moveTo>
                      <a:pt x="37240" y="3405"/>
                    </a:moveTo>
                    <a:cubicBezTo>
                      <a:pt x="37135" y="3115"/>
                      <a:pt x="37003" y="2834"/>
                      <a:pt x="36848" y="2570"/>
                    </a:cubicBezTo>
                    <a:cubicBezTo>
                      <a:pt x="37010" y="2474"/>
                      <a:pt x="37010" y="2474"/>
                      <a:pt x="37010" y="2474"/>
                    </a:cubicBezTo>
                    <a:cubicBezTo>
                      <a:pt x="37171" y="2749"/>
                      <a:pt x="37308" y="3040"/>
                      <a:pt x="37417" y="3341"/>
                    </a:cubicBezTo>
                    <a:lnTo>
                      <a:pt x="37240" y="3405"/>
                    </a:lnTo>
                    <a:close/>
                    <a:moveTo>
                      <a:pt x="18379" y="3338"/>
                    </a:moveTo>
                    <a:cubicBezTo>
                      <a:pt x="18268" y="3050"/>
                      <a:pt x="18131" y="2771"/>
                      <a:pt x="17973" y="2509"/>
                    </a:cubicBezTo>
                    <a:cubicBezTo>
                      <a:pt x="18134" y="2412"/>
                      <a:pt x="18134" y="2412"/>
                      <a:pt x="18134" y="2412"/>
                    </a:cubicBezTo>
                    <a:cubicBezTo>
                      <a:pt x="18298" y="2682"/>
                      <a:pt x="18440" y="2972"/>
                      <a:pt x="18555" y="3271"/>
                    </a:cubicBezTo>
                    <a:lnTo>
                      <a:pt x="18379" y="3338"/>
                    </a:lnTo>
                    <a:close/>
                    <a:moveTo>
                      <a:pt x="188" y="2928"/>
                    </a:moveTo>
                    <a:cubicBezTo>
                      <a:pt x="0" y="2928"/>
                      <a:pt x="0" y="2928"/>
                      <a:pt x="0" y="2928"/>
                    </a:cubicBezTo>
                    <a:cubicBezTo>
                      <a:pt x="0" y="1987"/>
                      <a:pt x="0" y="1987"/>
                      <a:pt x="0" y="1987"/>
                    </a:cubicBezTo>
                    <a:cubicBezTo>
                      <a:pt x="188" y="1987"/>
                      <a:pt x="188" y="1987"/>
                      <a:pt x="188" y="1987"/>
                    </a:cubicBezTo>
                    <a:lnTo>
                      <a:pt x="188" y="2928"/>
                    </a:lnTo>
                    <a:close/>
                    <a:moveTo>
                      <a:pt x="10452" y="2652"/>
                    </a:moveTo>
                    <a:cubicBezTo>
                      <a:pt x="10288" y="2559"/>
                      <a:pt x="10288" y="2559"/>
                      <a:pt x="10288" y="2559"/>
                    </a:cubicBezTo>
                    <a:cubicBezTo>
                      <a:pt x="10446" y="2279"/>
                      <a:pt x="10629" y="2014"/>
                      <a:pt x="10832" y="1771"/>
                    </a:cubicBezTo>
                    <a:cubicBezTo>
                      <a:pt x="10976" y="1892"/>
                      <a:pt x="10976" y="1892"/>
                      <a:pt x="10976" y="1892"/>
                    </a:cubicBezTo>
                    <a:cubicBezTo>
                      <a:pt x="10781" y="2126"/>
                      <a:pt x="10604" y="2382"/>
                      <a:pt x="10452" y="2652"/>
                    </a:cubicBezTo>
                    <a:close/>
                    <a:moveTo>
                      <a:pt x="29134" y="2151"/>
                    </a:moveTo>
                    <a:cubicBezTo>
                      <a:pt x="28982" y="2040"/>
                      <a:pt x="28982" y="2040"/>
                      <a:pt x="28982" y="2040"/>
                    </a:cubicBezTo>
                    <a:cubicBezTo>
                      <a:pt x="29171" y="1781"/>
                      <a:pt x="29383" y="1539"/>
                      <a:pt x="29614" y="1321"/>
                    </a:cubicBezTo>
                    <a:cubicBezTo>
                      <a:pt x="29743" y="1458"/>
                      <a:pt x="29743" y="1458"/>
                      <a:pt x="29743" y="1458"/>
                    </a:cubicBezTo>
                    <a:cubicBezTo>
                      <a:pt x="29521" y="1668"/>
                      <a:pt x="29316" y="1901"/>
                      <a:pt x="29134" y="2151"/>
                    </a:cubicBezTo>
                    <a:close/>
                    <a:moveTo>
                      <a:pt x="36311" y="1819"/>
                    </a:moveTo>
                    <a:cubicBezTo>
                      <a:pt x="36109" y="1585"/>
                      <a:pt x="35885" y="1371"/>
                      <a:pt x="35645" y="1181"/>
                    </a:cubicBezTo>
                    <a:cubicBezTo>
                      <a:pt x="35762" y="1034"/>
                      <a:pt x="35762" y="1034"/>
                      <a:pt x="35762" y="1034"/>
                    </a:cubicBezTo>
                    <a:cubicBezTo>
                      <a:pt x="36011" y="1230"/>
                      <a:pt x="36243" y="1453"/>
                      <a:pt x="36454" y="1696"/>
                    </a:cubicBezTo>
                    <a:lnTo>
                      <a:pt x="36311" y="1819"/>
                    </a:lnTo>
                    <a:close/>
                    <a:moveTo>
                      <a:pt x="17424" y="1767"/>
                    </a:moveTo>
                    <a:cubicBezTo>
                      <a:pt x="17217" y="1536"/>
                      <a:pt x="16989" y="1326"/>
                      <a:pt x="16746" y="1144"/>
                    </a:cubicBezTo>
                    <a:cubicBezTo>
                      <a:pt x="16859" y="994"/>
                      <a:pt x="16859" y="994"/>
                      <a:pt x="16859" y="994"/>
                    </a:cubicBezTo>
                    <a:cubicBezTo>
                      <a:pt x="17111" y="1183"/>
                      <a:pt x="17349" y="1401"/>
                      <a:pt x="17564" y="1642"/>
                    </a:cubicBezTo>
                    <a:lnTo>
                      <a:pt x="17424" y="1767"/>
                    </a:lnTo>
                    <a:close/>
                    <a:moveTo>
                      <a:pt x="11633" y="1245"/>
                    </a:moveTo>
                    <a:cubicBezTo>
                      <a:pt x="11514" y="1099"/>
                      <a:pt x="11514" y="1099"/>
                      <a:pt x="11514" y="1099"/>
                    </a:cubicBezTo>
                    <a:cubicBezTo>
                      <a:pt x="11766" y="896"/>
                      <a:pt x="12037" y="720"/>
                      <a:pt x="12319" y="576"/>
                    </a:cubicBezTo>
                    <a:cubicBezTo>
                      <a:pt x="12404" y="744"/>
                      <a:pt x="12404" y="744"/>
                      <a:pt x="12404" y="744"/>
                    </a:cubicBezTo>
                    <a:cubicBezTo>
                      <a:pt x="12134" y="882"/>
                      <a:pt x="11874" y="1050"/>
                      <a:pt x="11633" y="1245"/>
                    </a:cubicBezTo>
                    <a:close/>
                    <a:moveTo>
                      <a:pt x="188" y="1046"/>
                    </a:moveTo>
                    <a:cubicBezTo>
                      <a:pt x="0" y="1046"/>
                      <a:pt x="0" y="1046"/>
                      <a:pt x="0" y="1046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188" y="104"/>
                      <a:pt x="188" y="104"/>
                      <a:pt x="188" y="104"/>
                    </a:cubicBezTo>
                    <a:lnTo>
                      <a:pt x="188" y="1046"/>
                    </a:lnTo>
                    <a:close/>
                    <a:moveTo>
                      <a:pt x="30472" y="893"/>
                    </a:moveTo>
                    <a:cubicBezTo>
                      <a:pt x="30371" y="734"/>
                      <a:pt x="30371" y="734"/>
                      <a:pt x="30371" y="734"/>
                    </a:cubicBezTo>
                    <a:cubicBezTo>
                      <a:pt x="30643" y="562"/>
                      <a:pt x="30932" y="418"/>
                      <a:pt x="31229" y="307"/>
                    </a:cubicBezTo>
                    <a:cubicBezTo>
                      <a:pt x="31296" y="483"/>
                      <a:pt x="31296" y="483"/>
                      <a:pt x="31296" y="483"/>
                    </a:cubicBezTo>
                    <a:cubicBezTo>
                      <a:pt x="31010" y="590"/>
                      <a:pt x="30733" y="728"/>
                      <a:pt x="30472" y="893"/>
                    </a:cubicBezTo>
                    <a:close/>
                    <a:moveTo>
                      <a:pt x="34870" y="684"/>
                    </a:moveTo>
                    <a:cubicBezTo>
                      <a:pt x="34595" y="544"/>
                      <a:pt x="34306" y="433"/>
                      <a:pt x="34012" y="353"/>
                    </a:cubicBezTo>
                    <a:cubicBezTo>
                      <a:pt x="34061" y="171"/>
                      <a:pt x="34061" y="171"/>
                      <a:pt x="34061" y="171"/>
                    </a:cubicBezTo>
                    <a:cubicBezTo>
                      <a:pt x="34368" y="255"/>
                      <a:pt x="34669" y="371"/>
                      <a:pt x="34955" y="517"/>
                    </a:cubicBezTo>
                    <a:lnTo>
                      <a:pt x="34870" y="684"/>
                    </a:lnTo>
                    <a:close/>
                    <a:moveTo>
                      <a:pt x="15957" y="673"/>
                    </a:moveTo>
                    <a:cubicBezTo>
                      <a:pt x="15676" y="543"/>
                      <a:pt x="15383" y="446"/>
                      <a:pt x="15085" y="383"/>
                    </a:cubicBezTo>
                    <a:cubicBezTo>
                      <a:pt x="15124" y="199"/>
                      <a:pt x="15124" y="199"/>
                      <a:pt x="15124" y="199"/>
                    </a:cubicBezTo>
                    <a:cubicBezTo>
                      <a:pt x="15436" y="265"/>
                      <a:pt x="15742" y="366"/>
                      <a:pt x="16035" y="502"/>
                    </a:cubicBezTo>
                    <a:lnTo>
                      <a:pt x="15957" y="673"/>
                    </a:lnTo>
                    <a:close/>
                    <a:moveTo>
                      <a:pt x="13263" y="420"/>
                    </a:moveTo>
                    <a:cubicBezTo>
                      <a:pt x="13217" y="238"/>
                      <a:pt x="13217" y="238"/>
                      <a:pt x="13217" y="238"/>
                    </a:cubicBezTo>
                    <a:cubicBezTo>
                      <a:pt x="13528" y="159"/>
                      <a:pt x="13848" y="115"/>
                      <a:pt x="14168" y="109"/>
                    </a:cubicBezTo>
                    <a:cubicBezTo>
                      <a:pt x="14172" y="297"/>
                      <a:pt x="14172" y="297"/>
                      <a:pt x="14172" y="297"/>
                    </a:cubicBezTo>
                    <a:cubicBezTo>
                      <a:pt x="13866" y="303"/>
                      <a:pt x="13560" y="345"/>
                      <a:pt x="13263" y="420"/>
                    </a:cubicBezTo>
                    <a:close/>
                    <a:moveTo>
                      <a:pt x="32185" y="249"/>
                    </a:moveTo>
                    <a:cubicBezTo>
                      <a:pt x="32157" y="63"/>
                      <a:pt x="32157" y="63"/>
                      <a:pt x="32157" y="63"/>
                    </a:cubicBezTo>
                    <a:cubicBezTo>
                      <a:pt x="32472" y="15"/>
                      <a:pt x="32798" y="0"/>
                      <a:pt x="33115" y="18"/>
                    </a:cubicBezTo>
                    <a:cubicBezTo>
                      <a:pt x="33104" y="206"/>
                      <a:pt x="33104" y="206"/>
                      <a:pt x="33104" y="206"/>
                    </a:cubicBezTo>
                    <a:cubicBezTo>
                      <a:pt x="32800" y="188"/>
                      <a:pt x="32487" y="203"/>
                      <a:pt x="32185" y="24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4" name="Google Shape;404;p19"/>
            <p:cNvGrpSpPr/>
            <p:nvPr/>
          </p:nvGrpSpPr>
          <p:grpSpPr>
            <a:xfrm rot="-5400000">
              <a:off x="1319218" y="409028"/>
              <a:ext cx="146306" cy="261940"/>
              <a:chOff x="7419591" y="3612333"/>
              <a:chExt cx="146306" cy="261940"/>
            </a:xfrm>
          </p:grpSpPr>
          <p:sp>
            <p:nvSpPr>
              <p:cNvPr id="405" name="Google Shape;405;p19"/>
              <p:cNvSpPr/>
              <p:nvPr/>
            </p:nvSpPr>
            <p:spPr>
              <a:xfrm>
                <a:off x="7426735" y="3612333"/>
                <a:ext cx="132160" cy="26194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002" extrusionOk="0">
                    <a:moveTo>
                      <a:pt x="0" y="2644"/>
                    </a:moveTo>
                    <a:cubicBezTo>
                      <a:pt x="0" y="184"/>
                      <a:pt x="0" y="184"/>
                      <a:pt x="0" y="184"/>
                    </a:cubicBezTo>
                    <a:cubicBezTo>
                      <a:pt x="0" y="82"/>
                      <a:pt x="83" y="0"/>
                      <a:pt x="184" y="0"/>
                    </a:cubicBezTo>
                    <a:cubicBezTo>
                      <a:pt x="1323" y="0"/>
                      <a:pt x="1323" y="0"/>
                      <a:pt x="1323" y="0"/>
                    </a:cubicBezTo>
                    <a:cubicBezTo>
                      <a:pt x="1424" y="0"/>
                      <a:pt x="1507" y="82"/>
                      <a:pt x="1507" y="184"/>
                    </a:cubicBezTo>
                    <a:cubicBezTo>
                      <a:pt x="1507" y="2644"/>
                      <a:pt x="1507" y="2644"/>
                      <a:pt x="1507" y="2644"/>
                    </a:cubicBezTo>
                    <a:cubicBezTo>
                      <a:pt x="1507" y="2821"/>
                      <a:pt x="1377" y="2969"/>
                      <a:pt x="1208" y="2997"/>
                    </a:cubicBezTo>
                    <a:cubicBezTo>
                      <a:pt x="1189" y="3001"/>
                      <a:pt x="1169" y="3002"/>
                      <a:pt x="1149" y="3002"/>
                    </a:cubicBezTo>
                    <a:cubicBezTo>
                      <a:pt x="358" y="3002"/>
                      <a:pt x="358" y="3002"/>
                      <a:pt x="358" y="3002"/>
                    </a:cubicBezTo>
                    <a:cubicBezTo>
                      <a:pt x="161" y="3002"/>
                      <a:pt x="0" y="2841"/>
                      <a:pt x="0" y="264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" name="Google Shape;406;p19"/>
              <p:cNvSpPr/>
              <p:nvPr/>
            </p:nvSpPr>
            <p:spPr>
              <a:xfrm>
                <a:off x="7523175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283" y="0"/>
                    </a:moveTo>
                    <a:cubicBezTo>
                      <a:pt x="308" y="0"/>
                      <a:pt x="328" y="20"/>
                      <a:pt x="328" y="44"/>
                    </a:cubicBezTo>
                    <a:cubicBezTo>
                      <a:pt x="328" y="201"/>
                      <a:pt x="201" y="328"/>
                      <a:pt x="44" y="328"/>
                    </a:cubicBezTo>
                    <a:cubicBezTo>
                      <a:pt x="20" y="328"/>
                      <a:pt x="0" y="308"/>
                      <a:pt x="0" y="283"/>
                    </a:cubicBezTo>
                    <a:cubicBezTo>
                      <a:pt x="0" y="258"/>
                      <a:pt x="20" y="238"/>
                      <a:pt x="44" y="238"/>
                    </a:cubicBezTo>
                    <a:cubicBezTo>
                      <a:pt x="151" y="238"/>
                      <a:pt x="238" y="151"/>
                      <a:pt x="238" y="44"/>
                    </a:cubicBezTo>
                    <a:cubicBezTo>
                      <a:pt x="238" y="20"/>
                      <a:pt x="258" y="0"/>
                      <a:pt x="283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407;p19"/>
              <p:cNvSpPr/>
              <p:nvPr/>
            </p:nvSpPr>
            <p:spPr>
              <a:xfrm>
                <a:off x="7433879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45" y="0"/>
                    </a:moveTo>
                    <a:cubicBezTo>
                      <a:pt x="70" y="0"/>
                      <a:pt x="90" y="20"/>
                      <a:pt x="90" y="44"/>
                    </a:cubicBezTo>
                    <a:cubicBezTo>
                      <a:pt x="90" y="151"/>
                      <a:pt x="177" y="238"/>
                      <a:pt x="284" y="238"/>
                    </a:cubicBezTo>
                    <a:cubicBezTo>
                      <a:pt x="308" y="238"/>
                      <a:pt x="328" y="258"/>
                      <a:pt x="328" y="283"/>
                    </a:cubicBezTo>
                    <a:cubicBezTo>
                      <a:pt x="328" y="308"/>
                      <a:pt x="308" y="328"/>
                      <a:pt x="284" y="328"/>
                    </a:cubicBezTo>
                    <a:cubicBezTo>
                      <a:pt x="128" y="328"/>
                      <a:pt x="0" y="201"/>
                      <a:pt x="0" y="44"/>
                    </a:cubicBezTo>
                    <a:cubicBezTo>
                      <a:pt x="0" y="20"/>
                      <a:pt x="20" y="0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19"/>
              <p:cNvSpPr/>
              <p:nvPr/>
            </p:nvSpPr>
            <p:spPr>
              <a:xfrm>
                <a:off x="7519603" y="3619477"/>
                <a:ext cx="238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2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63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3" y="104"/>
                      <a:pt x="262" y="104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409;p19"/>
              <p:cNvSpPr/>
              <p:nvPr/>
            </p:nvSpPr>
            <p:spPr>
              <a:xfrm>
                <a:off x="7445785" y="3619477"/>
                <a:ext cx="226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1" y="0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62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2" y="104"/>
                      <a:pt x="261" y="104"/>
                    </a:cubicBezTo>
                    <a:cubicBezTo>
                      <a:pt x="1" y="104"/>
                      <a:pt x="1" y="104"/>
                      <a:pt x="1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" name="Google Shape;410;p19"/>
              <p:cNvSpPr/>
              <p:nvPr/>
            </p:nvSpPr>
            <p:spPr>
              <a:xfrm>
                <a:off x="7455310" y="3649243"/>
                <a:ext cx="7858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31" extrusionOk="0">
                    <a:moveTo>
                      <a:pt x="94" y="131"/>
                    </a:moveTo>
                    <a:cubicBezTo>
                      <a:pt x="33" y="80"/>
                      <a:pt x="33" y="80"/>
                      <a:pt x="33" y="80"/>
                    </a:cubicBezTo>
                    <a:cubicBezTo>
                      <a:pt x="0" y="53"/>
                      <a:pt x="19" y="0"/>
                      <a:pt x="61" y="0"/>
                    </a:cubicBezTo>
                    <a:cubicBezTo>
                      <a:pt x="840" y="0"/>
                      <a:pt x="840" y="0"/>
                      <a:pt x="840" y="0"/>
                    </a:cubicBezTo>
                    <a:cubicBezTo>
                      <a:pt x="882" y="0"/>
                      <a:pt x="901" y="53"/>
                      <a:pt x="868" y="80"/>
                    </a:cubicBezTo>
                    <a:cubicBezTo>
                      <a:pt x="807" y="131"/>
                      <a:pt x="807" y="131"/>
                      <a:pt x="807" y="131"/>
                    </a:cubicBezTo>
                    <a:lnTo>
                      <a:pt x="94" y="131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" name="Google Shape;411;p19"/>
              <p:cNvSpPr/>
              <p:nvPr/>
            </p:nvSpPr>
            <p:spPr>
              <a:xfrm>
                <a:off x="7452928" y="3770686"/>
                <a:ext cx="82152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941" h="450" extrusionOk="0">
                    <a:moveTo>
                      <a:pt x="36" y="257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807" y="0"/>
                      <a:pt x="807" y="0"/>
                      <a:pt x="807" y="0"/>
                    </a:cubicBezTo>
                    <a:cubicBezTo>
                      <a:pt x="905" y="257"/>
                      <a:pt x="905" y="257"/>
                      <a:pt x="905" y="257"/>
                    </a:cubicBezTo>
                    <a:cubicBezTo>
                      <a:pt x="941" y="350"/>
                      <a:pt x="872" y="450"/>
                      <a:pt x="772" y="450"/>
                    </a:cubicBezTo>
                    <a:cubicBezTo>
                      <a:pt x="169" y="450"/>
                      <a:pt x="169" y="450"/>
                      <a:pt x="169" y="450"/>
                    </a:cubicBezTo>
                    <a:cubicBezTo>
                      <a:pt x="69" y="450"/>
                      <a:pt x="0" y="350"/>
                      <a:pt x="36" y="257"/>
                    </a:cubicBezTo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19"/>
              <p:cNvSpPr/>
              <p:nvPr/>
            </p:nvSpPr>
            <p:spPr>
              <a:xfrm>
                <a:off x="7449356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0"/>
                    </a:moveTo>
                    <a:lnTo>
                      <a:pt x="7" y="30"/>
                    </a:lnTo>
                    <a:lnTo>
                      <a:pt x="0" y="33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19"/>
              <p:cNvSpPr/>
              <p:nvPr/>
            </p:nvSpPr>
            <p:spPr>
              <a:xfrm>
                <a:off x="7449356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33"/>
                    </a:moveTo>
                    <a:lnTo>
                      <a:pt x="7" y="3"/>
                    </a:lnTo>
                    <a:lnTo>
                      <a:pt x="0" y="0"/>
                    </a:lnTo>
                    <a:lnTo>
                      <a:pt x="0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19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19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19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19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19"/>
              <p:cNvSpPr/>
              <p:nvPr/>
            </p:nvSpPr>
            <p:spPr>
              <a:xfrm>
                <a:off x="7529128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151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84"/>
                      <a:pt x="112" y="84"/>
                      <a:pt x="112" y="84"/>
                    </a:cubicBezTo>
                    <a:cubicBezTo>
                      <a:pt x="157" y="84"/>
                      <a:pt x="157" y="84"/>
                      <a:pt x="157" y="84"/>
                    </a:cubicBezTo>
                    <a:cubicBezTo>
                      <a:pt x="158" y="84"/>
                      <a:pt x="158" y="85"/>
                      <a:pt x="158" y="86"/>
                    </a:cubicBezTo>
                    <a:cubicBezTo>
                      <a:pt x="158" y="187"/>
                      <a:pt x="158" y="187"/>
                      <a:pt x="158" y="187"/>
                    </a:cubicBezTo>
                    <a:cubicBezTo>
                      <a:pt x="158" y="188"/>
                      <a:pt x="158" y="188"/>
                      <a:pt x="157" y="188"/>
                    </a:cubicBezTo>
                    <a:cubicBezTo>
                      <a:pt x="112" y="188"/>
                      <a:pt x="112" y="188"/>
                      <a:pt x="112" y="188"/>
                    </a:cubicBezTo>
                    <a:cubicBezTo>
                      <a:pt x="112" y="1541"/>
                      <a:pt x="112" y="1541"/>
                      <a:pt x="112" y="1541"/>
                    </a:cubicBezTo>
                    <a:cubicBezTo>
                      <a:pt x="112" y="1542"/>
                      <a:pt x="112" y="1542"/>
                      <a:pt x="112" y="1542"/>
                    </a:cubicBezTo>
                    <a:cubicBezTo>
                      <a:pt x="112" y="1685"/>
                      <a:pt x="112" y="1685"/>
                      <a:pt x="112" y="1685"/>
                    </a:cubicBezTo>
                    <a:cubicBezTo>
                      <a:pt x="95" y="1678"/>
                      <a:pt x="95" y="1678"/>
                      <a:pt x="95" y="1678"/>
                    </a:cubicBezTo>
                    <a:cubicBezTo>
                      <a:pt x="41" y="2107"/>
                      <a:pt x="41" y="2107"/>
                      <a:pt x="41" y="2107"/>
                    </a:cubicBezTo>
                    <a:cubicBezTo>
                      <a:pt x="43" y="2130"/>
                      <a:pt x="40" y="2154"/>
                      <a:pt x="32" y="2175"/>
                    </a:cubicBezTo>
                    <a:cubicBezTo>
                      <a:pt x="32" y="2175"/>
                      <a:pt x="32" y="2175"/>
                      <a:pt x="32" y="2175"/>
                    </a:cubicBezTo>
                    <a:cubicBezTo>
                      <a:pt x="0" y="2373"/>
                      <a:pt x="4" y="2615"/>
                      <a:pt x="21" y="2833"/>
                    </a:cubicBezTo>
                    <a:cubicBezTo>
                      <a:pt x="107" y="2814"/>
                      <a:pt x="171" y="2736"/>
                      <a:pt x="171" y="2644"/>
                    </a:cubicBezTo>
                    <a:cubicBezTo>
                      <a:pt x="171" y="2620"/>
                      <a:pt x="191" y="2600"/>
                      <a:pt x="216" y="2600"/>
                    </a:cubicBezTo>
                    <a:cubicBezTo>
                      <a:pt x="241" y="2600"/>
                      <a:pt x="261" y="2620"/>
                      <a:pt x="261" y="2644"/>
                    </a:cubicBezTo>
                    <a:cubicBezTo>
                      <a:pt x="261" y="2783"/>
                      <a:pt x="160" y="2899"/>
                      <a:pt x="28" y="2923"/>
                    </a:cubicBezTo>
                    <a:cubicBezTo>
                      <a:pt x="31" y="2948"/>
                      <a:pt x="33" y="2973"/>
                      <a:pt x="36" y="2997"/>
                    </a:cubicBezTo>
                    <a:cubicBezTo>
                      <a:pt x="205" y="2969"/>
                      <a:pt x="335" y="2821"/>
                      <a:pt x="335" y="2644"/>
                    </a:cubicBezTo>
                    <a:cubicBezTo>
                      <a:pt x="335" y="184"/>
                      <a:pt x="335" y="184"/>
                      <a:pt x="335" y="184"/>
                    </a:cubicBezTo>
                    <a:cubicBezTo>
                      <a:pt x="335" y="82"/>
                      <a:pt x="252" y="0"/>
                      <a:pt x="151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19"/>
              <p:cNvSpPr/>
              <p:nvPr/>
            </p:nvSpPr>
            <p:spPr>
              <a:xfrm>
                <a:off x="7538653" y="3619477"/>
                <a:ext cx="47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" h="104" extrusionOk="0">
                    <a:moveTo>
                      <a:pt x="4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6" y="104"/>
                      <a:pt x="46" y="104"/>
                      <a:pt x="46" y="103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6" y="1"/>
                      <a:pt x="46" y="0"/>
                      <a:pt x="45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19"/>
              <p:cNvSpPr/>
              <p:nvPr/>
            </p:nvSpPr>
            <p:spPr>
              <a:xfrm>
                <a:off x="7532700" y="3795688"/>
                <a:ext cx="0" cy="5953"/>
              </a:xfrm>
              <a:custGeom>
                <a:avLst/>
                <a:gdLst/>
                <a:ahLst/>
                <a:cxnLst/>
                <a:rect l="l" t="t" r="r" b="b"/>
                <a:pathLst>
                  <a:path w="11" h="68" extrusionOk="0">
                    <a:moveTo>
                      <a:pt x="0" y="0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47"/>
                      <a:pt x="0" y="23"/>
                      <a:pt x="0" y="0"/>
                    </a:cubicBezTo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19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" name="Google Shape;422;p19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23;p19"/>
              <p:cNvSpPr/>
              <p:nvPr/>
            </p:nvSpPr>
            <p:spPr>
              <a:xfrm>
                <a:off x="7426735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223" y="0"/>
                    </a:moveTo>
                    <a:cubicBezTo>
                      <a:pt x="184" y="0"/>
                      <a:pt x="184" y="0"/>
                      <a:pt x="184" y="0"/>
                    </a:cubicBezTo>
                    <a:cubicBezTo>
                      <a:pt x="83" y="0"/>
                      <a:pt x="0" y="82"/>
                      <a:pt x="0" y="184"/>
                    </a:cubicBezTo>
                    <a:cubicBezTo>
                      <a:pt x="0" y="2644"/>
                      <a:pt x="0" y="2644"/>
                      <a:pt x="0" y="2644"/>
                    </a:cubicBezTo>
                    <a:cubicBezTo>
                      <a:pt x="0" y="2821"/>
                      <a:pt x="130" y="2969"/>
                      <a:pt x="299" y="2997"/>
                    </a:cubicBezTo>
                    <a:cubicBezTo>
                      <a:pt x="302" y="2973"/>
                      <a:pt x="304" y="2949"/>
                      <a:pt x="307" y="2923"/>
                    </a:cubicBezTo>
                    <a:cubicBezTo>
                      <a:pt x="174" y="2900"/>
                      <a:pt x="72" y="2784"/>
                      <a:pt x="72" y="2644"/>
                    </a:cubicBezTo>
                    <a:cubicBezTo>
                      <a:pt x="72" y="2620"/>
                      <a:pt x="92" y="2600"/>
                      <a:pt x="117" y="2600"/>
                    </a:cubicBezTo>
                    <a:cubicBezTo>
                      <a:pt x="142" y="2600"/>
                      <a:pt x="162" y="2620"/>
                      <a:pt x="162" y="2644"/>
                    </a:cubicBezTo>
                    <a:cubicBezTo>
                      <a:pt x="162" y="2737"/>
                      <a:pt x="227" y="2815"/>
                      <a:pt x="314" y="2834"/>
                    </a:cubicBezTo>
                    <a:cubicBezTo>
                      <a:pt x="331" y="2615"/>
                      <a:pt x="335" y="2373"/>
                      <a:pt x="303" y="2175"/>
                    </a:cubicBezTo>
                    <a:cubicBezTo>
                      <a:pt x="223" y="1541"/>
                      <a:pt x="223" y="1541"/>
                      <a:pt x="223" y="1541"/>
                    </a:cubicBezTo>
                    <a:cubicBezTo>
                      <a:pt x="223" y="188"/>
                      <a:pt x="223" y="188"/>
                      <a:pt x="223" y="188"/>
                    </a:cubicBezTo>
                    <a:cubicBezTo>
                      <a:pt x="208" y="188"/>
                      <a:pt x="208" y="188"/>
                      <a:pt x="208" y="188"/>
                    </a:cubicBezTo>
                    <a:cubicBezTo>
                      <a:pt x="208" y="188"/>
                      <a:pt x="207" y="188"/>
                      <a:pt x="207" y="187"/>
                    </a:cubicBezTo>
                    <a:cubicBezTo>
                      <a:pt x="207" y="86"/>
                      <a:pt x="207" y="86"/>
                      <a:pt x="207" y="86"/>
                    </a:cubicBezTo>
                    <a:cubicBezTo>
                      <a:pt x="207" y="85"/>
                      <a:pt x="208" y="84"/>
                      <a:pt x="208" y="84"/>
                    </a:cubicBezTo>
                    <a:cubicBezTo>
                      <a:pt x="223" y="84"/>
                      <a:pt x="223" y="84"/>
                      <a:pt x="223" y="84"/>
                    </a:cubicBezTo>
                    <a:cubicBezTo>
                      <a:pt x="223" y="0"/>
                      <a:pt x="223" y="0"/>
                      <a:pt x="223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19"/>
              <p:cNvSpPr/>
              <p:nvPr/>
            </p:nvSpPr>
            <p:spPr>
              <a:xfrm>
                <a:off x="7445785" y="3619477"/>
                <a:ext cx="11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04" extrusionOk="0">
                    <a:moveTo>
                      <a:pt x="16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1" y="104"/>
                      <a:pt x="1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19"/>
              <p:cNvSpPr/>
              <p:nvPr/>
            </p:nvSpPr>
            <p:spPr>
              <a:xfrm>
                <a:off x="7545797" y="3780211"/>
                <a:ext cx="20100" cy="15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19"/>
              <p:cNvSpPr/>
              <p:nvPr/>
            </p:nvSpPr>
            <p:spPr>
              <a:xfrm>
                <a:off x="7419591" y="3780211"/>
                <a:ext cx="20100" cy="15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7" name="Google Shape;427;p19"/>
          <p:cNvGrpSpPr/>
          <p:nvPr/>
        </p:nvGrpSpPr>
        <p:grpSpPr>
          <a:xfrm>
            <a:off x="10529464" y="3849981"/>
            <a:ext cx="2254672" cy="3390601"/>
            <a:chOff x="7897098" y="2887485"/>
            <a:chExt cx="1691004" cy="2542951"/>
          </a:xfrm>
        </p:grpSpPr>
        <p:grpSp>
          <p:nvGrpSpPr>
            <p:cNvPr id="428" name="Google Shape;428;p19"/>
            <p:cNvGrpSpPr/>
            <p:nvPr/>
          </p:nvGrpSpPr>
          <p:grpSpPr>
            <a:xfrm rot="-3599967">
              <a:off x="7385823" y="3966007"/>
              <a:ext cx="2713554" cy="385908"/>
              <a:chOff x="-1815602" y="2391450"/>
              <a:chExt cx="2535600" cy="360600"/>
            </a:xfrm>
          </p:grpSpPr>
          <p:sp>
            <p:nvSpPr>
              <p:cNvPr id="429" name="Google Shape;429;p19"/>
              <p:cNvSpPr/>
              <p:nvPr/>
            </p:nvSpPr>
            <p:spPr>
              <a:xfrm rot="-5400000">
                <a:off x="-728102" y="1303950"/>
                <a:ext cx="360600" cy="2535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" name="Google Shape;430;p19"/>
              <p:cNvSpPr/>
              <p:nvPr/>
            </p:nvSpPr>
            <p:spPr>
              <a:xfrm rot="-5400000">
                <a:off x="-622063" y="1367161"/>
                <a:ext cx="24779" cy="2411856"/>
              </a:xfrm>
              <a:custGeom>
                <a:avLst/>
                <a:gdLst/>
                <a:ahLst/>
                <a:cxnLst/>
                <a:rect l="l" t="t" r="r" b="b"/>
                <a:pathLst>
                  <a:path w="18" h="1752" extrusionOk="0">
                    <a:moveTo>
                      <a:pt x="18" y="1752"/>
                    </a:moveTo>
                    <a:lnTo>
                      <a:pt x="0" y="1752"/>
                    </a:lnTo>
                    <a:lnTo>
                      <a:pt x="0" y="1656"/>
                    </a:lnTo>
                    <a:lnTo>
                      <a:pt x="18" y="1656"/>
                    </a:lnTo>
                    <a:lnTo>
                      <a:pt x="18" y="1752"/>
                    </a:lnTo>
                    <a:close/>
                    <a:moveTo>
                      <a:pt x="18" y="1559"/>
                    </a:moveTo>
                    <a:lnTo>
                      <a:pt x="0" y="1559"/>
                    </a:lnTo>
                    <a:lnTo>
                      <a:pt x="0" y="1463"/>
                    </a:lnTo>
                    <a:lnTo>
                      <a:pt x="18" y="1463"/>
                    </a:lnTo>
                    <a:lnTo>
                      <a:pt x="18" y="1559"/>
                    </a:lnTo>
                    <a:close/>
                    <a:moveTo>
                      <a:pt x="18" y="1367"/>
                    </a:moveTo>
                    <a:lnTo>
                      <a:pt x="0" y="1367"/>
                    </a:lnTo>
                    <a:lnTo>
                      <a:pt x="0" y="1271"/>
                    </a:lnTo>
                    <a:lnTo>
                      <a:pt x="18" y="1271"/>
                    </a:lnTo>
                    <a:lnTo>
                      <a:pt x="18" y="1367"/>
                    </a:lnTo>
                    <a:close/>
                    <a:moveTo>
                      <a:pt x="18" y="1174"/>
                    </a:moveTo>
                    <a:lnTo>
                      <a:pt x="0" y="1174"/>
                    </a:lnTo>
                    <a:lnTo>
                      <a:pt x="0" y="1078"/>
                    </a:lnTo>
                    <a:lnTo>
                      <a:pt x="18" y="1078"/>
                    </a:lnTo>
                    <a:lnTo>
                      <a:pt x="18" y="1174"/>
                    </a:lnTo>
                    <a:close/>
                    <a:moveTo>
                      <a:pt x="18" y="982"/>
                    </a:moveTo>
                    <a:lnTo>
                      <a:pt x="0" y="982"/>
                    </a:lnTo>
                    <a:lnTo>
                      <a:pt x="0" y="886"/>
                    </a:lnTo>
                    <a:lnTo>
                      <a:pt x="18" y="886"/>
                    </a:lnTo>
                    <a:lnTo>
                      <a:pt x="18" y="982"/>
                    </a:lnTo>
                    <a:close/>
                    <a:moveTo>
                      <a:pt x="18" y="789"/>
                    </a:moveTo>
                    <a:lnTo>
                      <a:pt x="0" y="789"/>
                    </a:lnTo>
                    <a:lnTo>
                      <a:pt x="0" y="693"/>
                    </a:lnTo>
                    <a:lnTo>
                      <a:pt x="18" y="693"/>
                    </a:lnTo>
                    <a:lnTo>
                      <a:pt x="18" y="789"/>
                    </a:lnTo>
                    <a:close/>
                    <a:moveTo>
                      <a:pt x="18" y="597"/>
                    </a:moveTo>
                    <a:lnTo>
                      <a:pt x="0" y="597"/>
                    </a:lnTo>
                    <a:lnTo>
                      <a:pt x="0" y="501"/>
                    </a:lnTo>
                    <a:lnTo>
                      <a:pt x="18" y="501"/>
                    </a:lnTo>
                    <a:lnTo>
                      <a:pt x="18" y="597"/>
                    </a:lnTo>
                    <a:close/>
                    <a:moveTo>
                      <a:pt x="18" y="404"/>
                    </a:moveTo>
                    <a:lnTo>
                      <a:pt x="0" y="404"/>
                    </a:lnTo>
                    <a:lnTo>
                      <a:pt x="0" y="308"/>
                    </a:lnTo>
                    <a:lnTo>
                      <a:pt x="18" y="308"/>
                    </a:lnTo>
                    <a:lnTo>
                      <a:pt x="18" y="404"/>
                    </a:lnTo>
                    <a:close/>
                    <a:moveTo>
                      <a:pt x="18" y="212"/>
                    </a:moveTo>
                    <a:lnTo>
                      <a:pt x="0" y="212"/>
                    </a:lnTo>
                    <a:lnTo>
                      <a:pt x="0" y="115"/>
                    </a:lnTo>
                    <a:lnTo>
                      <a:pt x="18" y="115"/>
                    </a:lnTo>
                    <a:lnTo>
                      <a:pt x="18" y="212"/>
                    </a:lnTo>
                    <a:close/>
                    <a:moveTo>
                      <a:pt x="18" y="19"/>
                    </a:moveTo>
                    <a:lnTo>
                      <a:pt x="0" y="19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1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1" name="Google Shape;431;p19"/>
            <p:cNvGrpSpPr/>
            <p:nvPr/>
          </p:nvGrpSpPr>
          <p:grpSpPr>
            <a:xfrm rot="1800044">
              <a:off x="8669443" y="4027982"/>
              <a:ext cx="146303" cy="261934"/>
              <a:chOff x="7419591" y="3612333"/>
              <a:chExt cx="146306" cy="261940"/>
            </a:xfrm>
          </p:grpSpPr>
          <p:sp>
            <p:nvSpPr>
              <p:cNvPr id="432" name="Google Shape;432;p19"/>
              <p:cNvSpPr/>
              <p:nvPr/>
            </p:nvSpPr>
            <p:spPr>
              <a:xfrm>
                <a:off x="7426735" y="3612333"/>
                <a:ext cx="132160" cy="26194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002" extrusionOk="0">
                    <a:moveTo>
                      <a:pt x="0" y="2644"/>
                    </a:moveTo>
                    <a:cubicBezTo>
                      <a:pt x="0" y="184"/>
                      <a:pt x="0" y="184"/>
                      <a:pt x="0" y="184"/>
                    </a:cubicBezTo>
                    <a:cubicBezTo>
                      <a:pt x="0" y="82"/>
                      <a:pt x="83" y="0"/>
                      <a:pt x="184" y="0"/>
                    </a:cubicBezTo>
                    <a:cubicBezTo>
                      <a:pt x="1323" y="0"/>
                      <a:pt x="1323" y="0"/>
                      <a:pt x="1323" y="0"/>
                    </a:cubicBezTo>
                    <a:cubicBezTo>
                      <a:pt x="1424" y="0"/>
                      <a:pt x="1507" y="82"/>
                      <a:pt x="1507" y="184"/>
                    </a:cubicBezTo>
                    <a:cubicBezTo>
                      <a:pt x="1507" y="2644"/>
                      <a:pt x="1507" y="2644"/>
                      <a:pt x="1507" y="2644"/>
                    </a:cubicBezTo>
                    <a:cubicBezTo>
                      <a:pt x="1507" y="2821"/>
                      <a:pt x="1377" y="2969"/>
                      <a:pt x="1208" y="2997"/>
                    </a:cubicBezTo>
                    <a:cubicBezTo>
                      <a:pt x="1189" y="3001"/>
                      <a:pt x="1169" y="3002"/>
                      <a:pt x="1149" y="3002"/>
                    </a:cubicBezTo>
                    <a:cubicBezTo>
                      <a:pt x="358" y="3002"/>
                      <a:pt x="358" y="3002"/>
                      <a:pt x="358" y="3002"/>
                    </a:cubicBezTo>
                    <a:cubicBezTo>
                      <a:pt x="161" y="3002"/>
                      <a:pt x="0" y="2841"/>
                      <a:pt x="0" y="2644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19"/>
              <p:cNvSpPr/>
              <p:nvPr/>
            </p:nvSpPr>
            <p:spPr>
              <a:xfrm>
                <a:off x="7523175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283" y="0"/>
                    </a:moveTo>
                    <a:cubicBezTo>
                      <a:pt x="308" y="0"/>
                      <a:pt x="328" y="20"/>
                      <a:pt x="328" y="44"/>
                    </a:cubicBezTo>
                    <a:cubicBezTo>
                      <a:pt x="328" y="201"/>
                      <a:pt x="201" y="328"/>
                      <a:pt x="44" y="328"/>
                    </a:cubicBezTo>
                    <a:cubicBezTo>
                      <a:pt x="20" y="328"/>
                      <a:pt x="0" y="308"/>
                      <a:pt x="0" y="283"/>
                    </a:cubicBezTo>
                    <a:cubicBezTo>
                      <a:pt x="0" y="258"/>
                      <a:pt x="20" y="238"/>
                      <a:pt x="44" y="238"/>
                    </a:cubicBezTo>
                    <a:cubicBezTo>
                      <a:pt x="151" y="238"/>
                      <a:pt x="238" y="151"/>
                      <a:pt x="238" y="44"/>
                    </a:cubicBezTo>
                    <a:cubicBezTo>
                      <a:pt x="238" y="20"/>
                      <a:pt x="258" y="0"/>
                      <a:pt x="283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19"/>
              <p:cNvSpPr/>
              <p:nvPr/>
            </p:nvSpPr>
            <p:spPr>
              <a:xfrm>
                <a:off x="7433879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45" y="0"/>
                    </a:moveTo>
                    <a:cubicBezTo>
                      <a:pt x="70" y="0"/>
                      <a:pt x="90" y="20"/>
                      <a:pt x="90" y="44"/>
                    </a:cubicBezTo>
                    <a:cubicBezTo>
                      <a:pt x="90" y="151"/>
                      <a:pt x="177" y="238"/>
                      <a:pt x="284" y="238"/>
                    </a:cubicBezTo>
                    <a:cubicBezTo>
                      <a:pt x="308" y="238"/>
                      <a:pt x="328" y="258"/>
                      <a:pt x="328" y="283"/>
                    </a:cubicBezTo>
                    <a:cubicBezTo>
                      <a:pt x="328" y="308"/>
                      <a:pt x="308" y="328"/>
                      <a:pt x="284" y="328"/>
                    </a:cubicBezTo>
                    <a:cubicBezTo>
                      <a:pt x="128" y="328"/>
                      <a:pt x="0" y="201"/>
                      <a:pt x="0" y="44"/>
                    </a:cubicBezTo>
                    <a:cubicBezTo>
                      <a:pt x="0" y="20"/>
                      <a:pt x="20" y="0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19"/>
              <p:cNvSpPr/>
              <p:nvPr/>
            </p:nvSpPr>
            <p:spPr>
              <a:xfrm>
                <a:off x="7519603" y="3619477"/>
                <a:ext cx="238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2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63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3" y="104"/>
                      <a:pt x="262" y="104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19"/>
              <p:cNvSpPr/>
              <p:nvPr/>
            </p:nvSpPr>
            <p:spPr>
              <a:xfrm>
                <a:off x="7445785" y="3619477"/>
                <a:ext cx="226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1" y="0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62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2" y="104"/>
                      <a:pt x="261" y="104"/>
                    </a:cubicBezTo>
                    <a:cubicBezTo>
                      <a:pt x="1" y="104"/>
                      <a:pt x="1" y="104"/>
                      <a:pt x="1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19"/>
              <p:cNvSpPr/>
              <p:nvPr/>
            </p:nvSpPr>
            <p:spPr>
              <a:xfrm>
                <a:off x="7455310" y="3649243"/>
                <a:ext cx="7858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31" extrusionOk="0">
                    <a:moveTo>
                      <a:pt x="94" y="131"/>
                    </a:moveTo>
                    <a:cubicBezTo>
                      <a:pt x="33" y="80"/>
                      <a:pt x="33" y="80"/>
                      <a:pt x="33" y="80"/>
                    </a:cubicBezTo>
                    <a:cubicBezTo>
                      <a:pt x="0" y="53"/>
                      <a:pt x="19" y="0"/>
                      <a:pt x="61" y="0"/>
                    </a:cubicBezTo>
                    <a:cubicBezTo>
                      <a:pt x="840" y="0"/>
                      <a:pt x="840" y="0"/>
                      <a:pt x="840" y="0"/>
                    </a:cubicBezTo>
                    <a:cubicBezTo>
                      <a:pt x="882" y="0"/>
                      <a:pt x="901" y="53"/>
                      <a:pt x="868" y="80"/>
                    </a:cubicBezTo>
                    <a:cubicBezTo>
                      <a:pt x="807" y="131"/>
                      <a:pt x="807" y="131"/>
                      <a:pt x="807" y="131"/>
                    </a:cubicBezTo>
                    <a:lnTo>
                      <a:pt x="94" y="131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9"/>
              <p:cNvSpPr/>
              <p:nvPr/>
            </p:nvSpPr>
            <p:spPr>
              <a:xfrm>
                <a:off x="7452928" y="3770686"/>
                <a:ext cx="82152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941" h="450" extrusionOk="0">
                    <a:moveTo>
                      <a:pt x="36" y="257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807" y="0"/>
                      <a:pt x="807" y="0"/>
                      <a:pt x="807" y="0"/>
                    </a:cubicBezTo>
                    <a:cubicBezTo>
                      <a:pt x="905" y="257"/>
                      <a:pt x="905" y="257"/>
                      <a:pt x="905" y="257"/>
                    </a:cubicBezTo>
                    <a:cubicBezTo>
                      <a:pt x="941" y="350"/>
                      <a:pt x="872" y="450"/>
                      <a:pt x="772" y="450"/>
                    </a:cubicBezTo>
                    <a:cubicBezTo>
                      <a:pt x="169" y="450"/>
                      <a:pt x="169" y="450"/>
                      <a:pt x="169" y="450"/>
                    </a:cubicBezTo>
                    <a:cubicBezTo>
                      <a:pt x="69" y="450"/>
                      <a:pt x="0" y="350"/>
                      <a:pt x="36" y="257"/>
                    </a:cubicBezTo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19"/>
              <p:cNvSpPr/>
              <p:nvPr/>
            </p:nvSpPr>
            <p:spPr>
              <a:xfrm>
                <a:off x="7449356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0"/>
                    </a:moveTo>
                    <a:lnTo>
                      <a:pt x="7" y="30"/>
                    </a:lnTo>
                    <a:lnTo>
                      <a:pt x="0" y="33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19"/>
              <p:cNvSpPr/>
              <p:nvPr/>
            </p:nvSpPr>
            <p:spPr>
              <a:xfrm>
                <a:off x="7449356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33"/>
                    </a:moveTo>
                    <a:lnTo>
                      <a:pt x="7" y="3"/>
                    </a:lnTo>
                    <a:lnTo>
                      <a:pt x="0" y="0"/>
                    </a:lnTo>
                    <a:lnTo>
                      <a:pt x="0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19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19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19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19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19"/>
              <p:cNvSpPr/>
              <p:nvPr/>
            </p:nvSpPr>
            <p:spPr>
              <a:xfrm>
                <a:off x="7529128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151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84"/>
                      <a:pt x="112" y="84"/>
                      <a:pt x="112" y="84"/>
                    </a:cubicBezTo>
                    <a:cubicBezTo>
                      <a:pt x="157" y="84"/>
                      <a:pt x="157" y="84"/>
                      <a:pt x="157" y="84"/>
                    </a:cubicBezTo>
                    <a:cubicBezTo>
                      <a:pt x="158" y="84"/>
                      <a:pt x="158" y="85"/>
                      <a:pt x="158" y="86"/>
                    </a:cubicBezTo>
                    <a:cubicBezTo>
                      <a:pt x="158" y="187"/>
                      <a:pt x="158" y="187"/>
                      <a:pt x="158" y="187"/>
                    </a:cubicBezTo>
                    <a:cubicBezTo>
                      <a:pt x="158" y="188"/>
                      <a:pt x="158" y="188"/>
                      <a:pt x="157" y="188"/>
                    </a:cubicBezTo>
                    <a:cubicBezTo>
                      <a:pt x="112" y="188"/>
                      <a:pt x="112" y="188"/>
                      <a:pt x="112" y="188"/>
                    </a:cubicBezTo>
                    <a:cubicBezTo>
                      <a:pt x="112" y="1541"/>
                      <a:pt x="112" y="1541"/>
                      <a:pt x="112" y="1541"/>
                    </a:cubicBezTo>
                    <a:cubicBezTo>
                      <a:pt x="112" y="1542"/>
                      <a:pt x="112" y="1542"/>
                      <a:pt x="112" y="1542"/>
                    </a:cubicBezTo>
                    <a:cubicBezTo>
                      <a:pt x="112" y="1685"/>
                      <a:pt x="112" y="1685"/>
                      <a:pt x="112" y="1685"/>
                    </a:cubicBezTo>
                    <a:cubicBezTo>
                      <a:pt x="95" y="1678"/>
                      <a:pt x="95" y="1678"/>
                      <a:pt x="95" y="1678"/>
                    </a:cubicBezTo>
                    <a:cubicBezTo>
                      <a:pt x="41" y="2107"/>
                      <a:pt x="41" y="2107"/>
                      <a:pt x="41" y="2107"/>
                    </a:cubicBezTo>
                    <a:cubicBezTo>
                      <a:pt x="43" y="2130"/>
                      <a:pt x="40" y="2154"/>
                      <a:pt x="32" y="2175"/>
                    </a:cubicBezTo>
                    <a:cubicBezTo>
                      <a:pt x="32" y="2175"/>
                      <a:pt x="32" y="2175"/>
                      <a:pt x="32" y="2175"/>
                    </a:cubicBezTo>
                    <a:cubicBezTo>
                      <a:pt x="0" y="2373"/>
                      <a:pt x="4" y="2615"/>
                      <a:pt x="21" y="2833"/>
                    </a:cubicBezTo>
                    <a:cubicBezTo>
                      <a:pt x="107" y="2814"/>
                      <a:pt x="171" y="2736"/>
                      <a:pt x="171" y="2644"/>
                    </a:cubicBezTo>
                    <a:cubicBezTo>
                      <a:pt x="171" y="2620"/>
                      <a:pt x="191" y="2600"/>
                      <a:pt x="216" y="2600"/>
                    </a:cubicBezTo>
                    <a:cubicBezTo>
                      <a:pt x="241" y="2600"/>
                      <a:pt x="261" y="2620"/>
                      <a:pt x="261" y="2644"/>
                    </a:cubicBezTo>
                    <a:cubicBezTo>
                      <a:pt x="261" y="2783"/>
                      <a:pt x="160" y="2899"/>
                      <a:pt x="28" y="2923"/>
                    </a:cubicBezTo>
                    <a:cubicBezTo>
                      <a:pt x="31" y="2948"/>
                      <a:pt x="33" y="2973"/>
                      <a:pt x="36" y="2997"/>
                    </a:cubicBezTo>
                    <a:cubicBezTo>
                      <a:pt x="205" y="2969"/>
                      <a:pt x="335" y="2821"/>
                      <a:pt x="335" y="2644"/>
                    </a:cubicBezTo>
                    <a:cubicBezTo>
                      <a:pt x="335" y="184"/>
                      <a:pt x="335" y="184"/>
                      <a:pt x="335" y="184"/>
                    </a:cubicBezTo>
                    <a:cubicBezTo>
                      <a:pt x="335" y="82"/>
                      <a:pt x="252" y="0"/>
                      <a:pt x="151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19"/>
              <p:cNvSpPr/>
              <p:nvPr/>
            </p:nvSpPr>
            <p:spPr>
              <a:xfrm>
                <a:off x="7538653" y="3619477"/>
                <a:ext cx="47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" h="104" extrusionOk="0">
                    <a:moveTo>
                      <a:pt x="4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6" y="104"/>
                      <a:pt x="46" y="104"/>
                      <a:pt x="46" y="103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6" y="1"/>
                      <a:pt x="46" y="0"/>
                      <a:pt x="45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19"/>
              <p:cNvSpPr/>
              <p:nvPr/>
            </p:nvSpPr>
            <p:spPr>
              <a:xfrm>
                <a:off x="7532700" y="3795688"/>
                <a:ext cx="0" cy="5953"/>
              </a:xfrm>
              <a:custGeom>
                <a:avLst/>
                <a:gdLst/>
                <a:ahLst/>
                <a:cxnLst/>
                <a:rect l="l" t="t" r="r" b="b"/>
                <a:pathLst>
                  <a:path w="11" h="68" extrusionOk="0">
                    <a:moveTo>
                      <a:pt x="0" y="0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47"/>
                      <a:pt x="0" y="23"/>
                      <a:pt x="0" y="0"/>
                    </a:cubicBezTo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19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19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19"/>
              <p:cNvSpPr/>
              <p:nvPr/>
            </p:nvSpPr>
            <p:spPr>
              <a:xfrm>
                <a:off x="7426735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223" y="0"/>
                    </a:moveTo>
                    <a:cubicBezTo>
                      <a:pt x="184" y="0"/>
                      <a:pt x="184" y="0"/>
                      <a:pt x="184" y="0"/>
                    </a:cubicBezTo>
                    <a:cubicBezTo>
                      <a:pt x="83" y="0"/>
                      <a:pt x="0" y="82"/>
                      <a:pt x="0" y="184"/>
                    </a:cubicBezTo>
                    <a:cubicBezTo>
                      <a:pt x="0" y="2644"/>
                      <a:pt x="0" y="2644"/>
                      <a:pt x="0" y="2644"/>
                    </a:cubicBezTo>
                    <a:cubicBezTo>
                      <a:pt x="0" y="2821"/>
                      <a:pt x="130" y="2969"/>
                      <a:pt x="299" y="2997"/>
                    </a:cubicBezTo>
                    <a:cubicBezTo>
                      <a:pt x="302" y="2973"/>
                      <a:pt x="304" y="2949"/>
                      <a:pt x="307" y="2923"/>
                    </a:cubicBezTo>
                    <a:cubicBezTo>
                      <a:pt x="174" y="2900"/>
                      <a:pt x="72" y="2784"/>
                      <a:pt x="72" y="2644"/>
                    </a:cubicBezTo>
                    <a:cubicBezTo>
                      <a:pt x="72" y="2620"/>
                      <a:pt x="92" y="2600"/>
                      <a:pt x="117" y="2600"/>
                    </a:cubicBezTo>
                    <a:cubicBezTo>
                      <a:pt x="142" y="2600"/>
                      <a:pt x="162" y="2620"/>
                      <a:pt x="162" y="2644"/>
                    </a:cubicBezTo>
                    <a:cubicBezTo>
                      <a:pt x="162" y="2737"/>
                      <a:pt x="227" y="2815"/>
                      <a:pt x="314" y="2834"/>
                    </a:cubicBezTo>
                    <a:cubicBezTo>
                      <a:pt x="331" y="2615"/>
                      <a:pt x="335" y="2373"/>
                      <a:pt x="303" y="2175"/>
                    </a:cubicBezTo>
                    <a:cubicBezTo>
                      <a:pt x="223" y="1541"/>
                      <a:pt x="223" y="1541"/>
                      <a:pt x="223" y="1541"/>
                    </a:cubicBezTo>
                    <a:cubicBezTo>
                      <a:pt x="223" y="188"/>
                      <a:pt x="223" y="188"/>
                      <a:pt x="223" y="188"/>
                    </a:cubicBezTo>
                    <a:cubicBezTo>
                      <a:pt x="208" y="188"/>
                      <a:pt x="208" y="188"/>
                      <a:pt x="208" y="188"/>
                    </a:cubicBezTo>
                    <a:cubicBezTo>
                      <a:pt x="208" y="188"/>
                      <a:pt x="207" y="188"/>
                      <a:pt x="207" y="187"/>
                    </a:cubicBezTo>
                    <a:cubicBezTo>
                      <a:pt x="207" y="86"/>
                      <a:pt x="207" y="86"/>
                      <a:pt x="207" y="86"/>
                    </a:cubicBezTo>
                    <a:cubicBezTo>
                      <a:pt x="207" y="85"/>
                      <a:pt x="208" y="84"/>
                      <a:pt x="208" y="84"/>
                    </a:cubicBezTo>
                    <a:cubicBezTo>
                      <a:pt x="223" y="84"/>
                      <a:pt x="223" y="84"/>
                      <a:pt x="223" y="84"/>
                    </a:cubicBezTo>
                    <a:cubicBezTo>
                      <a:pt x="223" y="0"/>
                      <a:pt x="223" y="0"/>
                      <a:pt x="223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19"/>
              <p:cNvSpPr/>
              <p:nvPr/>
            </p:nvSpPr>
            <p:spPr>
              <a:xfrm>
                <a:off x="7445785" y="3619477"/>
                <a:ext cx="11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04" extrusionOk="0">
                    <a:moveTo>
                      <a:pt x="16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1" y="104"/>
                      <a:pt x="1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19"/>
              <p:cNvSpPr/>
              <p:nvPr/>
            </p:nvSpPr>
            <p:spPr>
              <a:xfrm>
                <a:off x="7545797" y="3780211"/>
                <a:ext cx="20100" cy="156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19"/>
              <p:cNvSpPr/>
              <p:nvPr/>
            </p:nvSpPr>
            <p:spPr>
              <a:xfrm>
                <a:off x="7419591" y="3780211"/>
                <a:ext cx="20100" cy="156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823115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0"/>
          <p:cNvSpPr txBox="1">
            <a:spLocks noGrp="1"/>
          </p:cNvSpPr>
          <p:nvPr>
            <p:ph type="subTitle" idx="1"/>
          </p:nvPr>
        </p:nvSpPr>
        <p:spPr>
          <a:xfrm>
            <a:off x="6040433" y="3231517"/>
            <a:ext cx="5191600" cy="11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456" name="Google Shape;456;p20"/>
          <p:cNvSpPr txBox="1">
            <a:spLocks noGrp="1"/>
          </p:cNvSpPr>
          <p:nvPr>
            <p:ph type="title"/>
          </p:nvPr>
        </p:nvSpPr>
        <p:spPr>
          <a:xfrm>
            <a:off x="5868033" y="2371700"/>
            <a:ext cx="5364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457" name="Google Shape;457;p20"/>
          <p:cNvSpPr/>
          <p:nvPr/>
        </p:nvSpPr>
        <p:spPr>
          <a:xfrm rot="10800000">
            <a:off x="8111867" y="-2481677"/>
            <a:ext cx="3299200" cy="3299200"/>
          </a:xfrm>
          <a:prstGeom prst="chord">
            <a:avLst>
              <a:gd name="adj1" fmla="val 12130194"/>
              <a:gd name="adj2" fmla="val 2028213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8" name="Google Shape;458;p20"/>
          <p:cNvSpPr/>
          <p:nvPr/>
        </p:nvSpPr>
        <p:spPr>
          <a:xfrm rot="10800000">
            <a:off x="474800" y="6040464"/>
            <a:ext cx="4251200" cy="4251200"/>
          </a:xfrm>
          <a:prstGeom prst="chord">
            <a:avLst>
              <a:gd name="adj1" fmla="val 1854034"/>
              <a:gd name="adj2" fmla="val 8952286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59" name="Google Shape;459;p20"/>
          <p:cNvGrpSpPr/>
          <p:nvPr/>
        </p:nvGrpSpPr>
        <p:grpSpPr>
          <a:xfrm flipH="1">
            <a:off x="6096016" y="5374400"/>
            <a:ext cx="7330961" cy="6316537"/>
            <a:chOff x="4572011" y="4030799"/>
            <a:chExt cx="5498221" cy="4737403"/>
          </a:xfrm>
        </p:grpSpPr>
        <p:grpSp>
          <p:nvGrpSpPr>
            <p:cNvPr id="460" name="Google Shape;460;p20"/>
            <p:cNvGrpSpPr/>
            <p:nvPr/>
          </p:nvGrpSpPr>
          <p:grpSpPr>
            <a:xfrm rot="10800000">
              <a:off x="4572011" y="4451100"/>
              <a:ext cx="5498221" cy="4317102"/>
              <a:chOff x="8423998" y="540000"/>
              <a:chExt cx="5498221" cy="4317102"/>
            </a:xfrm>
          </p:grpSpPr>
          <p:sp>
            <p:nvSpPr>
              <p:cNvPr id="461" name="Google Shape;461;p20"/>
              <p:cNvSpPr/>
              <p:nvPr/>
            </p:nvSpPr>
            <p:spPr>
              <a:xfrm>
                <a:off x="8423998" y="2637983"/>
                <a:ext cx="5498221" cy="2219119"/>
              </a:xfrm>
              <a:custGeom>
                <a:avLst/>
                <a:gdLst/>
                <a:ahLst/>
                <a:cxnLst/>
                <a:rect l="l" t="t" r="r" b="b"/>
                <a:pathLst>
                  <a:path w="40188" h="16216" extrusionOk="0">
                    <a:moveTo>
                      <a:pt x="24671" y="16216"/>
                    </a:moveTo>
                    <a:cubicBezTo>
                      <a:pt x="21399" y="16216"/>
                      <a:pt x="18737" y="13343"/>
                      <a:pt x="18737" y="9813"/>
                    </a:cubicBezTo>
                    <a:cubicBezTo>
                      <a:pt x="18737" y="6500"/>
                      <a:pt x="18737" y="6500"/>
                      <a:pt x="18737" y="6500"/>
                    </a:cubicBezTo>
                    <a:cubicBezTo>
                      <a:pt x="18737" y="4423"/>
                      <a:pt x="17275" y="2733"/>
                      <a:pt x="15478" y="2733"/>
                    </a:cubicBezTo>
                    <a:cubicBezTo>
                      <a:pt x="13681" y="2733"/>
                      <a:pt x="12219" y="4423"/>
                      <a:pt x="12219" y="6501"/>
                    </a:cubicBezTo>
                    <a:cubicBezTo>
                      <a:pt x="12219" y="9813"/>
                      <a:pt x="12219" y="9813"/>
                      <a:pt x="12219" y="9813"/>
                    </a:cubicBezTo>
                    <a:cubicBezTo>
                      <a:pt x="12219" y="13343"/>
                      <a:pt x="9479" y="16216"/>
                      <a:pt x="6110" y="16216"/>
                    </a:cubicBezTo>
                    <a:cubicBezTo>
                      <a:pt x="2741" y="16216"/>
                      <a:pt x="0" y="13343"/>
                      <a:pt x="0" y="9813"/>
                    </a:cubicBezTo>
                    <a:cubicBezTo>
                      <a:pt x="0" y="1317"/>
                      <a:pt x="0" y="1317"/>
                      <a:pt x="0" y="1317"/>
                    </a:cubicBezTo>
                    <a:cubicBezTo>
                      <a:pt x="2636" y="1317"/>
                      <a:pt x="2636" y="1317"/>
                      <a:pt x="2636" y="1317"/>
                    </a:cubicBezTo>
                    <a:cubicBezTo>
                      <a:pt x="2636" y="9813"/>
                      <a:pt x="2636" y="9813"/>
                      <a:pt x="2636" y="9813"/>
                    </a:cubicBezTo>
                    <a:cubicBezTo>
                      <a:pt x="2636" y="11890"/>
                      <a:pt x="4194" y="13580"/>
                      <a:pt x="6110" y="13580"/>
                    </a:cubicBezTo>
                    <a:cubicBezTo>
                      <a:pt x="8025" y="13580"/>
                      <a:pt x="9584" y="11890"/>
                      <a:pt x="9584" y="9813"/>
                    </a:cubicBezTo>
                    <a:cubicBezTo>
                      <a:pt x="9584" y="6501"/>
                      <a:pt x="9584" y="6501"/>
                      <a:pt x="9584" y="6501"/>
                    </a:cubicBezTo>
                    <a:cubicBezTo>
                      <a:pt x="9584" y="2970"/>
                      <a:pt x="12228" y="97"/>
                      <a:pt x="15478" y="97"/>
                    </a:cubicBezTo>
                    <a:cubicBezTo>
                      <a:pt x="18728" y="97"/>
                      <a:pt x="21373" y="2970"/>
                      <a:pt x="21373" y="6500"/>
                    </a:cubicBezTo>
                    <a:cubicBezTo>
                      <a:pt x="21373" y="9813"/>
                      <a:pt x="21373" y="9813"/>
                      <a:pt x="21373" y="9813"/>
                    </a:cubicBezTo>
                    <a:cubicBezTo>
                      <a:pt x="21373" y="11890"/>
                      <a:pt x="22852" y="13580"/>
                      <a:pt x="24671" y="13580"/>
                    </a:cubicBezTo>
                    <a:cubicBezTo>
                      <a:pt x="26489" y="13580"/>
                      <a:pt x="27969" y="11890"/>
                      <a:pt x="27969" y="9813"/>
                    </a:cubicBezTo>
                    <a:cubicBezTo>
                      <a:pt x="27969" y="6403"/>
                      <a:pt x="27969" y="6403"/>
                      <a:pt x="27969" y="6403"/>
                    </a:cubicBezTo>
                    <a:cubicBezTo>
                      <a:pt x="27969" y="4713"/>
                      <a:pt x="28596" y="3116"/>
                      <a:pt x="29735" y="1907"/>
                    </a:cubicBezTo>
                    <a:cubicBezTo>
                      <a:pt x="30894" y="677"/>
                      <a:pt x="32437" y="0"/>
                      <a:pt x="34078" y="0"/>
                    </a:cubicBezTo>
                    <a:cubicBezTo>
                      <a:pt x="34078" y="0"/>
                      <a:pt x="34078" y="0"/>
                      <a:pt x="34078" y="0"/>
                    </a:cubicBezTo>
                    <a:cubicBezTo>
                      <a:pt x="35720" y="0"/>
                      <a:pt x="37262" y="677"/>
                      <a:pt x="38422" y="1907"/>
                    </a:cubicBezTo>
                    <a:cubicBezTo>
                      <a:pt x="39561" y="3116"/>
                      <a:pt x="40188" y="4713"/>
                      <a:pt x="40188" y="6403"/>
                    </a:cubicBezTo>
                    <a:cubicBezTo>
                      <a:pt x="40188" y="14898"/>
                      <a:pt x="40188" y="14898"/>
                      <a:pt x="40188" y="14898"/>
                    </a:cubicBezTo>
                    <a:cubicBezTo>
                      <a:pt x="37552" y="14898"/>
                      <a:pt x="37552" y="14898"/>
                      <a:pt x="37552" y="14898"/>
                    </a:cubicBezTo>
                    <a:cubicBezTo>
                      <a:pt x="37552" y="6403"/>
                      <a:pt x="37552" y="6403"/>
                      <a:pt x="37552" y="6403"/>
                    </a:cubicBezTo>
                    <a:cubicBezTo>
                      <a:pt x="37552" y="5387"/>
                      <a:pt x="37180" y="4433"/>
                      <a:pt x="36503" y="3715"/>
                    </a:cubicBezTo>
                    <a:cubicBezTo>
                      <a:pt x="35847" y="3019"/>
                      <a:pt x="34986" y="2635"/>
                      <a:pt x="34078" y="2635"/>
                    </a:cubicBezTo>
                    <a:cubicBezTo>
                      <a:pt x="33171" y="2635"/>
                      <a:pt x="32309" y="3019"/>
                      <a:pt x="31653" y="3715"/>
                    </a:cubicBezTo>
                    <a:cubicBezTo>
                      <a:pt x="30977" y="4433"/>
                      <a:pt x="30604" y="5387"/>
                      <a:pt x="30604" y="6403"/>
                    </a:cubicBezTo>
                    <a:cubicBezTo>
                      <a:pt x="30604" y="9813"/>
                      <a:pt x="30604" y="9813"/>
                      <a:pt x="30604" y="9813"/>
                    </a:cubicBezTo>
                    <a:cubicBezTo>
                      <a:pt x="30604" y="13343"/>
                      <a:pt x="27943" y="16216"/>
                      <a:pt x="24671" y="1621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" name="Google Shape;462;p20"/>
              <p:cNvSpPr/>
              <p:nvPr/>
            </p:nvSpPr>
            <p:spPr>
              <a:xfrm>
                <a:off x="8591947" y="2804555"/>
                <a:ext cx="5162360" cy="1884623"/>
              </a:xfrm>
              <a:custGeom>
                <a:avLst/>
                <a:gdLst/>
                <a:ahLst/>
                <a:cxnLst/>
                <a:rect l="l" t="t" r="r" b="b"/>
                <a:pathLst>
                  <a:path w="37740" h="13779" extrusionOk="0">
                    <a:moveTo>
                      <a:pt x="23447" y="13779"/>
                    </a:moveTo>
                    <a:cubicBezTo>
                      <a:pt x="23200" y="13779"/>
                      <a:pt x="22952" y="13758"/>
                      <a:pt x="22710" y="13715"/>
                    </a:cubicBezTo>
                    <a:cubicBezTo>
                      <a:pt x="22743" y="13530"/>
                      <a:pt x="22743" y="13530"/>
                      <a:pt x="22743" y="13530"/>
                    </a:cubicBezTo>
                    <a:cubicBezTo>
                      <a:pt x="23044" y="13583"/>
                      <a:pt x="23355" y="13601"/>
                      <a:pt x="23659" y="13585"/>
                    </a:cubicBezTo>
                    <a:cubicBezTo>
                      <a:pt x="23669" y="13773"/>
                      <a:pt x="23669" y="13773"/>
                      <a:pt x="23669" y="13773"/>
                    </a:cubicBezTo>
                    <a:cubicBezTo>
                      <a:pt x="23595" y="13777"/>
                      <a:pt x="23521" y="13779"/>
                      <a:pt x="23447" y="13779"/>
                    </a:cubicBezTo>
                    <a:close/>
                    <a:moveTo>
                      <a:pt x="4631" y="13772"/>
                    </a:moveTo>
                    <a:cubicBezTo>
                      <a:pt x="4312" y="13755"/>
                      <a:pt x="3993" y="13703"/>
                      <a:pt x="3684" y="13620"/>
                    </a:cubicBezTo>
                    <a:cubicBezTo>
                      <a:pt x="3734" y="13438"/>
                      <a:pt x="3734" y="13438"/>
                      <a:pt x="3734" y="13438"/>
                    </a:cubicBezTo>
                    <a:cubicBezTo>
                      <a:pt x="4030" y="13518"/>
                      <a:pt x="4335" y="13567"/>
                      <a:pt x="4642" y="13584"/>
                    </a:cubicBezTo>
                    <a:lnTo>
                      <a:pt x="4631" y="13772"/>
                    </a:lnTo>
                    <a:close/>
                    <a:moveTo>
                      <a:pt x="5589" y="13725"/>
                    </a:moveTo>
                    <a:cubicBezTo>
                      <a:pt x="5560" y="13539"/>
                      <a:pt x="5560" y="13539"/>
                      <a:pt x="5560" y="13539"/>
                    </a:cubicBezTo>
                    <a:cubicBezTo>
                      <a:pt x="5863" y="13492"/>
                      <a:pt x="6162" y="13414"/>
                      <a:pt x="6449" y="13305"/>
                    </a:cubicBezTo>
                    <a:cubicBezTo>
                      <a:pt x="6516" y="13481"/>
                      <a:pt x="6516" y="13481"/>
                      <a:pt x="6516" y="13481"/>
                    </a:cubicBezTo>
                    <a:cubicBezTo>
                      <a:pt x="6216" y="13594"/>
                      <a:pt x="5904" y="13676"/>
                      <a:pt x="5589" y="13725"/>
                    </a:cubicBezTo>
                    <a:close/>
                    <a:moveTo>
                      <a:pt x="24616" y="13617"/>
                    </a:moveTo>
                    <a:cubicBezTo>
                      <a:pt x="24564" y="13436"/>
                      <a:pt x="24564" y="13436"/>
                      <a:pt x="24564" y="13436"/>
                    </a:cubicBezTo>
                    <a:cubicBezTo>
                      <a:pt x="24856" y="13353"/>
                      <a:pt x="25143" y="13236"/>
                      <a:pt x="25415" y="13090"/>
                    </a:cubicBezTo>
                    <a:cubicBezTo>
                      <a:pt x="25505" y="13255"/>
                      <a:pt x="25505" y="13255"/>
                      <a:pt x="25505" y="13255"/>
                    </a:cubicBezTo>
                    <a:cubicBezTo>
                      <a:pt x="25220" y="13409"/>
                      <a:pt x="24921" y="13530"/>
                      <a:pt x="24616" y="13617"/>
                    </a:cubicBezTo>
                    <a:close/>
                    <a:moveTo>
                      <a:pt x="21789" y="13446"/>
                    </a:moveTo>
                    <a:cubicBezTo>
                      <a:pt x="21496" y="13324"/>
                      <a:pt x="21213" y="13169"/>
                      <a:pt x="20948" y="12985"/>
                    </a:cubicBezTo>
                    <a:cubicBezTo>
                      <a:pt x="21055" y="12830"/>
                      <a:pt x="21055" y="12830"/>
                      <a:pt x="21055" y="12830"/>
                    </a:cubicBezTo>
                    <a:cubicBezTo>
                      <a:pt x="21310" y="13007"/>
                      <a:pt x="21581" y="13155"/>
                      <a:pt x="21861" y="13272"/>
                    </a:cubicBezTo>
                    <a:lnTo>
                      <a:pt x="21789" y="13446"/>
                    </a:lnTo>
                    <a:close/>
                    <a:moveTo>
                      <a:pt x="2790" y="13275"/>
                    </a:moveTo>
                    <a:cubicBezTo>
                      <a:pt x="2507" y="13132"/>
                      <a:pt x="2235" y="12958"/>
                      <a:pt x="1983" y="12759"/>
                    </a:cubicBezTo>
                    <a:cubicBezTo>
                      <a:pt x="2099" y="12611"/>
                      <a:pt x="2099" y="12611"/>
                      <a:pt x="2099" y="12611"/>
                    </a:cubicBezTo>
                    <a:cubicBezTo>
                      <a:pt x="2342" y="12803"/>
                      <a:pt x="2603" y="12970"/>
                      <a:pt x="2875" y="13107"/>
                    </a:cubicBezTo>
                    <a:lnTo>
                      <a:pt x="2790" y="13275"/>
                    </a:lnTo>
                    <a:close/>
                    <a:moveTo>
                      <a:pt x="7374" y="13053"/>
                    </a:moveTo>
                    <a:cubicBezTo>
                      <a:pt x="7273" y="12893"/>
                      <a:pt x="7273" y="12893"/>
                      <a:pt x="7273" y="12893"/>
                    </a:cubicBezTo>
                    <a:cubicBezTo>
                      <a:pt x="7531" y="12731"/>
                      <a:pt x="7776" y="12540"/>
                      <a:pt x="8000" y="12328"/>
                    </a:cubicBezTo>
                    <a:cubicBezTo>
                      <a:pt x="8130" y="12464"/>
                      <a:pt x="8130" y="12464"/>
                      <a:pt x="8130" y="12464"/>
                    </a:cubicBezTo>
                    <a:cubicBezTo>
                      <a:pt x="7896" y="12685"/>
                      <a:pt x="7642" y="12883"/>
                      <a:pt x="7374" y="13053"/>
                    </a:cubicBezTo>
                    <a:close/>
                    <a:moveTo>
                      <a:pt x="37740" y="12749"/>
                    </a:moveTo>
                    <a:cubicBezTo>
                      <a:pt x="37552" y="12749"/>
                      <a:pt x="37552" y="12749"/>
                      <a:pt x="37552" y="12749"/>
                    </a:cubicBezTo>
                    <a:cubicBezTo>
                      <a:pt x="37552" y="11808"/>
                      <a:pt x="37552" y="11808"/>
                      <a:pt x="37552" y="11808"/>
                    </a:cubicBezTo>
                    <a:cubicBezTo>
                      <a:pt x="37740" y="11808"/>
                      <a:pt x="37740" y="11808"/>
                      <a:pt x="37740" y="11808"/>
                    </a:cubicBezTo>
                    <a:lnTo>
                      <a:pt x="37740" y="12749"/>
                    </a:lnTo>
                    <a:close/>
                    <a:moveTo>
                      <a:pt x="26297" y="12716"/>
                    </a:moveTo>
                    <a:cubicBezTo>
                      <a:pt x="26176" y="12572"/>
                      <a:pt x="26176" y="12572"/>
                      <a:pt x="26176" y="12572"/>
                    </a:cubicBezTo>
                    <a:cubicBezTo>
                      <a:pt x="26409" y="12376"/>
                      <a:pt x="26626" y="12155"/>
                      <a:pt x="26820" y="11913"/>
                    </a:cubicBezTo>
                    <a:cubicBezTo>
                      <a:pt x="26967" y="12031"/>
                      <a:pt x="26967" y="12031"/>
                      <a:pt x="26967" y="12031"/>
                    </a:cubicBezTo>
                    <a:cubicBezTo>
                      <a:pt x="26764" y="12282"/>
                      <a:pt x="26539" y="12513"/>
                      <a:pt x="26297" y="12716"/>
                    </a:cubicBezTo>
                    <a:close/>
                    <a:moveTo>
                      <a:pt x="20219" y="12363"/>
                    </a:moveTo>
                    <a:cubicBezTo>
                      <a:pt x="19999" y="12135"/>
                      <a:pt x="19799" y="11883"/>
                      <a:pt x="19622" y="11614"/>
                    </a:cubicBezTo>
                    <a:cubicBezTo>
                      <a:pt x="19780" y="11511"/>
                      <a:pt x="19780" y="11511"/>
                      <a:pt x="19780" y="11511"/>
                    </a:cubicBezTo>
                    <a:cubicBezTo>
                      <a:pt x="19950" y="11770"/>
                      <a:pt x="20143" y="12013"/>
                      <a:pt x="20354" y="12232"/>
                    </a:cubicBezTo>
                    <a:lnTo>
                      <a:pt x="20219" y="12363"/>
                    </a:lnTo>
                    <a:close/>
                    <a:moveTo>
                      <a:pt x="1290" y="12098"/>
                    </a:moveTo>
                    <a:cubicBezTo>
                      <a:pt x="1082" y="11857"/>
                      <a:pt x="894" y="11596"/>
                      <a:pt x="732" y="11320"/>
                    </a:cubicBezTo>
                    <a:cubicBezTo>
                      <a:pt x="895" y="11224"/>
                      <a:pt x="895" y="11224"/>
                      <a:pt x="895" y="11224"/>
                    </a:cubicBezTo>
                    <a:cubicBezTo>
                      <a:pt x="1051" y="11491"/>
                      <a:pt x="1232" y="11743"/>
                      <a:pt x="1432" y="11974"/>
                    </a:cubicBezTo>
                    <a:lnTo>
                      <a:pt x="1290" y="12098"/>
                    </a:lnTo>
                    <a:close/>
                    <a:moveTo>
                      <a:pt x="8761" y="11745"/>
                    </a:moveTo>
                    <a:cubicBezTo>
                      <a:pt x="8609" y="11634"/>
                      <a:pt x="8609" y="11634"/>
                      <a:pt x="8609" y="11634"/>
                    </a:cubicBezTo>
                    <a:cubicBezTo>
                      <a:pt x="8788" y="11386"/>
                      <a:pt x="8947" y="11119"/>
                      <a:pt x="9080" y="10841"/>
                    </a:cubicBezTo>
                    <a:cubicBezTo>
                      <a:pt x="9250" y="10922"/>
                      <a:pt x="9250" y="10922"/>
                      <a:pt x="9250" y="10922"/>
                    </a:cubicBezTo>
                    <a:cubicBezTo>
                      <a:pt x="9112" y="11211"/>
                      <a:pt x="8948" y="11487"/>
                      <a:pt x="8761" y="11745"/>
                    </a:cubicBezTo>
                    <a:close/>
                    <a:moveTo>
                      <a:pt x="27497" y="11234"/>
                    </a:moveTo>
                    <a:cubicBezTo>
                      <a:pt x="27332" y="11145"/>
                      <a:pt x="27332" y="11145"/>
                      <a:pt x="27332" y="11145"/>
                    </a:cubicBezTo>
                    <a:cubicBezTo>
                      <a:pt x="27477" y="10876"/>
                      <a:pt x="27600" y="10590"/>
                      <a:pt x="27697" y="10297"/>
                    </a:cubicBezTo>
                    <a:cubicBezTo>
                      <a:pt x="27876" y="10356"/>
                      <a:pt x="27876" y="10356"/>
                      <a:pt x="27876" y="10356"/>
                    </a:cubicBezTo>
                    <a:cubicBezTo>
                      <a:pt x="27776" y="10660"/>
                      <a:pt x="27648" y="10956"/>
                      <a:pt x="27497" y="11234"/>
                    </a:cubicBezTo>
                    <a:close/>
                    <a:moveTo>
                      <a:pt x="37740" y="10866"/>
                    </a:moveTo>
                    <a:cubicBezTo>
                      <a:pt x="37552" y="10866"/>
                      <a:pt x="37552" y="10866"/>
                      <a:pt x="37552" y="10866"/>
                    </a:cubicBezTo>
                    <a:cubicBezTo>
                      <a:pt x="37552" y="9925"/>
                      <a:pt x="37552" y="9925"/>
                      <a:pt x="37552" y="9925"/>
                    </a:cubicBezTo>
                    <a:cubicBezTo>
                      <a:pt x="37740" y="9925"/>
                      <a:pt x="37740" y="9925"/>
                      <a:pt x="37740" y="9925"/>
                    </a:cubicBezTo>
                    <a:lnTo>
                      <a:pt x="37740" y="10866"/>
                    </a:lnTo>
                    <a:close/>
                    <a:moveTo>
                      <a:pt x="19173" y="10769"/>
                    </a:moveTo>
                    <a:cubicBezTo>
                      <a:pt x="19049" y="10477"/>
                      <a:pt x="18950" y="10170"/>
                      <a:pt x="18879" y="9859"/>
                    </a:cubicBezTo>
                    <a:cubicBezTo>
                      <a:pt x="19062" y="9817"/>
                      <a:pt x="19062" y="9817"/>
                      <a:pt x="19062" y="9817"/>
                    </a:cubicBezTo>
                    <a:cubicBezTo>
                      <a:pt x="19131" y="10118"/>
                      <a:pt x="19227" y="10414"/>
                      <a:pt x="19346" y="10696"/>
                    </a:cubicBezTo>
                    <a:lnTo>
                      <a:pt x="19173" y="10769"/>
                    </a:lnTo>
                    <a:close/>
                    <a:moveTo>
                      <a:pt x="325" y="10454"/>
                    </a:moveTo>
                    <a:cubicBezTo>
                      <a:pt x="216" y="10155"/>
                      <a:pt x="133" y="9844"/>
                      <a:pt x="79" y="9529"/>
                    </a:cubicBezTo>
                    <a:cubicBezTo>
                      <a:pt x="264" y="9497"/>
                      <a:pt x="264" y="9497"/>
                      <a:pt x="264" y="9497"/>
                    </a:cubicBezTo>
                    <a:cubicBezTo>
                      <a:pt x="317" y="9801"/>
                      <a:pt x="397" y="10101"/>
                      <a:pt x="502" y="10389"/>
                    </a:cubicBezTo>
                    <a:lnTo>
                      <a:pt x="325" y="10454"/>
                    </a:lnTo>
                    <a:close/>
                    <a:moveTo>
                      <a:pt x="9582" y="10025"/>
                    </a:moveTo>
                    <a:cubicBezTo>
                      <a:pt x="9401" y="9975"/>
                      <a:pt x="9401" y="9975"/>
                      <a:pt x="9401" y="9975"/>
                    </a:cubicBezTo>
                    <a:cubicBezTo>
                      <a:pt x="9481" y="9680"/>
                      <a:pt x="9536" y="9374"/>
                      <a:pt x="9563" y="9067"/>
                    </a:cubicBezTo>
                    <a:cubicBezTo>
                      <a:pt x="9750" y="9083"/>
                      <a:pt x="9750" y="9083"/>
                      <a:pt x="9750" y="9083"/>
                    </a:cubicBezTo>
                    <a:cubicBezTo>
                      <a:pt x="9722" y="9402"/>
                      <a:pt x="9666" y="9718"/>
                      <a:pt x="9582" y="10025"/>
                    </a:cubicBezTo>
                    <a:close/>
                    <a:moveTo>
                      <a:pt x="28096" y="9426"/>
                    </a:moveTo>
                    <a:cubicBezTo>
                      <a:pt x="27910" y="9398"/>
                      <a:pt x="27910" y="9398"/>
                      <a:pt x="27910" y="9398"/>
                    </a:cubicBezTo>
                    <a:cubicBezTo>
                      <a:pt x="27949" y="9136"/>
                      <a:pt x="27968" y="8867"/>
                      <a:pt x="27968" y="8600"/>
                    </a:cubicBezTo>
                    <a:cubicBezTo>
                      <a:pt x="27968" y="8474"/>
                      <a:pt x="27968" y="8474"/>
                      <a:pt x="27968" y="8474"/>
                    </a:cubicBezTo>
                    <a:cubicBezTo>
                      <a:pt x="28157" y="8474"/>
                      <a:pt x="28157" y="8474"/>
                      <a:pt x="28157" y="8474"/>
                    </a:cubicBezTo>
                    <a:cubicBezTo>
                      <a:pt x="28157" y="8600"/>
                      <a:pt x="28157" y="8600"/>
                      <a:pt x="28157" y="8600"/>
                    </a:cubicBezTo>
                    <a:cubicBezTo>
                      <a:pt x="28157" y="8876"/>
                      <a:pt x="28136" y="9154"/>
                      <a:pt x="28096" y="9426"/>
                    </a:cubicBezTo>
                    <a:close/>
                    <a:moveTo>
                      <a:pt x="37740" y="8984"/>
                    </a:moveTo>
                    <a:cubicBezTo>
                      <a:pt x="37552" y="8984"/>
                      <a:pt x="37552" y="8984"/>
                      <a:pt x="37552" y="8984"/>
                    </a:cubicBezTo>
                    <a:cubicBezTo>
                      <a:pt x="37552" y="8042"/>
                      <a:pt x="37552" y="8042"/>
                      <a:pt x="37552" y="8042"/>
                    </a:cubicBezTo>
                    <a:cubicBezTo>
                      <a:pt x="37740" y="8042"/>
                      <a:pt x="37740" y="8042"/>
                      <a:pt x="37740" y="8042"/>
                    </a:cubicBezTo>
                    <a:lnTo>
                      <a:pt x="37740" y="8984"/>
                    </a:lnTo>
                    <a:close/>
                    <a:moveTo>
                      <a:pt x="18745" y="8913"/>
                    </a:moveTo>
                    <a:cubicBezTo>
                      <a:pt x="18740" y="8809"/>
                      <a:pt x="18737" y="8703"/>
                      <a:pt x="18737" y="8600"/>
                    </a:cubicBezTo>
                    <a:cubicBezTo>
                      <a:pt x="18737" y="7966"/>
                      <a:pt x="18737" y="7966"/>
                      <a:pt x="18737" y="7966"/>
                    </a:cubicBezTo>
                    <a:cubicBezTo>
                      <a:pt x="18925" y="7966"/>
                      <a:pt x="18925" y="7966"/>
                      <a:pt x="18925" y="7966"/>
                    </a:cubicBezTo>
                    <a:cubicBezTo>
                      <a:pt x="18925" y="8600"/>
                      <a:pt x="18925" y="8600"/>
                      <a:pt x="18925" y="8600"/>
                    </a:cubicBezTo>
                    <a:cubicBezTo>
                      <a:pt x="18925" y="8700"/>
                      <a:pt x="18928" y="8802"/>
                      <a:pt x="18933" y="8902"/>
                    </a:cubicBezTo>
                    <a:lnTo>
                      <a:pt x="18745" y="8913"/>
                    </a:lnTo>
                    <a:close/>
                    <a:moveTo>
                      <a:pt x="188" y="8577"/>
                    </a:moveTo>
                    <a:cubicBezTo>
                      <a:pt x="0" y="8577"/>
                      <a:pt x="0" y="8577"/>
                      <a:pt x="0" y="8577"/>
                    </a:cubicBezTo>
                    <a:cubicBezTo>
                      <a:pt x="0" y="7635"/>
                      <a:pt x="0" y="7635"/>
                      <a:pt x="0" y="7635"/>
                    </a:cubicBezTo>
                    <a:cubicBezTo>
                      <a:pt x="188" y="7635"/>
                      <a:pt x="188" y="7635"/>
                      <a:pt x="188" y="7635"/>
                    </a:cubicBezTo>
                    <a:lnTo>
                      <a:pt x="188" y="8577"/>
                    </a:lnTo>
                    <a:close/>
                    <a:moveTo>
                      <a:pt x="9772" y="8134"/>
                    </a:moveTo>
                    <a:cubicBezTo>
                      <a:pt x="9583" y="8134"/>
                      <a:pt x="9583" y="8134"/>
                      <a:pt x="9583" y="8134"/>
                    </a:cubicBezTo>
                    <a:cubicBezTo>
                      <a:pt x="9583" y="7193"/>
                      <a:pt x="9583" y="7193"/>
                      <a:pt x="9583" y="7193"/>
                    </a:cubicBezTo>
                    <a:cubicBezTo>
                      <a:pt x="9772" y="7193"/>
                      <a:pt x="9772" y="7193"/>
                      <a:pt x="9772" y="7193"/>
                    </a:cubicBezTo>
                    <a:lnTo>
                      <a:pt x="9772" y="8134"/>
                    </a:lnTo>
                    <a:close/>
                    <a:moveTo>
                      <a:pt x="28157" y="7532"/>
                    </a:moveTo>
                    <a:cubicBezTo>
                      <a:pt x="27968" y="7532"/>
                      <a:pt x="27968" y="7532"/>
                      <a:pt x="27968" y="7532"/>
                    </a:cubicBezTo>
                    <a:cubicBezTo>
                      <a:pt x="27968" y="6591"/>
                      <a:pt x="27968" y="6591"/>
                      <a:pt x="27968" y="6591"/>
                    </a:cubicBezTo>
                    <a:cubicBezTo>
                      <a:pt x="28157" y="6591"/>
                      <a:pt x="28157" y="6591"/>
                      <a:pt x="28157" y="6591"/>
                    </a:cubicBezTo>
                    <a:lnTo>
                      <a:pt x="28157" y="7532"/>
                    </a:lnTo>
                    <a:close/>
                    <a:moveTo>
                      <a:pt x="37740" y="7101"/>
                    </a:moveTo>
                    <a:cubicBezTo>
                      <a:pt x="37552" y="7101"/>
                      <a:pt x="37552" y="7101"/>
                      <a:pt x="37552" y="7101"/>
                    </a:cubicBezTo>
                    <a:cubicBezTo>
                      <a:pt x="37552" y="6160"/>
                      <a:pt x="37552" y="6160"/>
                      <a:pt x="37552" y="6160"/>
                    </a:cubicBezTo>
                    <a:cubicBezTo>
                      <a:pt x="37740" y="6160"/>
                      <a:pt x="37740" y="6160"/>
                      <a:pt x="37740" y="6160"/>
                    </a:cubicBezTo>
                    <a:lnTo>
                      <a:pt x="37740" y="7101"/>
                    </a:lnTo>
                    <a:close/>
                    <a:moveTo>
                      <a:pt x="18925" y="7025"/>
                    </a:moveTo>
                    <a:cubicBezTo>
                      <a:pt x="18737" y="7025"/>
                      <a:pt x="18737" y="7025"/>
                      <a:pt x="18737" y="7025"/>
                    </a:cubicBezTo>
                    <a:cubicBezTo>
                      <a:pt x="18737" y="6084"/>
                      <a:pt x="18737" y="6084"/>
                      <a:pt x="18737" y="6084"/>
                    </a:cubicBezTo>
                    <a:cubicBezTo>
                      <a:pt x="18925" y="6084"/>
                      <a:pt x="18925" y="6084"/>
                      <a:pt x="18925" y="6084"/>
                    </a:cubicBezTo>
                    <a:lnTo>
                      <a:pt x="18925" y="7025"/>
                    </a:lnTo>
                    <a:close/>
                    <a:moveTo>
                      <a:pt x="188" y="6694"/>
                    </a:moveTo>
                    <a:cubicBezTo>
                      <a:pt x="0" y="6694"/>
                      <a:pt x="0" y="6694"/>
                      <a:pt x="0" y="6694"/>
                    </a:cubicBezTo>
                    <a:cubicBezTo>
                      <a:pt x="0" y="5753"/>
                      <a:pt x="0" y="5753"/>
                      <a:pt x="0" y="5753"/>
                    </a:cubicBezTo>
                    <a:cubicBezTo>
                      <a:pt x="188" y="5753"/>
                      <a:pt x="188" y="5753"/>
                      <a:pt x="188" y="5753"/>
                    </a:cubicBezTo>
                    <a:lnTo>
                      <a:pt x="188" y="6694"/>
                    </a:lnTo>
                    <a:close/>
                    <a:moveTo>
                      <a:pt x="9772" y="6252"/>
                    </a:moveTo>
                    <a:cubicBezTo>
                      <a:pt x="9583" y="6252"/>
                      <a:pt x="9583" y="6252"/>
                      <a:pt x="9583" y="6252"/>
                    </a:cubicBezTo>
                    <a:cubicBezTo>
                      <a:pt x="9583" y="5310"/>
                      <a:pt x="9583" y="5310"/>
                      <a:pt x="9583" y="5310"/>
                    </a:cubicBezTo>
                    <a:cubicBezTo>
                      <a:pt x="9772" y="5310"/>
                      <a:pt x="9772" y="5310"/>
                      <a:pt x="9772" y="5310"/>
                    </a:cubicBezTo>
                    <a:lnTo>
                      <a:pt x="9772" y="6252"/>
                    </a:lnTo>
                    <a:close/>
                    <a:moveTo>
                      <a:pt x="28157" y="5650"/>
                    </a:moveTo>
                    <a:cubicBezTo>
                      <a:pt x="27968" y="5650"/>
                      <a:pt x="27968" y="5650"/>
                      <a:pt x="27968" y="5650"/>
                    </a:cubicBezTo>
                    <a:cubicBezTo>
                      <a:pt x="27968" y="5190"/>
                      <a:pt x="27968" y="5190"/>
                      <a:pt x="27968" y="5190"/>
                    </a:cubicBezTo>
                    <a:cubicBezTo>
                      <a:pt x="27968" y="5027"/>
                      <a:pt x="27976" y="4863"/>
                      <a:pt x="27990" y="4701"/>
                    </a:cubicBezTo>
                    <a:cubicBezTo>
                      <a:pt x="28178" y="4717"/>
                      <a:pt x="28178" y="4717"/>
                      <a:pt x="28178" y="4717"/>
                    </a:cubicBezTo>
                    <a:cubicBezTo>
                      <a:pt x="28164" y="4874"/>
                      <a:pt x="28157" y="5033"/>
                      <a:pt x="28157" y="5190"/>
                    </a:cubicBezTo>
                    <a:lnTo>
                      <a:pt x="28157" y="5650"/>
                    </a:lnTo>
                    <a:close/>
                    <a:moveTo>
                      <a:pt x="37740" y="5218"/>
                    </a:moveTo>
                    <a:cubicBezTo>
                      <a:pt x="37552" y="5218"/>
                      <a:pt x="37552" y="5218"/>
                      <a:pt x="37552" y="5218"/>
                    </a:cubicBezTo>
                    <a:cubicBezTo>
                      <a:pt x="37552" y="5190"/>
                      <a:pt x="37552" y="5190"/>
                      <a:pt x="37552" y="5190"/>
                    </a:cubicBezTo>
                    <a:cubicBezTo>
                      <a:pt x="37552" y="4890"/>
                      <a:pt x="37527" y="4590"/>
                      <a:pt x="37476" y="4297"/>
                    </a:cubicBezTo>
                    <a:cubicBezTo>
                      <a:pt x="37662" y="4266"/>
                      <a:pt x="37662" y="4266"/>
                      <a:pt x="37662" y="4266"/>
                    </a:cubicBezTo>
                    <a:cubicBezTo>
                      <a:pt x="37714" y="4569"/>
                      <a:pt x="37740" y="4880"/>
                      <a:pt x="37740" y="5190"/>
                    </a:cubicBezTo>
                    <a:lnTo>
                      <a:pt x="37740" y="5218"/>
                    </a:lnTo>
                    <a:close/>
                    <a:moveTo>
                      <a:pt x="18735" y="5145"/>
                    </a:moveTo>
                    <a:cubicBezTo>
                      <a:pt x="18727" y="4836"/>
                      <a:pt x="18693" y="4527"/>
                      <a:pt x="18634" y="4226"/>
                    </a:cubicBezTo>
                    <a:cubicBezTo>
                      <a:pt x="18819" y="4190"/>
                      <a:pt x="18819" y="4190"/>
                      <a:pt x="18819" y="4190"/>
                    </a:cubicBezTo>
                    <a:cubicBezTo>
                      <a:pt x="18880" y="4501"/>
                      <a:pt x="18915" y="4820"/>
                      <a:pt x="18923" y="5140"/>
                    </a:cubicBezTo>
                    <a:lnTo>
                      <a:pt x="18735" y="5145"/>
                    </a:lnTo>
                    <a:close/>
                    <a:moveTo>
                      <a:pt x="188" y="4811"/>
                    </a:moveTo>
                    <a:cubicBezTo>
                      <a:pt x="0" y="4811"/>
                      <a:pt x="0" y="4811"/>
                      <a:pt x="0" y="4811"/>
                    </a:cubicBezTo>
                    <a:cubicBezTo>
                      <a:pt x="0" y="3870"/>
                      <a:pt x="0" y="3870"/>
                      <a:pt x="0" y="3870"/>
                    </a:cubicBezTo>
                    <a:cubicBezTo>
                      <a:pt x="188" y="3870"/>
                      <a:pt x="188" y="3870"/>
                      <a:pt x="188" y="3870"/>
                    </a:cubicBezTo>
                    <a:lnTo>
                      <a:pt x="188" y="4811"/>
                    </a:lnTo>
                    <a:close/>
                    <a:moveTo>
                      <a:pt x="9845" y="4389"/>
                    </a:moveTo>
                    <a:cubicBezTo>
                      <a:pt x="9659" y="4358"/>
                      <a:pt x="9659" y="4358"/>
                      <a:pt x="9659" y="4358"/>
                    </a:cubicBezTo>
                    <a:cubicBezTo>
                      <a:pt x="9711" y="4043"/>
                      <a:pt x="9791" y="3731"/>
                      <a:pt x="9895" y="3431"/>
                    </a:cubicBezTo>
                    <a:cubicBezTo>
                      <a:pt x="10073" y="3493"/>
                      <a:pt x="10073" y="3493"/>
                      <a:pt x="10073" y="3493"/>
                    </a:cubicBezTo>
                    <a:cubicBezTo>
                      <a:pt x="9972" y="3783"/>
                      <a:pt x="9895" y="4084"/>
                      <a:pt x="9845" y="4389"/>
                    </a:cubicBezTo>
                    <a:close/>
                    <a:moveTo>
                      <a:pt x="28341" y="3809"/>
                    </a:moveTo>
                    <a:cubicBezTo>
                      <a:pt x="28159" y="3759"/>
                      <a:pt x="28159" y="3759"/>
                      <a:pt x="28159" y="3759"/>
                    </a:cubicBezTo>
                    <a:cubicBezTo>
                      <a:pt x="28243" y="3451"/>
                      <a:pt x="28355" y="3150"/>
                      <a:pt x="28493" y="2862"/>
                    </a:cubicBezTo>
                    <a:cubicBezTo>
                      <a:pt x="28662" y="2944"/>
                      <a:pt x="28662" y="2944"/>
                      <a:pt x="28662" y="2944"/>
                    </a:cubicBezTo>
                    <a:cubicBezTo>
                      <a:pt x="28530" y="3221"/>
                      <a:pt x="28422" y="3512"/>
                      <a:pt x="28341" y="3809"/>
                    </a:cubicBezTo>
                    <a:close/>
                    <a:moveTo>
                      <a:pt x="37240" y="3405"/>
                    </a:moveTo>
                    <a:cubicBezTo>
                      <a:pt x="37135" y="3115"/>
                      <a:pt x="37003" y="2834"/>
                      <a:pt x="36848" y="2570"/>
                    </a:cubicBezTo>
                    <a:cubicBezTo>
                      <a:pt x="37010" y="2474"/>
                      <a:pt x="37010" y="2474"/>
                      <a:pt x="37010" y="2474"/>
                    </a:cubicBezTo>
                    <a:cubicBezTo>
                      <a:pt x="37171" y="2749"/>
                      <a:pt x="37308" y="3040"/>
                      <a:pt x="37417" y="3341"/>
                    </a:cubicBezTo>
                    <a:lnTo>
                      <a:pt x="37240" y="3405"/>
                    </a:lnTo>
                    <a:close/>
                    <a:moveTo>
                      <a:pt x="18379" y="3338"/>
                    </a:moveTo>
                    <a:cubicBezTo>
                      <a:pt x="18268" y="3050"/>
                      <a:pt x="18131" y="2771"/>
                      <a:pt x="17973" y="2509"/>
                    </a:cubicBezTo>
                    <a:cubicBezTo>
                      <a:pt x="18134" y="2412"/>
                      <a:pt x="18134" y="2412"/>
                      <a:pt x="18134" y="2412"/>
                    </a:cubicBezTo>
                    <a:cubicBezTo>
                      <a:pt x="18298" y="2682"/>
                      <a:pt x="18440" y="2972"/>
                      <a:pt x="18555" y="3271"/>
                    </a:cubicBezTo>
                    <a:lnTo>
                      <a:pt x="18379" y="3338"/>
                    </a:lnTo>
                    <a:close/>
                    <a:moveTo>
                      <a:pt x="188" y="2928"/>
                    </a:moveTo>
                    <a:cubicBezTo>
                      <a:pt x="0" y="2928"/>
                      <a:pt x="0" y="2928"/>
                      <a:pt x="0" y="2928"/>
                    </a:cubicBezTo>
                    <a:cubicBezTo>
                      <a:pt x="0" y="1987"/>
                      <a:pt x="0" y="1987"/>
                      <a:pt x="0" y="1987"/>
                    </a:cubicBezTo>
                    <a:cubicBezTo>
                      <a:pt x="188" y="1987"/>
                      <a:pt x="188" y="1987"/>
                      <a:pt x="188" y="1987"/>
                    </a:cubicBezTo>
                    <a:lnTo>
                      <a:pt x="188" y="2928"/>
                    </a:lnTo>
                    <a:close/>
                    <a:moveTo>
                      <a:pt x="10452" y="2652"/>
                    </a:moveTo>
                    <a:cubicBezTo>
                      <a:pt x="10288" y="2559"/>
                      <a:pt x="10288" y="2559"/>
                      <a:pt x="10288" y="2559"/>
                    </a:cubicBezTo>
                    <a:cubicBezTo>
                      <a:pt x="10446" y="2279"/>
                      <a:pt x="10629" y="2014"/>
                      <a:pt x="10832" y="1771"/>
                    </a:cubicBezTo>
                    <a:cubicBezTo>
                      <a:pt x="10976" y="1892"/>
                      <a:pt x="10976" y="1892"/>
                      <a:pt x="10976" y="1892"/>
                    </a:cubicBezTo>
                    <a:cubicBezTo>
                      <a:pt x="10781" y="2126"/>
                      <a:pt x="10604" y="2382"/>
                      <a:pt x="10452" y="2652"/>
                    </a:cubicBezTo>
                    <a:close/>
                    <a:moveTo>
                      <a:pt x="29134" y="2151"/>
                    </a:moveTo>
                    <a:cubicBezTo>
                      <a:pt x="28982" y="2040"/>
                      <a:pt x="28982" y="2040"/>
                      <a:pt x="28982" y="2040"/>
                    </a:cubicBezTo>
                    <a:cubicBezTo>
                      <a:pt x="29171" y="1781"/>
                      <a:pt x="29383" y="1539"/>
                      <a:pt x="29614" y="1321"/>
                    </a:cubicBezTo>
                    <a:cubicBezTo>
                      <a:pt x="29743" y="1458"/>
                      <a:pt x="29743" y="1458"/>
                      <a:pt x="29743" y="1458"/>
                    </a:cubicBezTo>
                    <a:cubicBezTo>
                      <a:pt x="29521" y="1668"/>
                      <a:pt x="29316" y="1901"/>
                      <a:pt x="29134" y="2151"/>
                    </a:cubicBezTo>
                    <a:close/>
                    <a:moveTo>
                      <a:pt x="36311" y="1819"/>
                    </a:moveTo>
                    <a:cubicBezTo>
                      <a:pt x="36109" y="1585"/>
                      <a:pt x="35885" y="1371"/>
                      <a:pt x="35645" y="1181"/>
                    </a:cubicBezTo>
                    <a:cubicBezTo>
                      <a:pt x="35762" y="1034"/>
                      <a:pt x="35762" y="1034"/>
                      <a:pt x="35762" y="1034"/>
                    </a:cubicBezTo>
                    <a:cubicBezTo>
                      <a:pt x="36011" y="1230"/>
                      <a:pt x="36243" y="1453"/>
                      <a:pt x="36454" y="1696"/>
                    </a:cubicBezTo>
                    <a:lnTo>
                      <a:pt x="36311" y="1819"/>
                    </a:lnTo>
                    <a:close/>
                    <a:moveTo>
                      <a:pt x="17424" y="1767"/>
                    </a:moveTo>
                    <a:cubicBezTo>
                      <a:pt x="17217" y="1536"/>
                      <a:pt x="16989" y="1326"/>
                      <a:pt x="16746" y="1144"/>
                    </a:cubicBezTo>
                    <a:cubicBezTo>
                      <a:pt x="16859" y="994"/>
                      <a:pt x="16859" y="994"/>
                      <a:pt x="16859" y="994"/>
                    </a:cubicBezTo>
                    <a:cubicBezTo>
                      <a:pt x="17111" y="1183"/>
                      <a:pt x="17349" y="1401"/>
                      <a:pt x="17564" y="1642"/>
                    </a:cubicBezTo>
                    <a:lnTo>
                      <a:pt x="17424" y="1767"/>
                    </a:lnTo>
                    <a:close/>
                    <a:moveTo>
                      <a:pt x="11633" y="1245"/>
                    </a:moveTo>
                    <a:cubicBezTo>
                      <a:pt x="11514" y="1099"/>
                      <a:pt x="11514" y="1099"/>
                      <a:pt x="11514" y="1099"/>
                    </a:cubicBezTo>
                    <a:cubicBezTo>
                      <a:pt x="11766" y="896"/>
                      <a:pt x="12037" y="720"/>
                      <a:pt x="12319" y="576"/>
                    </a:cubicBezTo>
                    <a:cubicBezTo>
                      <a:pt x="12404" y="744"/>
                      <a:pt x="12404" y="744"/>
                      <a:pt x="12404" y="744"/>
                    </a:cubicBezTo>
                    <a:cubicBezTo>
                      <a:pt x="12134" y="882"/>
                      <a:pt x="11874" y="1050"/>
                      <a:pt x="11633" y="1245"/>
                    </a:cubicBezTo>
                    <a:close/>
                    <a:moveTo>
                      <a:pt x="188" y="1046"/>
                    </a:moveTo>
                    <a:cubicBezTo>
                      <a:pt x="0" y="1046"/>
                      <a:pt x="0" y="1046"/>
                      <a:pt x="0" y="1046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188" y="104"/>
                      <a:pt x="188" y="104"/>
                      <a:pt x="188" y="104"/>
                    </a:cubicBezTo>
                    <a:lnTo>
                      <a:pt x="188" y="1046"/>
                    </a:lnTo>
                    <a:close/>
                    <a:moveTo>
                      <a:pt x="30472" y="893"/>
                    </a:moveTo>
                    <a:cubicBezTo>
                      <a:pt x="30371" y="734"/>
                      <a:pt x="30371" y="734"/>
                      <a:pt x="30371" y="734"/>
                    </a:cubicBezTo>
                    <a:cubicBezTo>
                      <a:pt x="30643" y="562"/>
                      <a:pt x="30932" y="418"/>
                      <a:pt x="31229" y="307"/>
                    </a:cubicBezTo>
                    <a:cubicBezTo>
                      <a:pt x="31296" y="483"/>
                      <a:pt x="31296" y="483"/>
                      <a:pt x="31296" y="483"/>
                    </a:cubicBezTo>
                    <a:cubicBezTo>
                      <a:pt x="31010" y="590"/>
                      <a:pt x="30733" y="728"/>
                      <a:pt x="30472" y="893"/>
                    </a:cubicBezTo>
                    <a:close/>
                    <a:moveTo>
                      <a:pt x="34870" y="684"/>
                    </a:moveTo>
                    <a:cubicBezTo>
                      <a:pt x="34595" y="544"/>
                      <a:pt x="34306" y="433"/>
                      <a:pt x="34012" y="353"/>
                    </a:cubicBezTo>
                    <a:cubicBezTo>
                      <a:pt x="34061" y="171"/>
                      <a:pt x="34061" y="171"/>
                      <a:pt x="34061" y="171"/>
                    </a:cubicBezTo>
                    <a:cubicBezTo>
                      <a:pt x="34368" y="255"/>
                      <a:pt x="34669" y="371"/>
                      <a:pt x="34955" y="517"/>
                    </a:cubicBezTo>
                    <a:lnTo>
                      <a:pt x="34870" y="684"/>
                    </a:lnTo>
                    <a:close/>
                    <a:moveTo>
                      <a:pt x="15957" y="673"/>
                    </a:moveTo>
                    <a:cubicBezTo>
                      <a:pt x="15676" y="543"/>
                      <a:pt x="15383" y="446"/>
                      <a:pt x="15085" y="383"/>
                    </a:cubicBezTo>
                    <a:cubicBezTo>
                      <a:pt x="15124" y="199"/>
                      <a:pt x="15124" y="199"/>
                      <a:pt x="15124" y="199"/>
                    </a:cubicBezTo>
                    <a:cubicBezTo>
                      <a:pt x="15436" y="265"/>
                      <a:pt x="15742" y="366"/>
                      <a:pt x="16035" y="502"/>
                    </a:cubicBezTo>
                    <a:lnTo>
                      <a:pt x="15957" y="673"/>
                    </a:lnTo>
                    <a:close/>
                    <a:moveTo>
                      <a:pt x="13263" y="420"/>
                    </a:moveTo>
                    <a:cubicBezTo>
                      <a:pt x="13217" y="238"/>
                      <a:pt x="13217" y="238"/>
                      <a:pt x="13217" y="238"/>
                    </a:cubicBezTo>
                    <a:cubicBezTo>
                      <a:pt x="13528" y="159"/>
                      <a:pt x="13848" y="115"/>
                      <a:pt x="14168" y="109"/>
                    </a:cubicBezTo>
                    <a:cubicBezTo>
                      <a:pt x="14172" y="297"/>
                      <a:pt x="14172" y="297"/>
                      <a:pt x="14172" y="297"/>
                    </a:cubicBezTo>
                    <a:cubicBezTo>
                      <a:pt x="13866" y="303"/>
                      <a:pt x="13560" y="345"/>
                      <a:pt x="13263" y="420"/>
                    </a:cubicBezTo>
                    <a:close/>
                    <a:moveTo>
                      <a:pt x="32185" y="249"/>
                    </a:moveTo>
                    <a:cubicBezTo>
                      <a:pt x="32157" y="63"/>
                      <a:pt x="32157" y="63"/>
                      <a:pt x="32157" y="63"/>
                    </a:cubicBezTo>
                    <a:cubicBezTo>
                      <a:pt x="32472" y="15"/>
                      <a:pt x="32798" y="0"/>
                      <a:pt x="33115" y="18"/>
                    </a:cubicBezTo>
                    <a:cubicBezTo>
                      <a:pt x="33104" y="206"/>
                      <a:pt x="33104" y="206"/>
                      <a:pt x="33104" y="206"/>
                    </a:cubicBezTo>
                    <a:cubicBezTo>
                      <a:pt x="32800" y="188"/>
                      <a:pt x="32487" y="203"/>
                      <a:pt x="32185" y="24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20"/>
              <p:cNvSpPr/>
              <p:nvPr/>
            </p:nvSpPr>
            <p:spPr>
              <a:xfrm>
                <a:off x="8423998" y="540000"/>
                <a:ext cx="360600" cy="2535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" name="Google Shape;464;p20"/>
              <p:cNvSpPr/>
              <p:nvPr/>
            </p:nvSpPr>
            <p:spPr>
              <a:xfrm>
                <a:off x="8590570" y="540000"/>
                <a:ext cx="24779" cy="2411856"/>
              </a:xfrm>
              <a:custGeom>
                <a:avLst/>
                <a:gdLst/>
                <a:ahLst/>
                <a:cxnLst/>
                <a:rect l="l" t="t" r="r" b="b"/>
                <a:pathLst>
                  <a:path w="18" h="1752" extrusionOk="0">
                    <a:moveTo>
                      <a:pt x="18" y="1752"/>
                    </a:moveTo>
                    <a:lnTo>
                      <a:pt x="0" y="1752"/>
                    </a:lnTo>
                    <a:lnTo>
                      <a:pt x="0" y="1656"/>
                    </a:lnTo>
                    <a:lnTo>
                      <a:pt x="18" y="1656"/>
                    </a:lnTo>
                    <a:lnTo>
                      <a:pt x="18" y="1752"/>
                    </a:lnTo>
                    <a:close/>
                    <a:moveTo>
                      <a:pt x="18" y="1559"/>
                    </a:moveTo>
                    <a:lnTo>
                      <a:pt x="0" y="1559"/>
                    </a:lnTo>
                    <a:lnTo>
                      <a:pt x="0" y="1463"/>
                    </a:lnTo>
                    <a:lnTo>
                      <a:pt x="18" y="1463"/>
                    </a:lnTo>
                    <a:lnTo>
                      <a:pt x="18" y="1559"/>
                    </a:lnTo>
                    <a:close/>
                    <a:moveTo>
                      <a:pt x="18" y="1367"/>
                    </a:moveTo>
                    <a:lnTo>
                      <a:pt x="0" y="1367"/>
                    </a:lnTo>
                    <a:lnTo>
                      <a:pt x="0" y="1271"/>
                    </a:lnTo>
                    <a:lnTo>
                      <a:pt x="18" y="1271"/>
                    </a:lnTo>
                    <a:lnTo>
                      <a:pt x="18" y="1367"/>
                    </a:lnTo>
                    <a:close/>
                    <a:moveTo>
                      <a:pt x="18" y="1174"/>
                    </a:moveTo>
                    <a:lnTo>
                      <a:pt x="0" y="1174"/>
                    </a:lnTo>
                    <a:lnTo>
                      <a:pt x="0" y="1078"/>
                    </a:lnTo>
                    <a:lnTo>
                      <a:pt x="18" y="1078"/>
                    </a:lnTo>
                    <a:lnTo>
                      <a:pt x="18" y="1174"/>
                    </a:lnTo>
                    <a:close/>
                    <a:moveTo>
                      <a:pt x="18" y="982"/>
                    </a:moveTo>
                    <a:lnTo>
                      <a:pt x="0" y="982"/>
                    </a:lnTo>
                    <a:lnTo>
                      <a:pt x="0" y="886"/>
                    </a:lnTo>
                    <a:lnTo>
                      <a:pt x="18" y="886"/>
                    </a:lnTo>
                    <a:lnTo>
                      <a:pt x="18" y="982"/>
                    </a:lnTo>
                    <a:close/>
                    <a:moveTo>
                      <a:pt x="18" y="789"/>
                    </a:moveTo>
                    <a:lnTo>
                      <a:pt x="0" y="789"/>
                    </a:lnTo>
                    <a:lnTo>
                      <a:pt x="0" y="693"/>
                    </a:lnTo>
                    <a:lnTo>
                      <a:pt x="18" y="693"/>
                    </a:lnTo>
                    <a:lnTo>
                      <a:pt x="18" y="789"/>
                    </a:lnTo>
                    <a:close/>
                    <a:moveTo>
                      <a:pt x="18" y="597"/>
                    </a:moveTo>
                    <a:lnTo>
                      <a:pt x="0" y="597"/>
                    </a:lnTo>
                    <a:lnTo>
                      <a:pt x="0" y="501"/>
                    </a:lnTo>
                    <a:lnTo>
                      <a:pt x="18" y="501"/>
                    </a:lnTo>
                    <a:lnTo>
                      <a:pt x="18" y="597"/>
                    </a:lnTo>
                    <a:close/>
                    <a:moveTo>
                      <a:pt x="18" y="404"/>
                    </a:moveTo>
                    <a:lnTo>
                      <a:pt x="0" y="404"/>
                    </a:lnTo>
                    <a:lnTo>
                      <a:pt x="0" y="308"/>
                    </a:lnTo>
                    <a:lnTo>
                      <a:pt x="18" y="308"/>
                    </a:lnTo>
                    <a:lnTo>
                      <a:pt x="18" y="404"/>
                    </a:lnTo>
                    <a:close/>
                    <a:moveTo>
                      <a:pt x="18" y="212"/>
                    </a:moveTo>
                    <a:lnTo>
                      <a:pt x="0" y="212"/>
                    </a:lnTo>
                    <a:lnTo>
                      <a:pt x="0" y="115"/>
                    </a:lnTo>
                    <a:lnTo>
                      <a:pt x="18" y="115"/>
                    </a:lnTo>
                    <a:lnTo>
                      <a:pt x="18" y="212"/>
                    </a:lnTo>
                    <a:close/>
                    <a:moveTo>
                      <a:pt x="18" y="19"/>
                    </a:moveTo>
                    <a:lnTo>
                      <a:pt x="0" y="19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1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5" name="Google Shape;465;p20"/>
            <p:cNvGrpSpPr/>
            <p:nvPr/>
          </p:nvGrpSpPr>
          <p:grpSpPr>
            <a:xfrm rot="5400000">
              <a:off x="6642543" y="4472528"/>
              <a:ext cx="146306" cy="261940"/>
              <a:chOff x="7419591" y="3612333"/>
              <a:chExt cx="146306" cy="261940"/>
            </a:xfrm>
          </p:grpSpPr>
          <p:sp>
            <p:nvSpPr>
              <p:cNvPr id="466" name="Google Shape;466;p20"/>
              <p:cNvSpPr/>
              <p:nvPr/>
            </p:nvSpPr>
            <p:spPr>
              <a:xfrm>
                <a:off x="7426735" y="3612333"/>
                <a:ext cx="132160" cy="26194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002" extrusionOk="0">
                    <a:moveTo>
                      <a:pt x="0" y="2644"/>
                    </a:moveTo>
                    <a:cubicBezTo>
                      <a:pt x="0" y="184"/>
                      <a:pt x="0" y="184"/>
                      <a:pt x="0" y="184"/>
                    </a:cubicBezTo>
                    <a:cubicBezTo>
                      <a:pt x="0" y="82"/>
                      <a:pt x="83" y="0"/>
                      <a:pt x="184" y="0"/>
                    </a:cubicBezTo>
                    <a:cubicBezTo>
                      <a:pt x="1323" y="0"/>
                      <a:pt x="1323" y="0"/>
                      <a:pt x="1323" y="0"/>
                    </a:cubicBezTo>
                    <a:cubicBezTo>
                      <a:pt x="1424" y="0"/>
                      <a:pt x="1507" y="82"/>
                      <a:pt x="1507" y="184"/>
                    </a:cubicBezTo>
                    <a:cubicBezTo>
                      <a:pt x="1507" y="2644"/>
                      <a:pt x="1507" y="2644"/>
                      <a:pt x="1507" y="2644"/>
                    </a:cubicBezTo>
                    <a:cubicBezTo>
                      <a:pt x="1507" y="2821"/>
                      <a:pt x="1377" y="2969"/>
                      <a:pt x="1208" y="2997"/>
                    </a:cubicBezTo>
                    <a:cubicBezTo>
                      <a:pt x="1189" y="3001"/>
                      <a:pt x="1169" y="3002"/>
                      <a:pt x="1149" y="3002"/>
                    </a:cubicBezTo>
                    <a:cubicBezTo>
                      <a:pt x="358" y="3002"/>
                      <a:pt x="358" y="3002"/>
                      <a:pt x="358" y="3002"/>
                    </a:cubicBezTo>
                    <a:cubicBezTo>
                      <a:pt x="161" y="3002"/>
                      <a:pt x="0" y="2841"/>
                      <a:pt x="0" y="264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67;p20"/>
              <p:cNvSpPr/>
              <p:nvPr/>
            </p:nvSpPr>
            <p:spPr>
              <a:xfrm>
                <a:off x="7523175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283" y="0"/>
                    </a:moveTo>
                    <a:cubicBezTo>
                      <a:pt x="308" y="0"/>
                      <a:pt x="328" y="20"/>
                      <a:pt x="328" y="44"/>
                    </a:cubicBezTo>
                    <a:cubicBezTo>
                      <a:pt x="328" y="201"/>
                      <a:pt x="201" y="328"/>
                      <a:pt x="44" y="328"/>
                    </a:cubicBezTo>
                    <a:cubicBezTo>
                      <a:pt x="20" y="328"/>
                      <a:pt x="0" y="308"/>
                      <a:pt x="0" y="283"/>
                    </a:cubicBezTo>
                    <a:cubicBezTo>
                      <a:pt x="0" y="258"/>
                      <a:pt x="20" y="238"/>
                      <a:pt x="44" y="238"/>
                    </a:cubicBezTo>
                    <a:cubicBezTo>
                      <a:pt x="151" y="238"/>
                      <a:pt x="238" y="151"/>
                      <a:pt x="238" y="44"/>
                    </a:cubicBezTo>
                    <a:cubicBezTo>
                      <a:pt x="238" y="20"/>
                      <a:pt x="258" y="0"/>
                      <a:pt x="283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" name="Google Shape;468;p20"/>
              <p:cNvSpPr/>
              <p:nvPr/>
            </p:nvSpPr>
            <p:spPr>
              <a:xfrm>
                <a:off x="7433879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45" y="0"/>
                    </a:moveTo>
                    <a:cubicBezTo>
                      <a:pt x="70" y="0"/>
                      <a:pt x="90" y="20"/>
                      <a:pt x="90" y="44"/>
                    </a:cubicBezTo>
                    <a:cubicBezTo>
                      <a:pt x="90" y="151"/>
                      <a:pt x="177" y="238"/>
                      <a:pt x="284" y="238"/>
                    </a:cubicBezTo>
                    <a:cubicBezTo>
                      <a:pt x="308" y="238"/>
                      <a:pt x="328" y="258"/>
                      <a:pt x="328" y="283"/>
                    </a:cubicBezTo>
                    <a:cubicBezTo>
                      <a:pt x="328" y="308"/>
                      <a:pt x="308" y="328"/>
                      <a:pt x="284" y="328"/>
                    </a:cubicBezTo>
                    <a:cubicBezTo>
                      <a:pt x="128" y="328"/>
                      <a:pt x="0" y="201"/>
                      <a:pt x="0" y="44"/>
                    </a:cubicBezTo>
                    <a:cubicBezTo>
                      <a:pt x="0" y="20"/>
                      <a:pt x="20" y="0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" name="Google Shape;469;p20"/>
              <p:cNvSpPr/>
              <p:nvPr/>
            </p:nvSpPr>
            <p:spPr>
              <a:xfrm>
                <a:off x="7519603" y="3619477"/>
                <a:ext cx="238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2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63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3" y="104"/>
                      <a:pt x="262" y="104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70;p20"/>
              <p:cNvSpPr/>
              <p:nvPr/>
            </p:nvSpPr>
            <p:spPr>
              <a:xfrm>
                <a:off x="7445785" y="3619477"/>
                <a:ext cx="226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1" y="0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62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2" y="104"/>
                      <a:pt x="261" y="104"/>
                    </a:cubicBezTo>
                    <a:cubicBezTo>
                      <a:pt x="1" y="104"/>
                      <a:pt x="1" y="104"/>
                      <a:pt x="1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" name="Google Shape;471;p20"/>
              <p:cNvSpPr/>
              <p:nvPr/>
            </p:nvSpPr>
            <p:spPr>
              <a:xfrm>
                <a:off x="7455310" y="3649243"/>
                <a:ext cx="7858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31" extrusionOk="0">
                    <a:moveTo>
                      <a:pt x="94" y="131"/>
                    </a:moveTo>
                    <a:cubicBezTo>
                      <a:pt x="33" y="80"/>
                      <a:pt x="33" y="80"/>
                      <a:pt x="33" y="80"/>
                    </a:cubicBezTo>
                    <a:cubicBezTo>
                      <a:pt x="0" y="53"/>
                      <a:pt x="19" y="0"/>
                      <a:pt x="61" y="0"/>
                    </a:cubicBezTo>
                    <a:cubicBezTo>
                      <a:pt x="840" y="0"/>
                      <a:pt x="840" y="0"/>
                      <a:pt x="840" y="0"/>
                    </a:cubicBezTo>
                    <a:cubicBezTo>
                      <a:pt x="882" y="0"/>
                      <a:pt x="901" y="53"/>
                      <a:pt x="868" y="80"/>
                    </a:cubicBezTo>
                    <a:cubicBezTo>
                      <a:pt x="807" y="131"/>
                      <a:pt x="807" y="131"/>
                      <a:pt x="807" y="131"/>
                    </a:cubicBezTo>
                    <a:lnTo>
                      <a:pt x="94" y="131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p20"/>
              <p:cNvSpPr/>
              <p:nvPr/>
            </p:nvSpPr>
            <p:spPr>
              <a:xfrm>
                <a:off x="7452928" y="3770686"/>
                <a:ext cx="82152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941" h="450" extrusionOk="0">
                    <a:moveTo>
                      <a:pt x="36" y="257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807" y="0"/>
                      <a:pt x="807" y="0"/>
                      <a:pt x="807" y="0"/>
                    </a:cubicBezTo>
                    <a:cubicBezTo>
                      <a:pt x="905" y="257"/>
                      <a:pt x="905" y="257"/>
                      <a:pt x="905" y="257"/>
                    </a:cubicBezTo>
                    <a:cubicBezTo>
                      <a:pt x="941" y="350"/>
                      <a:pt x="872" y="450"/>
                      <a:pt x="772" y="450"/>
                    </a:cubicBezTo>
                    <a:cubicBezTo>
                      <a:pt x="169" y="450"/>
                      <a:pt x="169" y="450"/>
                      <a:pt x="169" y="450"/>
                    </a:cubicBezTo>
                    <a:cubicBezTo>
                      <a:pt x="69" y="450"/>
                      <a:pt x="0" y="350"/>
                      <a:pt x="36" y="257"/>
                    </a:cubicBezTo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20"/>
              <p:cNvSpPr/>
              <p:nvPr/>
            </p:nvSpPr>
            <p:spPr>
              <a:xfrm>
                <a:off x="7449356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0"/>
                    </a:moveTo>
                    <a:lnTo>
                      <a:pt x="7" y="30"/>
                    </a:lnTo>
                    <a:lnTo>
                      <a:pt x="0" y="33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20"/>
              <p:cNvSpPr/>
              <p:nvPr/>
            </p:nvSpPr>
            <p:spPr>
              <a:xfrm>
                <a:off x="7449356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33"/>
                    </a:moveTo>
                    <a:lnTo>
                      <a:pt x="7" y="3"/>
                    </a:lnTo>
                    <a:lnTo>
                      <a:pt x="0" y="0"/>
                    </a:lnTo>
                    <a:lnTo>
                      <a:pt x="0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" name="Google Shape;475;p20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20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20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20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20"/>
              <p:cNvSpPr/>
              <p:nvPr/>
            </p:nvSpPr>
            <p:spPr>
              <a:xfrm>
                <a:off x="7529128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151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84"/>
                      <a:pt x="112" y="84"/>
                      <a:pt x="112" y="84"/>
                    </a:cubicBezTo>
                    <a:cubicBezTo>
                      <a:pt x="157" y="84"/>
                      <a:pt x="157" y="84"/>
                      <a:pt x="157" y="84"/>
                    </a:cubicBezTo>
                    <a:cubicBezTo>
                      <a:pt x="158" y="84"/>
                      <a:pt x="158" y="85"/>
                      <a:pt x="158" y="86"/>
                    </a:cubicBezTo>
                    <a:cubicBezTo>
                      <a:pt x="158" y="187"/>
                      <a:pt x="158" y="187"/>
                      <a:pt x="158" y="187"/>
                    </a:cubicBezTo>
                    <a:cubicBezTo>
                      <a:pt x="158" y="188"/>
                      <a:pt x="158" y="188"/>
                      <a:pt x="157" y="188"/>
                    </a:cubicBezTo>
                    <a:cubicBezTo>
                      <a:pt x="112" y="188"/>
                      <a:pt x="112" y="188"/>
                      <a:pt x="112" y="188"/>
                    </a:cubicBezTo>
                    <a:cubicBezTo>
                      <a:pt x="112" y="1541"/>
                      <a:pt x="112" y="1541"/>
                      <a:pt x="112" y="1541"/>
                    </a:cubicBezTo>
                    <a:cubicBezTo>
                      <a:pt x="112" y="1542"/>
                      <a:pt x="112" y="1542"/>
                      <a:pt x="112" y="1542"/>
                    </a:cubicBezTo>
                    <a:cubicBezTo>
                      <a:pt x="112" y="1685"/>
                      <a:pt x="112" y="1685"/>
                      <a:pt x="112" y="1685"/>
                    </a:cubicBezTo>
                    <a:cubicBezTo>
                      <a:pt x="95" y="1678"/>
                      <a:pt x="95" y="1678"/>
                      <a:pt x="95" y="1678"/>
                    </a:cubicBezTo>
                    <a:cubicBezTo>
                      <a:pt x="41" y="2107"/>
                      <a:pt x="41" y="2107"/>
                      <a:pt x="41" y="2107"/>
                    </a:cubicBezTo>
                    <a:cubicBezTo>
                      <a:pt x="43" y="2130"/>
                      <a:pt x="40" y="2154"/>
                      <a:pt x="32" y="2175"/>
                    </a:cubicBezTo>
                    <a:cubicBezTo>
                      <a:pt x="32" y="2175"/>
                      <a:pt x="32" y="2175"/>
                      <a:pt x="32" y="2175"/>
                    </a:cubicBezTo>
                    <a:cubicBezTo>
                      <a:pt x="0" y="2373"/>
                      <a:pt x="4" y="2615"/>
                      <a:pt x="21" y="2833"/>
                    </a:cubicBezTo>
                    <a:cubicBezTo>
                      <a:pt x="107" y="2814"/>
                      <a:pt x="171" y="2736"/>
                      <a:pt x="171" y="2644"/>
                    </a:cubicBezTo>
                    <a:cubicBezTo>
                      <a:pt x="171" y="2620"/>
                      <a:pt x="191" y="2600"/>
                      <a:pt x="216" y="2600"/>
                    </a:cubicBezTo>
                    <a:cubicBezTo>
                      <a:pt x="241" y="2600"/>
                      <a:pt x="261" y="2620"/>
                      <a:pt x="261" y="2644"/>
                    </a:cubicBezTo>
                    <a:cubicBezTo>
                      <a:pt x="261" y="2783"/>
                      <a:pt x="160" y="2899"/>
                      <a:pt x="28" y="2923"/>
                    </a:cubicBezTo>
                    <a:cubicBezTo>
                      <a:pt x="31" y="2948"/>
                      <a:pt x="33" y="2973"/>
                      <a:pt x="36" y="2997"/>
                    </a:cubicBezTo>
                    <a:cubicBezTo>
                      <a:pt x="205" y="2969"/>
                      <a:pt x="335" y="2821"/>
                      <a:pt x="335" y="2644"/>
                    </a:cubicBezTo>
                    <a:cubicBezTo>
                      <a:pt x="335" y="184"/>
                      <a:pt x="335" y="184"/>
                      <a:pt x="335" y="184"/>
                    </a:cubicBezTo>
                    <a:cubicBezTo>
                      <a:pt x="335" y="82"/>
                      <a:pt x="252" y="0"/>
                      <a:pt x="151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20"/>
              <p:cNvSpPr/>
              <p:nvPr/>
            </p:nvSpPr>
            <p:spPr>
              <a:xfrm>
                <a:off x="7538653" y="3619477"/>
                <a:ext cx="47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" h="104" extrusionOk="0">
                    <a:moveTo>
                      <a:pt x="4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6" y="104"/>
                      <a:pt x="46" y="104"/>
                      <a:pt x="46" y="103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6" y="1"/>
                      <a:pt x="46" y="0"/>
                      <a:pt x="45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20"/>
              <p:cNvSpPr/>
              <p:nvPr/>
            </p:nvSpPr>
            <p:spPr>
              <a:xfrm>
                <a:off x="7532700" y="3795688"/>
                <a:ext cx="0" cy="5953"/>
              </a:xfrm>
              <a:custGeom>
                <a:avLst/>
                <a:gdLst/>
                <a:ahLst/>
                <a:cxnLst/>
                <a:rect l="l" t="t" r="r" b="b"/>
                <a:pathLst>
                  <a:path w="11" h="68" extrusionOk="0">
                    <a:moveTo>
                      <a:pt x="0" y="0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47"/>
                      <a:pt x="0" y="23"/>
                      <a:pt x="0" y="0"/>
                    </a:cubicBezTo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20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20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20"/>
              <p:cNvSpPr/>
              <p:nvPr/>
            </p:nvSpPr>
            <p:spPr>
              <a:xfrm>
                <a:off x="7426735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223" y="0"/>
                    </a:moveTo>
                    <a:cubicBezTo>
                      <a:pt x="184" y="0"/>
                      <a:pt x="184" y="0"/>
                      <a:pt x="184" y="0"/>
                    </a:cubicBezTo>
                    <a:cubicBezTo>
                      <a:pt x="83" y="0"/>
                      <a:pt x="0" y="82"/>
                      <a:pt x="0" y="184"/>
                    </a:cubicBezTo>
                    <a:cubicBezTo>
                      <a:pt x="0" y="2644"/>
                      <a:pt x="0" y="2644"/>
                      <a:pt x="0" y="2644"/>
                    </a:cubicBezTo>
                    <a:cubicBezTo>
                      <a:pt x="0" y="2821"/>
                      <a:pt x="130" y="2969"/>
                      <a:pt x="299" y="2997"/>
                    </a:cubicBezTo>
                    <a:cubicBezTo>
                      <a:pt x="302" y="2973"/>
                      <a:pt x="304" y="2949"/>
                      <a:pt x="307" y="2923"/>
                    </a:cubicBezTo>
                    <a:cubicBezTo>
                      <a:pt x="174" y="2900"/>
                      <a:pt x="72" y="2784"/>
                      <a:pt x="72" y="2644"/>
                    </a:cubicBezTo>
                    <a:cubicBezTo>
                      <a:pt x="72" y="2620"/>
                      <a:pt x="92" y="2600"/>
                      <a:pt x="117" y="2600"/>
                    </a:cubicBezTo>
                    <a:cubicBezTo>
                      <a:pt x="142" y="2600"/>
                      <a:pt x="162" y="2620"/>
                      <a:pt x="162" y="2644"/>
                    </a:cubicBezTo>
                    <a:cubicBezTo>
                      <a:pt x="162" y="2737"/>
                      <a:pt x="227" y="2815"/>
                      <a:pt x="314" y="2834"/>
                    </a:cubicBezTo>
                    <a:cubicBezTo>
                      <a:pt x="331" y="2615"/>
                      <a:pt x="335" y="2373"/>
                      <a:pt x="303" y="2175"/>
                    </a:cubicBezTo>
                    <a:cubicBezTo>
                      <a:pt x="223" y="1541"/>
                      <a:pt x="223" y="1541"/>
                      <a:pt x="223" y="1541"/>
                    </a:cubicBezTo>
                    <a:cubicBezTo>
                      <a:pt x="223" y="188"/>
                      <a:pt x="223" y="188"/>
                      <a:pt x="223" y="188"/>
                    </a:cubicBezTo>
                    <a:cubicBezTo>
                      <a:pt x="208" y="188"/>
                      <a:pt x="208" y="188"/>
                      <a:pt x="208" y="188"/>
                    </a:cubicBezTo>
                    <a:cubicBezTo>
                      <a:pt x="208" y="188"/>
                      <a:pt x="207" y="188"/>
                      <a:pt x="207" y="187"/>
                    </a:cubicBezTo>
                    <a:cubicBezTo>
                      <a:pt x="207" y="86"/>
                      <a:pt x="207" y="86"/>
                      <a:pt x="207" y="86"/>
                    </a:cubicBezTo>
                    <a:cubicBezTo>
                      <a:pt x="207" y="85"/>
                      <a:pt x="208" y="84"/>
                      <a:pt x="208" y="84"/>
                    </a:cubicBezTo>
                    <a:cubicBezTo>
                      <a:pt x="223" y="84"/>
                      <a:pt x="223" y="84"/>
                      <a:pt x="223" y="84"/>
                    </a:cubicBezTo>
                    <a:cubicBezTo>
                      <a:pt x="223" y="0"/>
                      <a:pt x="223" y="0"/>
                      <a:pt x="223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20"/>
              <p:cNvSpPr/>
              <p:nvPr/>
            </p:nvSpPr>
            <p:spPr>
              <a:xfrm>
                <a:off x="7445785" y="3619477"/>
                <a:ext cx="11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04" extrusionOk="0">
                    <a:moveTo>
                      <a:pt x="16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1" y="104"/>
                      <a:pt x="1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20"/>
              <p:cNvSpPr/>
              <p:nvPr/>
            </p:nvSpPr>
            <p:spPr>
              <a:xfrm>
                <a:off x="7545797" y="3780211"/>
                <a:ext cx="20100" cy="15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20"/>
              <p:cNvSpPr/>
              <p:nvPr/>
            </p:nvSpPr>
            <p:spPr>
              <a:xfrm>
                <a:off x="7419591" y="3780211"/>
                <a:ext cx="20100" cy="15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88" name="Google Shape;488;p20"/>
            <p:cNvSpPr/>
            <p:nvPr/>
          </p:nvSpPr>
          <p:spPr>
            <a:xfrm>
              <a:off x="6572221" y="4030799"/>
              <a:ext cx="286945" cy="420292"/>
            </a:xfrm>
            <a:custGeom>
              <a:avLst/>
              <a:gdLst/>
              <a:ahLst/>
              <a:cxnLst/>
              <a:rect l="l" t="t" r="r" b="b"/>
              <a:pathLst>
                <a:path w="3295" h="4816" extrusionOk="0">
                  <a:moveTo>
                    <a:pt x="1647" y="0"/>
                  </a:moveTo>
                  <a:cubicBezTo>
                    <a:pt x="737" y="0"/>
                    <a:pt x="0" y="738"/>
                    <a:pt x="0" y="1648"/>
                  </a:cubicBezTo>
                  <a:cubicBezTo>
                    <a:pt x="0" y="2558"/>
                    <a:pt x="1647" y="4816"/>
                    <a:pt x="1647" y="4816"/>
                  </a:cubicBezTo>
                  <a:cubicBezTo>
                    <a:pt x="1647" y="4816"/>
                    <a:pt x="3295" y="2558"/>
                    <a:pt x="3295" y="1648"/>
                  </a:cubicBezTo>
                  <a:cubicBezTo>
                    <a:pt x="3295" y="738"/>
                    <a:pt x="2558" y="0"/>
                    <a:pt x="1647" y="0"/>
                  </a:cubicBezTo>
                  <a:close/>
                  <a:moveTo>
                    <a:pt x="763" y="1624"/>
                  </a:moveTo>
                  <a:cubicBezTo>
                    <a:pt x="763" y="1136"/>
                    <a:pt x="1159" y="740"/>
                    <a:pt x="1647" y="740"/>
                  </a:cubicBezTo>
                  <a:cubicBezTo>
                    <a:pt x="2136" y="740"/>
                    <a:pt x="2532" y="1136"/>
                    <a:pt x="2532" y="1624"/>
                  </a:cubicBezTo>
                  <a:cubicBezTo>
                    <a:pt x="2532" y="1629"/>
                    <a:pt x="2532" y="1629"/>
                    <a:pt x="2532" y="1629"/>
                  </a:cubicBezTo>
                  <a:cubicBezTo>
                    <a:pt x="2529" y="2115"/>
                    <a:pt x="2134" y="2509"/>
                    <a:pt x="1647" y="2509"/>
                  </a:cubicBezTo>
                  <a:cubicBezTo>
                    <a:pt x="1161" y="2509"/>
                    <a:pt x="766" y="2115"/>
                    <a:pt x="763" y="1629"/>
                  </a:cubicBezTo>
                  <a:lnTo>
                    <a:pt x="763" y="162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9" name="Google Shape;489;p20"/>
          <p:cNvGrpSpPr/>
          <p:nvPr/>
        </p:nvGrpSpPr>
        <p:grpSpPr>
          <a:xfrm>
            <a:off x="-2420802" y="439798"/>
            <a:ext cx="3852289" cy="560389"/>
            <a:chOff x="-1815602" y="329848"/>
            <a:chExt cx="2889217" cy="420292"/>
          </a:xfrm>
        </p:grpSpPr>
        <p:grpSp>
          <p:nvGrpSpPr>
            <p:cNvPr id="490" name="Google Shape;490;p20"/>
            <p:cNvGrpSpPr/>
            <p:nvPr/>
          </p:nvGrpSpPr>
          <p:grpSpPr>
            <a:xfrm>
              <a:off x="-1815602" y="359700"/>
              <a:ext cx="2535600" cy="360600"/>
              <a:chOff x="-1815602" y="2391450"/>
              <a:chExt cx="2535600" cy="360600"/>
            </a:xfrm>
          </p:grpSpPr>
          <p:sp>
            <p:nvSpPr>
              <p:cNvPr id="491" name="Google Shape;491;p20"/>
              <p:cNvSpPr/>
              <p:nvPr/>
            </p:nvSpPr>
            <p:spPr>
              <a:xfrm rot="-5400000">
                <a:off x="-728102" y="1303950"/>
                <a:ext cx="360600" cy="2535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20"/>
              <p:cNvSpPr/>
              <p:nvPr/>
            </p:nvSpPr>
            <p:spPr>
              <a:xfrm rot="-5400000">
                <a:off x="-622063" y="1367161"/>
                <a:ext cx="24779" cy="2411856"/>
              </a:xfrm>
              <a:custGeom>
                <a:avLst/>
                <a:gdLst/>
                <a:ahLst/>
                <a:cxnLst/>
                <a:rect l="l" t="t" r="r" b="b"/>
                <a:pathLst>
                  <a:path w="18" h="1752" extrusionOk="0">
                    <a:moveTo>
                      <a:pt x="18" y="1752"/>
                    </a:moveTo>
                    <a:lnTo>
                      <a:pt x="0" y="1752"/>
                    </a:lnTo>
                    <a:lnTo>
                      <a:pt x="0" y="1656"/>
                    </a:lnTo>
                    <a:lnTo>
                      <a:pt x="18" y="1656"/>
                    </a:lnTo>
                    <a:lnTo>
                      <a:pt x="18" y="1752"/>
                    </a:lnTo>
                    <a:close/>
                    <a:moveTo>
                      <a:pt x="18" y="1559"/>
                    </a:moveTo>
                    <a:lnTo>
                      <a:pt x="0" y="1559"/>
                    </a:lnTo>
                    <a:lnTo>
                      <a:pt x="0" y="1463"/>
                    </a:lnTo>
                    <a:lnTo>
                      <a:pt x="18" y="1463"/>
                    </a:lnTo>
                    <a:lnTo>
                      <a:pt x="18" y="1559"/>
                    </a:lnTo>
                    <a:close/>
                    <a:moveTo>
                      <a:pt x="18" y="1367"/>
                    </a:moveTo>
                    <a:lnTo>
                      <a:pt x="0" y="1367"/>
                    </a:lnTo>
                    <a:lnTo>
                      <a:pt x="0" y="1271"/>
                    </a:lnTo>
                    <a:lnTo>
                      <a:pt x="18" y="1271"/>
                    </a:lnTo>
                    <a:lnTo>
                      <a:pt x="18" y="1367"/>
                    </a:lnTo>
                    <a:close/>
                    <a:moveTo>
                      <a:pt x="18" y="1174"/>
                    </a:moveTo>
                    <a:lnTo>
                      <a:pt x="0" y="1174"/>
                    </a:lnTo>
                    <a:lnTo>
                      <a:pt x="0" y="1078"/>
                    </a:lnTo>
                    <a:lnTo>
                      <a:pt x="18" y="1078"/>
                    </a:lnTo>
                    <a:lnTo>
                      <a:pt x="18" y="1174"/>
                    </a:lnTo>
                    <a:close/>
                    <a:moveTo>
                      <a:pt x="18" y="982"/>
                    </a:moveTo>
                    <a:lnTo>
                      <a:pt x="0" y="982"/>
                    </a:lnTo>
                    <a:lnTo>
                      <a:pt x="0" y="886"/>
                    </a:lnTo>
                    <a:lnTo>
                      <a:pt x="18" y="886"/>
                    </a:lnTo>
                    <a:lnTo>
                      <a:pt x="18" y="982"/>
                    </a:lnTo>
                    <a:close/>
                    <a:moveTo>
                      <a:pt x="18" y="789"/>
                    </a:moveTo>
                    <a:lnTo>
                      <a:pt x="0" y="789"/>
                    </a:lnTo>
                    <a:lnTo>
                      <a:pt x="0" y="693"/>
                    </a:lnTo>
                    <a:lnTo>
                      <a:pt x="18" y="693"/>
                    </a:lnTo>
                    <a:lnTo>
                      <a:pt x="18" y="789"/>
                    </a:lnTo>
                    <a:close/>
                    <a:moveTo>
                      <a:pt x="18" y="597"/>
                    </a:moveTo>
                    <a:lnTo>
                      <a:pt x="0" y="597"/>
                    </a:lnTo>
                    <a:lnTo>
                      <a:pt x="0" y="501"/>
                    </a:lnTo>
                    <a:lnTo>
                      <a:pt x="18" y="501"/>
                    </a:lnTo>
                    <a:lnTo>
                      <a:pt x="18" y="597"/>
                    </a:lnTo>
                    <a:close/>
                    <a:moveTo>
                      <a:pt x="18" y="404"/>
                    </a:moveTo>
                    <a:lnTo>
                      <a:pt x="0" y="404"/>
                    </a:lnTo>
                    <a:lnTo>
                      <a:pt x="0" y="308"/>
                    </a:lnTo>
                    <a:lnTo>
                      <a:pt x="18" y="308"/>
                    </a:lnTo>
                    <a:lnTo>
                      <a:pt x="18" y="404"/>
                    </a:lnTo>
                    <a:close/>
                    <a:moveTo>
                      <a:pt x="18" y="212"/>
                    </a:moveTo>
                    <a:lnTo>
                      <a:pt x="0" y="212"/>
                    </a:lnTo>
                    <a:lnTo>
                      <a:pt x="0" y="115"/>
                    </a:lnTo>
                    <a:lnTo>
                      <a:pt x="18" y="115"/>
                    </a:lnTo>
                    <a:lnTo>
                      <a:pt x="18" y="212"/>
                    </a:lnTo>
                    <a:close/>
                    <a:moveTo>
                      <a:pt x="18" y="19"/>
                    </a:moveTo>
                    <a:lnTo>
                      <a:pt x="0" y="19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1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3" name="Google Shape;493;p20"/>
            <p:cNvGrpSpPr/>
            <p:nvPr/>
          </p:nvGrpSpPr>
          <p:grpSpPr>
            <a:xfrm rot="-5400000">
              <a:off x="303820" y="409039"/>
              <a:ext cx="146306" cy="261940"/>
              <a:chOff x="7419591" y="3612333"/>
              <a:chExt cx="146306" cy="261940"/>
            </a:xfrm>
          </p:grpSpPr>
          <p:sp>
            <p:nvSpPr>
              <p:cNvPr id="494" name="Google Shape;494;p20"/>
              <p:cNvSpPr/>
              <p:nvPr/>
            </p:nvSpPr>
            <p:spPr>
              <a:xfrm>
                <a:off x="7426735" y="3612333"/>
                <a:ext cx="132160" cy="26194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002" extrusionOk="0">
                    <a:moveTo>
                      <a:pt x="0" y="2644"/>
                    </a:moveTo>
                    <a:cubicBezTo>
                      <a:pt x="0" y="184"/>
                      <a:pt x="0" y="184"/>
                      <a:pt x="0" y="184"/>
                    </a:cubicBezTo>
                    <a:cubicBezTo>
                      <a:pt x="0" y="82"/>
                      <a:pt x="83" y="0"/>
                      <a:pt x="184" y="0"/>
                    </a:cubicBezTo>
                    <a:cubicBezTo>
                      <a:pt x="1323" y="0"/>
                      <a:pt x="1323" y="0"/>
                      <a:pt x="1323" y="0"/>
                    </a:cubicBezTo>
                    <a:cubicBezTo>
                      <a:pt x="1424" y="0"/>
                      <a:pt x="1507" y="82"/>
                      <a:pt x="1507" y="184"/>
                    </a:cubicBezTo>
                    <a:cubicBezTo>
                      <a:pt x="1507" y="2644"/>
                      <a:pt x="1507" y="2644"/>
                      <a:pt x="1507" y="2644"/>
                    </a:cubicBezTo>
                    <a:cubicBezTo>
                      <a:pt x="1507" y="2821"/>
                      <a:pt x="1377" y="2969"/>
                      <a:pt x="1208" y="2997"/>
                    </a:cubicBezTo>
                    <a:cubicBezTo>
                      <a:pt x="1189" y="3001"/>
                      <a:pt x="1169" y="3002"/>
                      <a:pt x="1149" y="3002"/>
                    </a:cubicBezTo>
                    <a:cubicBezTo>
                      <a:pt x="358" y="3002"/>
                      <a:pt x="358" y="3002"/>
                      <a:pt x="358" y="3002"/>
                    </a:cubicBezTo>
                    <a:cubicBezTo>
                      <a:pt x="161" y="3002"/>
                      <a:pt x="0" y="2841"/>
                      <a:pt x="0" y="2644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20"/>
              <p:cNvSpPr/>
              <p:nvPr/>
            </p:nvSpPr>
            <p:spPr>
              <a:xfrm>
                <a:off x="7523175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283" y="0"/>
                    </a:moveTo>
                    <a:cubicBezTo>
                      <a:pt x="308" y="0"/>
                      <a:pt x="328" y="20"/>
                      <a:pt x="328" y="44"/>
                    </a:cubicBezTo>
                    <a:cubicBezTo>
                      <a:pt x="328" y="201"/>
                      <a:pt x="201" y="328"/>
                      <a:pt x="44" y="328"/>
                    </a:cubicBezTo>
                    <a:cubicBezTo>
                      <a:pt x="20" y="328"/>
                      <a:pt x="0" y="308"/>
                      <a:pt x="0" y="283"/>
                    </a:cubicBezTo>
                    <a:cubicBezTo>
                      <a:pt x="0" y="258"/>
                      <a:pt x="20" y="238"/>
                      <a:pt x="44" y="238"/>
                    </a:cubicBezTo>
                    <a:cubicBezTo>
                      <a:pt x="151" y="238"/>
                      <a:pt x="238" y="151"/>
                      <a:pt x="238" y="44"/>
                    </a:cubicBezTo>
                    <a:cubicBezTo>
                      <a:pt x="238" y="20"/>
                      <a:pt x="258" y="0"/>
                      <a:pt x="283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20"/>
              <p:cNvSpPr/>
              <p:nvPr/>
            </p:nvSpPr>
            <p:spPr>
              <a:xfrm>
                <a:off x="7433879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45" y="0"/>
                    </a:moveTo>
                    <a:cubicBezTo>
                      <a:pt x="70" y="0"/>
                      <a:pt x="90" y="20"/>
                      <a:pt x="90" y="44"/>
                    </a:cubicBezTo>
                    <a:cubicBezTo>
                      <a:pt x="90" y="151"/>
                      <a:pt x="177" y="238"/>
                      <a:pt x="284" y="238"/>
                    </a:cubicBezTo>
                    <a:cubicBezTo>
                      <a:pt x="308" y="238"/>
                      <a:pt x="328" y="258"/>
                      <a:pt x="328" y="283"/>
                    </a:cubicBezTo>
                    <a:cubicBezTo>
                      <a:pt x="328" y="308"/>
                      <a:pt x="308" y="328"/>
                      <a:pt x="284" y="328"/>
                    </a:cubicBezTo>
                    <a:cubicBezTo>
                      <a:pt x="128" y="328"/>
                      <a:pt x="0" y="201"/>
                      <a:pt x="0" y="44"/>
                    </a:cubicBezTo>
                    <a:cubicBezTo>
                      <a:pt x="0" y="20"/>
                      <a:pt x="20" y="0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20"/>
              <p:cNvSpPr/>
              <p:nvPr/>
            </p:nvSpPr>
            <p:spPr>
              <a:xfrm>
                <a:off x="7519603" y="3619477"/>
                <a:ext cx="238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2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63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3" y="104"/>
                      <a:pt x="262" y="104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20"/>
              <p:cNvSpPr/>
              <p:nvPr/>
            </p:nvSpPr>
            <p:spPr>
              <a:xfrm>
                <a:off x="7445785" y="3619477"/>
                <a:ext cx="226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1" y="0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62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2" y="104"/>
                      <a:pt x="261" y="104"/>
                    </a:cubicBezTo>
                    <a:cubicBezTo>
                      <a:pt x="1" y="104"/>
                      <a:pt x="1" y="104"/>
                      <a:pt x="1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20"/>
              <p:cNvSpPr/>
              <p:nvPr/>
            </p:nvSpPr>
            <p:spPr>
              <a:xfrm>
                <a:off x="7455310" y="3649243"/>
                <a:ext cx="7858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31" extrusionOk="0">
                    <a:moveTo>
                      <a:pt x="94" y="131"/>
                    </a:moveTo>
                    <a:cubicBezTo>
                      <a:pt x="33" y="80"/>
                      <a:pt x="33" y="80"/>
                      <a:pt x="33" y="80"/>
                    </a:cubicBezTo>
                    <a:cubicBezTo>
                      <a:pt x="0" y="53"/>
                      <a:pt x="19" y="0"/>
                      <a:pt x="61" y="0"/>
                    </a:cubicBezTo>
                    <a:cubicBezTo>
                      <a:pt x="840" y="0"/>
                      <a:pt x="840" y="0"/>
                      <a:pt x="840" y="0"/>
                    </a:cubicBezTo>
                    <a:cubicBezTo>
                      <a:pt x="882" y="0"/>
                      <a:pt x="901" y="53"/>
                      <a:pt x="868" y="80"/>
                    </a:cubicBezTo>
                    <a:cubicBezTo>
                      <a:pt x="807" y="131"/>
                      <a:pt x="807" y="131"/>
                      <a:pt x="807" y="131"/>
                    </a:cubicBezTo>
                    <a:lnTo>
                      <a:pt x="94" y="131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20"/>
              <p:cNvSpPr/>
              <p:nvPr/>
            </p:nvSpPr>
            <p:spPr>
              <a:xfrm>
                <a:off x="7452928" y="3770686"/>
                <a:ext cx="82152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941" h="450" extrusionOk="0">
                    <a:moveTo>
                      <a:pt x="36" y="257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807" y="0"/>
                      <a:pt x="807" y="0"/>
                      <a:pt x="807" y="0"/>
                    </a:cubicBezTo>
                    <a:cubicBezTo>
                      <a:pt x="905" y="257"/>
                      <a:pt x="905" y="257"/>
                      <a:pt x="905" y="257"/>
                    </a:cubicBezTo>
                    <a:cubicBezTo>
                      <a:pt x="941" y="350"/>
                      <a:pt x="872" y="450"/>
                      <a:pt x="772" y="450"/>
                    </a:cubicBezTo>
                    <a:cubicBezTo>
                      <a:pt x="169" y="450"/>
                      <a:pt x="169" y="450"/>
                      <a:pt x="169" y="450"/>
                    </a:cubicBezTo>
                    <a:cubicBezTo>
                      <a:pt x="69" y="450"/>
                      <a:pt x="0" y="350"/>
                      <a:pt x="36" y="257"/>
                    </a:cubicBezTo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20"/>
              <p:cNvSpPr/>
              <p:nvPr/>
            </p:nvSpPr>
            <p:spPr>
              <a:xfrm>
                <a:off x="7449356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0"/>
                    </a:moveTo>
                    <a:lnTo>
                      <a:pt x="7" y="30"/>
                    </a:lnTo>
                    <a:lnTo>
                      <a:pt x="0" y="33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20"/>
              <p:cNvSpPr/>
              <p:nvPr/>
            </p:nvSpPr>
            <p:spPr>
              <a:xfrm>
                <a:off x="7449356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33"/>
                    </a:moveTo>
                    <a:lnTo>
                      <a:pt x="7" y="3"/>
                    </a:lnTo>
                    <a:lnTo>
                      <a:pt x="0" y="0"/>
                    </a:lnTo>
                    <a:lnTo>
                      <a:pt x="0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20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20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20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20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20"/>
              <p:cNvSpPr/>
              <p:nvPr/>
            </p:nvSpPr>
            <p:spPr>
              <a:xfrm>
                <a:off x="7529128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151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84"/>
                      <a:pt x="112" y="84"/>
                      <a:pt x="112" y="84"/>
                    </a:cubicBezTo>
                    <a:cubicBezTo>
                      <a:pt x="157" y="84"/>
                      <a:pt x="157" y="84"/>
                      <a:pt x="157" y="84"/>
                    </a:cubicBezTo>
                    <a:cubicBezTo>
                      <a:pt x="158" y="84"/>
                      <a:pt x="158" y="85"/>
                      <a:pt x="158" y="86"/>
                    </a:cubicBezTo>
                    <a:cubicBezTo>
                      <a:pt x="158" y="187"/>
                      <a:pt x="158" y="187"/>
                      <a:pt x="158" y="187"/>
                    </a:cubicBezTo>
                    <a:cubicBezTo>
                      <a:pt x="158" y="188"/>
                      <a:pt x="158" y="188"/>
                      <a:pt x="157" y="188"/>
                    </a:cubicBezTo>
                    <a:cubicBezTo>
                      <a:pt x="112" y="188"/>
                      <a:pt x="112" y="188"/>
                      <a:pt x="112" y="188"/>
                    </a:cubicBezTo>
                    <a:cubicBezTo>
                      <a:pt x="112" y="1541"/>
                      <a:pt x="112" y="1541"/>
                      <a:pt x="112" y="1541"/>
                    </a:cubicBezTo>
                    <a:cubicBezTo>
                      <a:pt x="112" y="1542"/>
                      <a:pt x="112" y="1542"/>
                      <a:pt x="112" y="1542"/>
                    </a:cubicBezTo>
                    <a:cubicBezTo>
                      <a:pt x="112" y="1685"/>
                      <a:pt x="112" y="1685"/>
                      <a:pt x="112" y="1685"/>
                    </a:cubicBezTo>
                    <a:cubicBezTo>
                      <a:pt x="95" y="1678"/>
                      <a:pt x="95" y="1678"/>
                      <a:pt x="95" y="1678"/>
                    </a:cubicBezTo>
                    <a:cubicBezTo>
                      <a:pt x="41" y="2107"/>
                      <a:pt x="41" y="2107"/>
                      <a:pt x="41" y="2107"/>
                    </a:cubicBezTo>
                    <a:cubicBezTo>
                      <a:pt x="43" y="2130"/>
                      <a:pt x="40" y="2154"/>
                      <a:pt x="32" y="2175"/>
                    </a:cubicBezTo>
                    <a:cubicBezTo>
                      <a:pt x="32" y="2175"/>
                      <a:pt x="32" y="2175"/>
                      <a:pt x="32" y="2175"/>
                    </a:cubicBezTo>
                    <a:cubicBezTo>
                      <a:pt x="0" y="2373"/>
                      <a:pt x="4" y="2615"/>
                      <a:pt x="21" y="2833"/>
                    </a:cubicBezTo>
                    <a:cubicBezTo>
                      <a:pt x="107" y="2814"/>
                      <a:pt x="171" y="2736"/>
                      <a:pt x="171" y="2644"/>
                    </a:cubicBezTo>
                    <a:cubicBezTo>
                      <a:pt x="171" y="2620"/>
                      <a:pt x="191" y="2600"/>
                      <a:pt x="216" y="2600"/>
                    </a:cubicBezTo>
                    <a:cubicBezTo>
                      <a:pt x="241" y="2600"/>
                      <a:pt x="261" y="2620"/>
                      <a:pt x="261" y="2644"/>
                    </a:cubicBezTo>
                    <a:cubicBezTo>
                      <a:pt x="261" y="2783"/>
                      <a:pt x="160" y="2899"/>
                      <a:pt x="28" y="2923"/>
                    </a:cubicBezTo>
                    <a:cubicBezTo>
                      <a:pt x="31" y="2948"/>
                      <a:pt x="33" y="2973"/>
                      <a:pt x="36" y="2997"/>
                    </a:cubicBezTo>
                    <a:cubicBezTo>
                      <a:pt x="205" y="2969"/>
                      <a:pt x="335" y="2821"/>
                      <a:pt x="335" y="2644"/>
                    </a:cubicBezTo>
                    <a:cubicBezTo>
                      <a:pt x="335" y="184"/>
                      <a:pt x="335" y="184"/>
                      <a:pt x="335" y="184"/>
                    </a:cubicBezTo>
                    <a:cubicBezTo>
                      <a:pt x="335" y="82"/>
                      <a:pt x="252" y="0"/>
                      <a:pt x="151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20"/>
              <p:cNvSpPr/>
              <p:nvPr/>
            </p:nvSpPr>
            <p:spPr>
              <a:xfrm>
                <a:off x="7538653" y="3619477"/>
                <a:ext cx="47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" h="104" extrusionOk="0">
                    <a:moveTo>
                      <a:pt x="4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6" y="104"/>
                      <a:pt x="46" y="104"/>
                      <a:pt x="46" y="103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6" y="1"/>
                      <a:pt x="46" y="0"/>
                      <a:pt x="45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20"/>
              <p:cNvSpPr/>
              <p:nvPr/>
            </p:nvSpPr>
            <p:spPr>
              <a:xfrm>
                <a:off x="7532700" y="3795688"/>
                <a:ext cx="0" cy="5953"/>
              </a:xfrm>
              <a:custGeom>
                <a:avLst/>
                <a:gdLst/>
                <a:ahLst/>
                <a:cxnLst/>
                <a:rect l="l" t="t" r="r" b="b"/>
                <a:pathLst>
                  <a:path w="11" h="68" extrusionOk="0">
                    <a:moveTo>
                      <a:pt x="0" y="0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47"/>
                      <a:pt x="0" y="23"/>
                      <a:pt x="0" y="0"/>
                    </a:cubicBezTo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20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20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p20"/>
              <p:cNvSpPr/>
              <p:nvPr/>
            </p:nvSpPr>
            <p:spPr>
              <a:xfrm>
                <a:off x="7426735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223" y="0"/>
                    </a:moveTo>
                    <a:cubicBezTo>
                      <a:pt x="184" y="0"/>
                      <a:pt x="184" y="0"/>
                      <a:pt x="184" y="0"/>
                    </a:cubicBezTo>
                    <a:cubicBezTo>
                      <a:pt x="83" y="0"/>
                      <a:pt x="0" y="82"/>
                      <a:pt x="0" y="184"/>
                    </a:cubicBezTo>
                    <a:cubicBezTo>
                      <a:pt x="0" y="2644"/>
                      <a:pt x="0" y="2644"/>
                      <a:pt x="0" y="2644"/>
                    </a:cubicBezTo>
                    <a:cubicBezTo>
                      <a:pt x="0" y="2821"/>
                      <a:pt x="130" y="2969"/>
                      <a:pt x="299" y="2997"/>
                    </a:cubicBezTo>
                    <a:cubicBezTo>
                      <a:pt x="302" y="2973"/>
                      <a:pt x="304" y="2949"/>
                      <a:pt x="307" y="2923"/>
                    </a:cubicBezTo>
                    <a:cubicBezTo>
                      <a:pt x="174" y="2900"/>
                      <a:pt x="72" y="2784"/>
                      <a:pt x="72" y="2644"/>
                    </a:cubicBezTo>
                    <a:cubicBezTo>
                      <a:pt x="72" y="2620"/>
                      <a:pt x="92" y="2600"/>
                      <a:pt x="117" y="2600"/>
                    </a:cubicBezTo>
                    <a:cubicBezTo>
                      <a:pt x="142" y="2600"/>
                      <a:pt x="162" y="2620"/>
                      <a:pt x="162" y="2644"/>
                    </a:cubicBezTo>
                    <a:cubicBezTo>
                      <a:pt x="162" y="2737"/>
                      <a:pt x="227" y="2815"/>
                      <a:pt x="314" y="2834"/>
                    </a:cubicBezTo>
                    <a:cubicBezTo>
                      <a:pt x="331" y="2615"/>
                      <a:pt x="335" y="2373"/>
                      <a:pt x="303" y="2175"/>
                    </a:cubicBezTo>
                    <a:cubicBezTo>
                      <a:pt x="223" y="1541"/>
                      <a:pt x="223" y="1541"/>
                      <a:pt x="223" y="1541"/>
                    </a:cubicBezTo>
                    <a:cubicBezTo>
                      <a:pt x="223" y="188"/>
                      <a:pt x="223" y="188"/>
                      <a:pt x="223" y="188"/>
                    </a:cubicBezTo>
                    <a:cubicBezTo>
                      <a:pt x="208" y="188"/>
                      <a:pt x="208" y="188"/>
                      <a:pt x="208" y="188"/>
                    </a:cubicBezTo>
                    <a:cubicBezTo>
                      <a:pt x="208" y="188"/>
                      <a:pt x="207" y="188"/>
                      <a:pt x="207" y="187"/>
                    </a:cubicBezTo>
                    <a:cubicBezTo>
                      <a:pt x="207" y="86"/>
                      <a:pt x="207" y="86"/>
                      <a:pt x="207" y="86"/>
                    </a:cubicBezTo>
                    <a:cubicBezTo>
                      <a:pt x="207" y="85"/>
                      <a:pt x="208" y="84"/>
                      <a:pt x="208" y="84"/>
                    </a:cubicBezTo>
                    <a:cubicBezTo>
                      <a:pt x="223" y="84"/>
                      <a:pt x="223" y="84"/>
                      <a:pt x="223" y="84"/>
                    </a:cubicBezTo>
                    <a:cubicBezTo>
                      <a:pt x="223" y="0"/>
                      <a:pt x="223" y="0"/>
                      <a:pt x="223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20"/>
              <p:cNvSpPr/>
              <p:nvPr/>
            </p:nvSpPr>
            <p:spPr>
              <a:xfrm>
                <a:off x="7445785" y="3619477"/>
                <a:ext cx="11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04" extrusionOk="0">
                    <a:moveTo>
                      <a:pt x="16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1" y="104"/>
                      <a:pt x="1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20"/>
              <p:cNvSpPr/>
              <p:nvPr/>
            </p:nvSpPr>
            <p:spPr>
              <a:xfrm>
                <a:off x="7545797" y="3780211"/>
                <a:ext cx="20100" cy="156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" name="Google Shape;515;p20"/>
              <p:cNvSpPr/>
              <p:nvPr/>
            </p:nvSpPr>
            <p:spPr>
              <a:xfrm>
                <a:off x="7419591" y="3780211"/>
                <a:ext cx="20100" cy="156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16" name="Google Shape;516;p20"/>
            <p:cNvSpPr/>
            <p:nvPr/>
          </p:nvSpPr>
          <p:spPr>
            <a:xfrm flipH="1">
              <a:off x="786671" y="329848"/>
              <a:ext cx="286945" cy="420292"/>
            </a:xfrm>
            <a:custGeom>
              <a:avLst/>
              <a:gdLst/>
              <a:ahLst/>
              <a:cxnLst/>
              <a:rect l="l" t="t" r="r" b="b"/>
              <a:pathLst>
                <a:path w="3295" h="4816" extrusionOk="0">
                  <a:moveTo>
                    <a:pt x="1647" y="0"/>
                  </a:moveTo>
                  <a:cubicBezTo>
                    <a:pt x="737" y="0"/>
                    <a:pt x="0" y="738"/>
                    <a:pt x="0" y="1648"/>
                  </a:cubicBezTo>
                  <a:cubicBezTo>
                    <a:pt x="0" y="2558"/>
                    <a:pt x="1647" y="4816"/>
                    <a:pt x="1647" y="4816"/>
                  </a:cubicBezTo>
                  <a:cubicBezTo>
                    <a:pt x="1647" y="4816"/>
                    <a:pt x="3295" y="2558"/>
                    <a:pt x="3295" y="1648"/>
                  </a:cubicBezTo>
                  <a:cubicBezTo>
                    <a:pt x="3295" y="738"/>
                    <a:pt x="2558" y="0"/>
                    <a:pt x="1647" y="0"/>
                  </a:cubicBezTo>
                  <a:close/>
                  <a:moveTo>
                    <a:pt x="763" y="1624"/>
                  </a:moveTo>
                  <a:cubicBezTo>
                    <a:pt x="763" y="1136"/>
                    <a:pt x="1159" y="740"/>
                    <a:pt x="1647" y="740"/>
                  </a:cubicBezTo>
                  <a:cubicBezTo>
                    <a:pt x="2136" y="740"/>
                    <a:pt x="2532" y="1136"/>
                    <a:pt x="2532" y="1624"/>
                  </a:cubicBezTo>
                  <a:cubicBezTo>
                    <a:pt x="2532" y="1629"/>
                    <a:pt x="2532" y="1629"/>
                    <a:pt x="2532" y="1629"/>
                  </a:cubicBezTo>
                  <a:cubicBezTo>
                    <a:pt x="2529" y="2115"/>
                    <a:pt x="2134" y="2509"/>
                    <a:pt x="1647" y="2509"/>
                  </a:cubicBezTo>
                  <a:cubicBezTo>
                    <a:pt x="1161" y="2509"/>
                    <a:pt x="766" y="2115"/>
                    <a:pt x="763" y="1629"/>
                  </a:cubicBezTo>
                  <a:lnTo>
                    <a:pt x="763" y="162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10431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8" name="Google Shape;518;p21"/>
          <p:cNvGrpSpPr/>
          <p:nvPr/>
        </p:nvGrpSpPr>
        <p:grpSpPr>
          <a:xfrm>
            <a:off x="-573736" y="-975286"/>
            <a:ext cx="2254672" cy="3390601"/>
            <a:chOff x="-430302" y="-731465"/>
            <a:chExt cx="1691004" cy="2542951"/>
          </a:xfrm>
        </p:grpSpPr>
        <p:grpSp>
          <p:nvGrpSpPr>
            <p:cNvPr id="519" name="Google Shape;519;p21"/>
            <p:cNvGrpSpPr/>
            <p:nvPr/>
          </p:nvGrpSpPr>
          <p:grpSpPr>
            <a:xfrm rot="-3599967">
              <a:off x="-941577" y="347057"/>
              <a:ext cx="2713554" cy="385908"/>
              <a:chOff x="-1815602" y="2391450"/>
              <a:chExt cx="2535600" cy="360600"/>
            </a:xfrm>
          </p:grpSpPr>
          <p:sp>
            <p:nvSpPr>
              <p:cNvPr id="520" name="Google Shape;520;p21"/>
              <p:cNvSpPr/>
              <p:nvPr/>
            </p:nvSpPr>
            <p:spPr>
              <a:xfrm rot="-5400000">
                <a:off x="-728102" y="1303950"/>
                <a:ext cx="360600" cy="2535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" name="Google Shape;521;p21"/>
              <p:cNvSpPr/>
              <p:nvPr/>
            </p:nvSpPr>
            <p:spPr>
              <a:xfrm rot="-5400000">
                <a:off x="-622063" y="1367161"/>
                <a:ext cx="24779" cy="2411856"/>
              </a:xfrm>
              <a:custGeom>
                <a:avLst/>
                <a:gdLst/>
                <a:ahLst/>
                <a:cxnLst/>
                <a:rect l="l" t="t" r="r" b="b"/>
                <a:pathLst>
                  <a:path w="18" h="1752" extrusionOk="0">
                    <a:moveTo>
                      <a:pt x="18" y="1752"/>
                    </a:moveTo>
                    <a:lnTo>
                      <a:pt x="0" y="1752"/>
                    </a:lnTo>
                    <a:lnTo>
                      <a:pt x="0" y="1656"/>
                    </a:lnTo>
                    <a:lnTo>
                      <a:pt x="18" y="1656"/>
                    </a:lnTo>
                    <a:lnTo>
                      <a:pt x="18" y="1752"/>
                    </a:lnTo>
                    <a:close/>
                    <a:moveTo>
                      <a:pt x="18" y="1559"/>
                    </a:moveTo>
                    <a:lnTo>
                      <a:pt x="0" y="1559"/>
                    </a:lnTo>
                    <a:lnTo>
                      <a:pt x="0" y="1463"/>
                    </a:lnTo>
                    <a:lnTo>
                      <a:pt x="18" y="1463"/>
                    </a:lnTo>
                    <a:lnTo>
                      <a:pt x="18" y="1559"/>
                    </a:lnTo>
                    <a:close/>
                    <a:moveTo>
                      <a:pt x="18" y="1367"/>
                    </a:moveTo>
                    <a:lnTo>
                      <a:pt x="0" y="1367"/>
                    </a:lnTo>
                    <a:lnTo>
                      <a:pt x="0" y="1271"/>
                    </a:lnTo>
                    <a:lnTo>
                      <a:pt x="18" y="1271"/>
                    </a:lnTo>
                    <a:lnTo>
                      <a:pt x="18" y="1367"/>
                    </a:lnTo>
                    <a:close/>
                    <a:moveTo>
                      <a:pt x="18" y="1174"/>
                    </a:moveTo>
                    <a:lnTo>
                      <a:pt x="0" y="1174"/>
                    </a:lnTo>
                    <a:lnTo>
                      <a:pt x="0" y="1078"/>
                    </a:lnTo>
                    <a:lnTo>
                      <a:pt x="18" y="1078"/>
                    </a:lnTo>
                    <a:lnTo>
                      <a:pt x="18" y="1174"/>
                    </a:lnTo>
                    <a:close/>
                    <a:moveTo>
                      <a:pt x="18" y="982"/>
                    </a:moveTo>
                    <a:lnTo>
                      <a:pt x="0" y="982"/>
                    </a:lnTo>
                    <a:lnTo>
                      <a:pt x="0" y="886"/>
                    </a:lnTo>
                    <a:lnTo>
                      <a:pt x="18" y="886"/>
                    </a:lnTo>
                    <a:lnTo>
                      <a:pt x="18" y="982"/>
                    </a:lnTo>
                    <a:close/>
                    <a:moveTo>
                      <a:pt x="18" y="789"/>
                    </a:moveTo>
                    <a:lnTo>
                      <a:pt x="0" y="789"/>
                    </a:lnTo>
                    <a:lnTo>
                      <a:pt x="0" y="693"/>
                    </a:lnTo>
                    <a:lnTo>
                      <a:pt x="18" y="693"/>
                    </a:lnTo>
                    <a:lnTo>
                      <a:pt x="18" y="789"/>
                    </a:lnTo>
                    <a:close/>
                    <a:moveTo>
                      <a:pt x="18" y="597"/>
                    </a:moveTo>
                    <a:lnTo>
                      <a:pt x="0" y="597"/>
                    </a:lnTo>
                    <a:lnTo>
                      <a:pt x="0" y="501"/>
                    </a:lnTo>
                    <a:lnTo>
                      <a:pt x="18" y="501"/>
                    </a:lnTo>
                    <a:lnTo>
                      <a:pt x="18" y="597"/>
                    </a:lnTo>
                    <a:close/>
                    <a:moveTo>
                      <a:pt x="18" y="404"/>
                    </a:moveTo>
                    <a:lnTo>
                      <a:pt x="0" y="404"/>
                    </a:lnTo>
                    <a:lnTo>
                      <a:pt x="0" y="308"/>
                    </a:lnTo>
                    <a:lnTo>
                      <a:pt x="18" y="308"/>
                    </a:lnTo>
                    <a:lnTo>
                      <a:pt x="18" y="404"/>
                    </a:lnTo>
                    <a:close/>
                    <a:moveTo>
                      <a:pt x="18" y="212"/>
                    </a:moveTo>
                    <a:lnTo>
                      <a:pt x="0" y="212"/>
                    </a:lnTo>
                    <a:lnTo>
                      <a:pt x="0" y="115"/>
                    </a:lnTo>
                    <a:lnTo>
                      <a:pt x="18" y="115"/>
                    </a:lnTo>
                    <a:lnTo>
                      <a:pt x="18" y="212"/>
                    </a:lnTo>
                    <a:close/>
                    <a:moveTo>
                      <a:pt x="18" y="19"/>
                    </a:moveTo>
                    <a:lnTo>
                      <a:pt x="0" y="19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1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2" name="Google Shape;522;p21"/>
            <p:cNvGrpSpPr/>
            <p:nvPr/>
          </p:nvGrpSpPr>
          <p:grpSpPr>
            <a:xfrm rot="1800044">
              <a:off x="341875" y="408924"/>
              <a:ext cx="146303" cy="261934"/>
              <a:chOff x="7419591" y="3612333"/>
              <a:chExt cx="146306" cy="261940"/>
            </a:xfrm>
          </p:grpSpPr>
          <p:sp>
            <p:nvSpPr>
              <p:cNvPr id="523" name="Google Shape;523;p21"/>
              <p:cNvSpPr/>
              <p:nvPr/>
            </p:nvSpPr>
            <p:spPr>
              <a:xfrm>
                <a:off x="7426735" y="3612333"/>
                <a:ext cx="132160" cy="26194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002" extrusionOk="0">
                    <a:moveTo>
                      <a:pt x="0" y="2644"/>
                    </a:moveTo>
                    <a:cubicBezTo>
                      <a:pt x="0" y="184"/>
                      <a:pt x="0" y="184"/>
                      <a:pt x="0" y="184"/>
                    </a:cubicBezTo>
                    <a:cubicBezTo>
                      <a:pt x="0" y="82"/>
                      <a:pt x="83" y="0"/>
                      <a:pt x="184" y="0"/>
                    </a:cubicBezTo>
                    <a:cubicBezTo>
                      <a:pt x="1323" y="0"/>
                      <a:pt x="1323" y="0"/>
                      <a:pt x="1323" y="0"/>
                    </a:cubicBezTo>
                    <a:cubicBezTo>
                      <a:pt x="1424" y="0"/>
                      <a:pt x="1507" y="82"/>
                      <a:pt x="1507" y="184"/>
                    </a:cubicBezTo>
                    <a:cubicBezTo>
                      <a:pt x="1507" y="2644"/>
                      <a:pt x="1507" y="2644"/>
                      <a:pt x="1507" y="2644"/>
                    </a:cubicBezTo>
                    <a:cubicBezTo>
                      <a:pt x="1507" y="2821"/>
                      <a:pt x="1377" y="2969"/>
                      <a:pt x="1208" y="2997"/>
                    </a:cubicBezTo>
                    <a:cubicBezTo>
                      <a:pt x="1189" y="3001"/>
                      <a:pt x="1169" y="3002"/>
                      <a:pt x="1149" y="3002"/>
                    </a:cubicBezTo>
                    <a:cubicBezTo>
                      <a:pt x="358" y="3002"/>
                      <a:pt x="358" y="3002"/>
                      <a:pt x="358" y="3002"/>
                    </a:cubicBezTo>
                    <a:cubicBezTo>
                      <a:pt x="161" y="3002"/>
                      <a:pt x="0" y="2841"/>
                      <a:pt x="0" y="2644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21"/>
              <p:cNvSpPr/>
              <p:nvPr/>
            </p:nvSpPr>
            <p:spPr>
              <a:xfrm>
                <a:off x="7523175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283" y="0"/>
                    </a:moveTo>
                    <a:cubicBezTo>
                      <a:pt x="308" y="0"/>
                      <a:pt x="328" y="20"/>
                      <a:pt x="328" y="44"/>
                    </a:cubicBezTo>
                    <a:cubicBezTo>
                      <a:pt x="328" y="201"/>
                      <a:pt x="201" y="328"/>
                      <a:pt x="44" y="328"/>
                    </a:cubicBezTo>
                    <a:cubicBezTo>
                      <a:pt x="20" y="328"/>
                      <a:pt x="0" y="308"/>
                      <a:pt x="0" y="283"/>
                    </a:cubicBezTo>
                    <a:cubicBezTo>
                      <a:pt x="0" y="258"/>
                      <a:pt x="20" y="238"/>
                      <a:pt x="44" y="238"/>
                    </a:cubicBezTo>
                    <a:cubicBezTo>
                      <a:pt x="151" y="238"/>
                      <a:pt x="238" y="151"/>
                      <a:pt x="238" y="44"/>
                    </a:cubicBezTo>
                    <a:cubicBezTo>
                      <a:pt x="238" y="20"/>
                      <a:pt x="258" y="0"/>
                      <a:pt x="283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21"/>
              <p:cNvSpPr/>
              <p:nvPr/>
            </p:nvSpPr>
            <p:spPr>
              <a:xfrm>
                <a:off x="7433879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45" y="0"/>
                    </a:moveTo>
                    <a:cubicBezTo>
                      <a:pt x="70" y="0"/>
                      <a:pt x="90" y="20"/>
                      <a:pt x="90" y="44"/>
                    </a:cubicBezTo>
                    <a:cubicBezTo>
                      <a:pt x="90" y="151"/>
                      <a:pt x="177" y="238"/>
                      <a:pt x="284" y="238"/>
                    </a:cubicBezTo>
                    <a:cubicBezTo>
                      <a:pt x="308" y="238"/>
                      <a:pt x="328" y="258"/>
                      <a:pt x="328" y="283"/>
                    </a:cubicBezTo>
                    <a:cubicBezTo>
                      <a:pt x="328" y="308"/>
                      <a:pt x="308" y="328"/>
                      <a:pt x="284" y="328"/>
                    </a:cubicBezTo>
                    <a:cubicBezTo>
                      <a:pt x="128" y="328"/>
                      <a:pt x="0" y="201"/>
                      <a:pt x="0" y="44"/>
                    </a:cubicBezTo>
                    <a:cubicBezTo>
                      <a:pt x="0" y="20"/>
                      <a:pt x="20" y="0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21"/>
              <p:cNvSpPr/>
              <p:nvPr/>
            </p:nvSpPr>
            <p:spPr>
              <a:xfrm>
                <a:off x="7519603" y="3619477"/>
                <a:ext cx="238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2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63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3" y="104"/>
                      <a:pt x="262" y="104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21"/>
              <p:cNvSpPr/>
              <p:nvPr/>
            </p:nvSpPr>
            <p:spPr>
              <a:xfrm>
                <a:off x="7445785" y="3619477"/>
                <a:ext cx="226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1" y="0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62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2" y="104"/>
                      <a:pt x="261" y="104"/>
                    </a:cubicBezTo>
                    <a:cubicBezTo>
                      <a:pt x="1" y="104"/>
                      <a:pt x="1" y="104"/>
                      <a:pt x="1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21"/>
              <p:cNvSpPr/>
              <p:nvPr/>
            </p:nvSpPr>
            <p:spPr>
              <a:xfrm>
                <a:off x="7455310" y="3649243"/>
                <a:ext cx="7858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31" extrusionOk="0">
                    <a:moveTo>
                      <a:pt x="94" y="131"/>
                    </a:moveTo>
                    <a:cubicBezTo>
                      <a:pt x="33" y="80"/>
                      <a:pt x="33" y="80"/>
                      <a:pt x="33" y="80"/>
                    </a:cubicBezTo>
                    <a:cubicBezTo>
                      <a:pt x="0" y="53"/>
                      <a:pt x="19" y="0"/>
                      <a:pt x="61" y="0"/>
                    </a:cubicBezTo>
                    <a:cubicBezTo>
                      <a:pt x="840" y="0"/>
                      <a:pt x="840" y="0"/>
                      <a:pt x="840" y="0"/>
                    </a:cubicBezTo>
                    <a:cubicBezTo>
                      <a:pt x="882" y="0"/>
                      <a:pt x="901" y="53"/>
                      <a:pt x="868" y="80"/>
                    </a:cubicBezTo>
                    <a:cubicBezTo>
                      <a:pt x="807" y="131"/>
                      <a:pt x="807" y="131"/>
                      <a:pt x="807" y="131"/>
                    </a:cubicBezTo>
                    <a:lnTo>
                      <a:pt x="94" y="131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21"/>
              <p:cNvSpPr/>
              <p:nvPr/>
            </p:nvSpPr>
            <p:spPr>
              <a:xfrm>
                <a:off x="7452928" y="3770686"/>
                <a:ext cx="82152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941" h="450" extrusionOk="0">
                    <a:moveTo>
                      <a:pt x="36" y="257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807" y="0"/>
                      <a:pt x="807" y="0"/>
                      <a:pt x="807" y="0"/>
                    </a:cubicBezTo>
                    <a:cubicBezTo>
                      <a:pt x="905" y="257"/>
                      <a:pt x="905" y="257"/>
                      <a:pt x="905" y="257"/>
                    </a:cubicBezTo>
                    <a:cubicBezTo>
                      <a:pt x="941" y="350"/>
                      <a:pt x="872" y="450"/>
                      <a:pt x="772" y="450"/>
                    </a:cubicBezTo>
                    <a:cubicBezTo>
                      <a:pt x="169" y="450"/>
                      <a:pt x="169" y="450"/>
                      <a:pt x="169" y="450"/>
                    </a:cubicBezTo>
                    <a:cubicBezTo>
                      <a:pt x="69" y="450"/>
                      <a:pt x="0" y="350"/>
                      <a:pt x="36" y="257"/>
                    </a:cubicBezTo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" name="Google Shape;530;p21"/>
              <p:cNvSpPr/>
              <p:nvPr/>
            </p:nvSpPr>
            <p:spPr>
              <a:xfrm>
                <a:off x="7449356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0"/>
                    </a:moveTo>
                    <a:lnTo>
                      <a:pt x="7" y="30"/>
                    </a:lnTo>
                    <a:lnTo>
                      <a:pt x="0" y="33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" name="Google Shape;531;p21"/>
              <p:cNvSpPr/>
              <p:nvPr/>
            </p:nvSpPr>
            <p:spPr>
              <a:xfrm>
                <a:off x="7449356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33"/>
                    </a:moveTo>
                    <a:lnTo>
                      <a:pt x="7" y="3"/>
                    </a:lnTo>
                    <a:lnTo>
                      <a:pt x="0" y="0"/>
                    </a:lnTo>
                    <a:lnTo>
                      <a:pt x="0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" name="Google Shape;532;p21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" name="Google Shape;533;p21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" name="Google Shape;534;p21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" name="Google Shape;535;p21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" name="Google Shape;536;p21"/>
              <p:cNvSpPr/>
              <p:nvPr/>
            </p:nvSpPr>
            <p:spPr>
              <a:xfrm>
                <a:off x="7529128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151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84"/>
                      <a:pt x="112" y="84"/>
                      <a:pt x="112" y="84"/>
                    </a:cubicBezTo>
                    <a:cubicBezTo>
                      <a:pt x="157" y="84"/>
                      <a:pt x="157" y="84"/>
                      <a:pt x="157" y="84"/>
                    </a:cubicBezTo>
                    <a:cubicBezTo>
                      <a:pt x="158" y="84"/>
                      <a:pt x="158" y="85"/>
                      <a:pt x="158" y="86"/>
                    </a:cubicBezTo>
                    <a:cubicBezTo>
                      <a:pt x="158" y="187"/>
                      <a:pt x="158" y="187"/>
                      <a:pt x="158" y="187"/>
                    </a:cubicBezTo>
                    <a:cubicBezTo>
                      <a:pt x="158" y="188"/>
                      <a:pt x="158" y="188"/>
                      <a:pt x="157" y="188"/>
                    </a:cubicBezTo>
                    <a:cubicBezTo>
                      <a:pt x="112" y="188"/>
                      <a:pt x="112" y="188"/>
                      <a:pt x="112" y="188"/>
                    </a:cubicBezTo>
                    <a:cubicBezTo>
                      <a:pt x="112" y="1541"/>
                      <a:pt x="112" y="1541"/>
                      <a:pt x="112" y="1541"/>
                    </a:cubicBezTo>
                    <a:cubicBezTo>
                      <a:pt x="112" y="1542"/>
                      <a:pt x="112" y="1542"/>
                      <a:pt x="112" y="1542"/>
                    </a:cubicBezTo>
                    <a:cubicBezTo>
                      <a:pt x="112" y="1685"/>
                      <a:pt x="112" y="1685"/>
                      <a:pt x="112" y="1685"/>
                    </a:cubicBezTo>
                    <a:cubicBezTo>
                      <a:pt x="95" y="1678"/>
                      <a:pt x="95" y="1678"/>
                      <a:pt x="95" y="1678"/>
                    </a:cubicBezTo>
                    <a:cubicBezTo>
                      <a:pt x="41" y="2107"/>
                      <a:pt x="41" y="2107"/>
                      <a:pt x="41" y="2107"/>
                    </a:cubicBezTo>
                    <a:cubicBezTo>
                      <a:pt x="43" y="2130"/>
                      <a:pt x="40" y="2154"/>
                      <a:pt x="32" y="2175"/>
                    </a:cubicBezTo>
                    <a:cubicBezTo>
                      <a:pt x="32" y="2175"/>
                      <a:pt x="32" y="2175"/>
                      <a:pt x="32" y="2175"/>
                    </a:cubicBezTo>
                    <a:cubicBezTo>
                      <a:pt x="0" y="2373"/>
                      <a:pt x="4" y="2615"/>
                      <a:pt x="21" y="2833"/>
                    </a:cubicBezTo>
                    <a:cubicBezTo>
                      <a:pt x="107" y="2814"/>
                      <a:pt x="171" y="2736"/>
                      <a:pt x="171" y="2644"/>
                    </a:cubicBezTo>
                    <a:cubicBezTo>
                      <a:pt x="171" y="2620"/>
                      <a:pt x="191" y="2600"/>
                      <a:pt x="216" y="2600"/>
                    </a:cubicBezTo>
                    <a:cubicBezTo>
                      <a:pt x="241" y="2600"/>
                      <a:pt x="261" y="2620"/>
                      <a:pt x="261" y="2644"/>
                    </a:cubicBezTo>
                    <a:cubicBezTo>
                      <a:pt x="261" y="2783"/>
                      <a:pt x="160" y="2899"/>
                      <a:pt x="28" y="2923"/>
                    </a:cubicBezTo>
                    <a:cubicBezTo>
                      <a:pt x="31" y="2948"/>
                      <a:pt x="33" y="2973"/>
                      <a:pt x="36" y="2997"/>
                    </a:cubicBezTo>
                    <a:cubicBezTo>
                      <a:pt x="205" y="2969"/>
                      <a:pt x="335" y="2821"/>
                      <a:pt x="335" y="2644"/>
                    </a:cubicBezTo>
                    <a:cubicBezTo>
                      <a:pt x="335" y="184"/>
                      <a:pt x="335" y="184"/>
                      <a:pt x="335" y="184"/>
                    </a:cubicBezTo>
                    <a:cubicBezTo>
                      <a:pt x="335" y="82"/>
                      <a:pt x="252" y="0"/>
                      <a:pt x="15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" name="Google Shape;537;p21"/>
              <p:cNvSpPr/>
              <p:nvPr/>
            </p:nvSpPr>
            <p:spPr>
              <a:xfrm>
                <a:off x="7538653" y="3619477"/>
                <a:ext cx="47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" h="104" extrusionOk="0">
                    <a:moveTo>
                      <a:pt x="4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6" y="104"/>
                      <a:pt x="46" y="104"/>
                      <a:pt x="46" y="103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6" y="1"/>
                      <a:pt x="46" y="0"/>
                      <a:pt x="45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21"/>
              <p:cNvSpPr/>
              <p:nvPr/>
            </p:nvSpPr>
            <p:spPr>
              <a:xfrm>
                <a:off x="7532700" y="3795688"/>
                <a:ext cx="0" cy="5953"/>
              </a:xfrm>
              <a:custGeom>
                <a:avLst/>
                <a:gdLst/>
                <a:ahLst/>
                <a:cxnLst/>
                <a:rect l="l" t="t" r="r" b="b"/>
                <a:pathLst>
                  <a:path w="11" h="68" extrusionOk="0">
                    <a:moveTo>
                      <a:pt x="0" y="0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47"/>
                      <a:pt x="0" y="23"/>
                      <a:pt x="0" y="0"/>
                    </a:cubicBezTo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21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21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21"/>
              <p:cNvSpPr/>
              <p:nvPr/>
            </p:nvSpPr>
            <p:spPr>
              <a:xfrm>
                <a:off x="7426735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223" y="0"/>
                    </a:moveTo>
                    <a:cubicBezTo>
                      <a:pt x="184" y="0"/>
                      <a:pt x="184" y="0"/>
                      <a:pt x="184" y="0"/>
                    </a:cubicBezTo>
                    <a:cubicBezTo>
                      <a:pt x="83" y="0"/>
                      <a:pt x="0" y="82"/>
                      <a:pt x="0" y="184"/>
                    </a:cubicBezTo>
                    <a:cubicBezTo>
                      <a:pt x="0" y="2644"/>
                      <a:pt x="0" y="2644"/>
                      <a:pt x="0" y="2644"/>
                    </a:cubicBezTo>
                    <a:cubicBezTo>
                      <a:pt x="0" y="2821"/>
                      <a:pt x="130" y="2969"/>
                      <a:pt x="299" y="2997"/>
                    </a:cubicBezTo>
                    <a:cubicBezTo>
                      <a:pt x="302" y="2973"/>
                      <a:pt x="304" y="2949"/>
                      <a:pt x="307" y="2923"/>
                    </a:cubicBezTo>
                    <a:cubicBezTo>
                      <a:pt x="174" y="2900"/>
                      <a:pt x="72" y="2784"/>
                      <a:pt x="72" y="2644"/>
                    </a:cubicBezTo>
                    <a:cubicBezTo>
                      <a:pt x="72" y="2620"/>
                      <a:pt x="92" y="2600"/>
                      <a:pt x="117" y="2600"/>
                    </a:cubicBezTo>
                    <a:cubicBezTo>
                      <a:pt x="142" y="2600"/>
                      <a:pt x="162" y="2620"/>
                      <a:pt x="162" y="2644"/>
                    </a:cubicBezTo>
                    <a:cubicBezTo>
                      <a:pt x="162" y="2737"/>
                      <a:pt x="227" y="2815"/>
                      <a:pt x="314" y="2834"/>
                    </a:cubicBezTo>
                    <a:cubicBezTo>
                      <a:pt x="331" y="2615"/>
                      <a:pt x="335" y="2373"/>
                      <a:pt x="303" y="2175"/>
                    </a:cubicBezTo>
                    <a:cubicBezTo>
                      <a:pt x="223" y="1541"/>
                      <a:pt x="223" y="1541"/>
                      <a:pt x="223" y="1541"/>
                    </a:cubicBezTo>
                    <a:cubicBezTo>
                      <a:pt x="223" y="188"/>
                      <a:pt x="223" y="188"/>
                      <a:pt x="223" y="188"/>
                    </a:cubicBezTo>
                    <a:cubicBezTo>
                      <a:pt x="208" y="188"/>
                      <a:pt x="208" y="188"/>
                      <a:pt x="208" y="188"/>
                    </a:cubicBezTo>
                    <a:cubicBezTo>
                      <a:pt x="208" y="188"/>
                      <a:pt x="207" y="188"/>
                      <a:pt x="207" y="187"/>
                    </a:cubicBezTo>
                    <a:cubicBezTo>
                      <a:pt x="207" y="86"/>
                      <a:pt x="207" y="86"/>
                      <a:pt x="207" y="86"/>
                    </a:cubicBezTo>
                    <a:cubicBezTo>
                      <a:pt x="207" y="85"/>
                      <a:pt x="208" y="84"/>
                      <a:pt x="208" y="84"/>
                    </a:cubicBezTo>
                    <a:cubicBezTo>
                      <a:pt x="223" y="84"/>
                      <a:pt x="223" y="84"/>
                      <a:pt x="223" y="84"/>
                    </a:cubicBezTo>
                    <a:cubicBezTo>
                      <a:pt x="223" y="0"/>
                      <a:pt x="223" y="0"/>
                      <a:pt x="223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21"/>
              <p:cNvSpPr/>
              <p:nvPr/>
            </p:nvSpPr>
            <p:spPr>
              <a:xfrm>
                <a:off x="7445785" y="3619477"/>
                <a:ext cx="11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04" extrusionOk="0">
                    <a:moveTo>
                      <a:pt x="16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1" y="104"/>
                      <a:pt x="1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p21"/>
              <p:cNvSpPr/>
              <p:nvPr/>
            </p:nvSpPr>
            <p:spPr>
              <a:xfrm>
                <a:off x="7545797" y="3780211"/>
                <a:ext cx="20100" cy="156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21"/>
              <p:cNvSpPr/>
              <p:nvPr/>
            </p:nvSpPr>
            <p:spPr>
              <a:xfrm>
                <a:off x="7419591" y="3780211"/>
                <a:ext cx="20100" cy="156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5" name="Google Shape;545;p21"/>
          <p:cNvGrpSpPr/>
          <p:nvPr/>
        </p:nvGrpSpPr>
        <p:grpSpPr>
          <a:xfrm>
            <a:off x="9144235" y="2144409"/>
            <a:ext cx="7275904" cy="7275904"/>
            <a:chOff x="6461226" y="2015670"/>
            <a:chExt cx="5456928" cy="5456928"/>
          </a:xfrm>
        </p:grpSpPr>
        <p:grpSp>
          <p:nvGrpSpPr>
            <p:cNvPr id="546" name="Google Shape;546;p21"/>
            <p:cNvGrpSpPr/>
            <p:nvPr/>
          </p:nvGrpSpPr>
          <p:grpSpPr>
            <a:xfrm rot="10800000">
              <a:off x="6461226" y="2015670"/>
              <a:ext cx="5456928" cy="5456928"/>
              <a:chOff x="-2008470" y="-2569457"/>
              <a:chExt cx="5456928" cy="5456928"/>
            </a:xfrm>
          </p:grpSpPr>
          <p:sp>
            <p:nvSpPr>
              <p:cNvPr id="547" name="Google Shape;547;p21"/>
              <p:cNvSpPr/>
              <p:nvPr/>
            </p:nvSpPr>
            <p:spPr>
              <a:xfrm rot="-2700000">
                <a:off x="-2029087" y="-950544"/>
                <a:ext cx="5498161" cy="2219101"/>
              </a:xfrm>
              <a:custGeom>
                <a:avLst/>
                <a:gdLst/>
                <a:ahLst/>
                <a:cxnLst/>
                <a:rect l="l" t="t" r="r" b="b"/>
                <a:pathLst>
                  <a:path w="40188" h="16216" extrusionOk="0">
                    <a:moveTo>
                      <a:pt x="24671" y="16216"/>
                    </a:moveTo>
                    <a:cubicBezTo>
                      <a:pt x="21399" y="16216"/>
                      <a:pt x="18737" y="13343"/>
                      <a:pt x="18737" y="9813"/>
                    </a:cubicBezTo>
                    <a:cubicBezTo>
                      <a:pt x="18737" y="6500"/>
                      <a:pt x="18737" y="6500"/>
                      <a:pt x="18737" y="6500"/>
                    </a:cubicBezTo>
                    <a:cubicBezTo>
                      <a:pt x="18737" y="4423"/>
                      <a:pt x="17275" y="2733"/>
                      <a:pt x="15478" y="2733"/>
                    </a:cubicBezTo>
                    <a:cubicBezTo>
                      <a:pt x="13681" y="2733"/>
                      <a:pt x="12219" y="4423"/>
                      <a:pt x="12219" y="6501"/>
                    </a:cubicBezTo>
                    <a:cubicBezTo>
                      <a:pt x="12219" y="9813"/>
                      <a:pt x="12219" y="9813"/>
                      <a:pt x="12219" y="9813"/>
                    </a:cubicBezTo>
                    <a:cubicBezTo>
                      <a:pt x="12219" y="13343"/>
                      <a:pt x="9479" y="16216"/>
                      <a:pt x="6110" y="16216"/>
                    </a:cubicBezTo>
                    <a:cubicBezTo>
                      <a:pt x="2741" y="16216"/>
                      <a:pt x="0" y="13343"/>
                      <a:pt x="0" y="9813"/>
                    </a:cubicBezTo>
                    <a:cubicBezTo>
                      <a:pt x="0" y="1317"/>
                      <a:pt x="0" y="1317"/>
                      <a:pt x="0" y="1317"/>
                    </a:cubicBezTo>
                    <a:cubicBezTo>
                      <a:pt x="2636" y="1317"/>
                      <a:pt x="2636" y="1317"/>
                      <a:pt x="2636" y="1317"/>
                    </a:cubicBezTo>
                    <a:cubicBezTo>
                      <a:pt x="2636" y="9813"/>
                      <a:pt x="2636" y="9813"/>
                      <a:pt x="2636" y="9813"/>
                    </a:cubicBezTo>
                    <a:cubicBezTo>
                      <a:pt x="2636" y="11890"/>
                      <a:pt x="4194" y="13580"/>
                      <a:pt x="6110" y="13580"/>
                    </a:cubicBezTo>
                    <a:cubicBezTo>
                      <a:pt x="8025" y="13580"/>
                      <a:pt x="9584" y="11890"/>
                      <a:pt x="9584" y="9813"/>
                    </a:cubicBezTo>
                    <a:cubicBezTo>
                      <a:pt x="9584" y="6501"/>
                      <a:pt x="9584" y="6501"/>
                      <a:pt x="9584" y="6501"/>
                    </a:cubicBezTo>
                    <a:cubicBezTo>
                      <a:pt x="9584" y="2970"/>
                      <a:pt x="12228" y="97"/>
                      <a:pt x="15478" y="97"/>
                    </a:cubicBezTo>
                    <a:cubicBezTo>
                      <a:pt x="18728" y="97"/>
                      <a:pt x="21373" y="2970"/>
                      <a:pt x="21373" y="6500"/>
                    </a:cubicBezTo>
                    <a:cubicBezTo>
                      <a:pt x="21373" y="9813"/>
                      <a:pt x="21373" y="9813"/>
                      <a:pt x="21373" y="9813"/>
                    </a:cubicBezTo>
                    <a:cubicBezTo>
                      <a:pt x="21373" y="11890"/>
                      <a:pt x="22852" y="13580"/>
                      <a:pt x="24671" y="13580"/>
                    </a:cubicBezTo>
                    <a:cubicBezTo>
                      <a:pt x="26489" y="13580"/>
                      <a:pt x="27969" y="11890"/>
                      <a:pt x="27969" y="9813"/>
                    </a:cubicBezTo>
                    <a:cubicBezTo>
                      <a:pt x="27969" y="6403"/>
                      <a:pt x="27969" y="6403"/>
                      <a:pt x="27969" y="6403"/>
                    </a:cubicBezTo>
                    <a:cubicBezTo>
                      <a:pt x="27969" y="4713"/>
                      <a:pt x="28596" y="3116"/>
                      <a:pt x="29735" y="1907"/>
                    </a:cubicBezTo>
                    <a:cubicBezTo>
                      <a:pt x="30894" y="677"/>
                      <a:pt x="32437" y="0"/>
                      <a:pt x="34078" y="0"/>
                    </a:cubicBezTo>
                    <a:cubicBezTo>
                      <a:pt x="34078" y="0"/>
                      <a:pt x="34078" y="0"/>
                      <a:pt x="34078" y="0"/>
                    </a:cubicBezTo>
                    <a:cubicBezTo>
                      <a:pt x="35720" y="0"/>
                      <a:pt x="37262" y="677"/>
                      <a:pt x="38422" y="1907"/>
                    </a:cubicBezTo>
                    <a:cubicBezTo>
                      <a:pt x="39561" y="3116"/>
                      <a:pt x="40188" y="4713"/>
                      <a:pt x="40188" y="6403"/>
                    </a:cubicBezTo>
                    <a:cubicBezTo>
                      <a:pt x="40188" y="14898"/>
                      <a:pt x="40188" y="14898"/>
                      <a:pt x="40188" y="14898"/>
                    </a:cubicBezTo>
                    <a:cubicBezTo>
                      <a:pt x="37552" y="14898"/>
                      <a:pt x="37552" y="14898"/>
                      <a:pt x="37552" y="14898"/>
                    </a:cubicBezTo>
                    <a:cubicBezTo>
                      <a:pt x="37552" y="6403"/>
                      <a:pt x="37552" y="6403"/>
                      <a:pt x="37552" y="6403"/>
                    </a:cubicBezTo>
                    <a:cubicBezTo>
                      <a:pt x="37552" y="5387"/>
                      <a:pt x="37180" y="4433"/>
                      <a:pt x="36503" y="3715"/>
                    </a:cubicBezTo>
                    <a:cubicBezTo>
                      <a:pt x="35847" y="3019"/>
                      <a:pt x="34986" y="2635"/>
                      <a:pt x="34078" y="2635"/>
                    </a:cubicBezTo>
                    <a:cubicBezTo>
                      <a:pt x="33171" y="2635"/>
                      <a:pt x="32309" y="3019"/>
                      <a:pt x="31653" y="3715"/>
                    </a:cubicBezTo>
                    <a:cubicBezTo>
                      <a:pt x="30977" y="4433"/>
                      <a:pt x="30604" y="5387"/>
                      <a:pt x="30604" y="6403"/>
                    </a:cubicBezTo>
                    <a:cubicBezTo>
                      <a:pt x="30604" y="9813"/>
                      <a:pt x="30604" y="9813"/>
                      <a:pt x="30604" y="9813"/>
                    </a:cubicBezTo>
                    <a:cubicBezTo>
                      <a:pt x="30604" y="13343"/>
                      <a:pt x="27943" y="16216"/>
                      <a:pt x="24671" y="1621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" name="Google Shape;548;p21"/>
              <p:cNvSpPr/>
              <p:nvPr/>
            </p:nvSpPr>
            <p:spPr>
              <a:xfrm rot="-2700000">
                <a:off x="-1861614" y="-783795"/>
                <a:ext cx="5162314" cy="1884632"/>
              </a:xfrm>
              <a:custGeom>
                <a:avLst/>
                <a:gdLst/>
                <a:ahLst/>
                <a:cxnLst/>
                <a:rect l="l" t="t" r="r" b="b"/>
                <a:pathLst>
                  <a:path w="37740" h="13779" extrusionOk="0">
                    <a:moveTo>
                      <a:pt x="23447" y="13779"/>
                    </a:moveTo>
                    <a:cubicBezTo>
                      <a:pt x="23200" y="13779"/>
                      <a:pt x="22952" y="13758"/>
                      <a:pt x="22710" y="13715"/>
                    </a:cubicBezTo>
                    <a:cubicBezTo>
                      <a:pt x="22743" y="13530"/>
                      <a:pt x="22743" y="13530"/>
                      <a:pt x="22743" y="13530"/>
                    </a:cubicBezTo>
                    <a:cubicBezTo>
                      <a:pt x="23044" y="13583"/>
                      <a:pt x="23355" y="13601"/>
                      <a:pt x="23659" y="13585"/>
                    </a:cubicBezTo>
                    <a:cubicBezTo>
                      <a:pt x="23669" y="13773"/>
                      <a:pt x="23669" y="13773"/>
                      <a:pt x="23669" y="13773"/>
                    </a:cubicBezTo>
                    <a:cubicBezTo>
                      <a:pt x="23595" y="13777"/>
                      <a:pt x="23521" y="13779"/>
                      <a:pt x="23447" y="13779"/>
                    </a:cubicBezTo>
                    <a:close/>
                    <a:moveTo>
                      <a:pt x="4631" y="13772"/>
                    </a:moveTo>
                    <a:cubicBezTo>
                      <a:pt x="4312" y="13755"/>
                      <a:pt x="3993" y="13703"/>
                      <a:pt x="3684" y="13620"/>
                    </a:cubicBezTo>
                    <a:cubicBezTo>
                      <a:pt x="3734" y="13438"/>
                      <a:pt x="3734" y="13438"/>
                      <a:pt x="3734" y="13438"/>
                    </a:cubicBezTo>
                    <a:cubicBezTo>
                      <a:pt x="4030" y="13518"/>
                      <a:pt x="4335" y="13567"/>
                      <a:pt x="4642" y="13584"/>
                    </a:cubicBezTo>
                    <a:lnTo>
                      <a:pt x="4631" y="13772"/>
                    </a:lnTo>
                    <a:close/>
                    <a:moveTo>
                      <a:pt x="5589" y="13725"/>
                    </a:moveTo>
                    <a:cubicBezTo>
                      <a:pt x="5560" y="13539"/>
                      <a:pt x="5560" y="13539"/>
                      <a:pt x="5560" y="13539"/>
                    </a:cubicBezTo>
                    <a:cubicBezTo>
                      <a:pt x="5863" y="13492"/>
                      <a:pt x="6162" y="13414"/>
                      <a:pt x="6449" y="13305"/>
                    </a:cubicBezTo>
                    <a:cubicBezTo>
                      <a:pt x="6516" y="13481"/>
                      <a:pt x="6516" y="13481"/>
                      <a:pt x="6516" y="13481"/>
                    </a:cubicBezTo>
                    <a:cubicBezTo>
                      <a:pt x="6216" y="13594"/>
                      <a:pt x="5904" y="13676"/>
                      <a:pt x="5589" y="13725"/>
                    </a:cubicBezTo>
                    <a:close/>
                    <a:moveTo>
                      <a:pt x="24616" y="13617"/>
                    </a:moveTo>
                    <a:cubicBezTo>
                      <a:pt x="24564" y="13436"/>
                      <a:pt x="24564" y="13436"/>
                      <a:pt x="24564" y="13436"/>
                    </a:cubicBezTo>
                    <a:cubicBezTo>
                      <a:pt x="24856" y="13353"/>
                      <a:pt x="25143" y="13236"/>
                      <a:pt x="25415" y="13090"/>
                    </a:cubicBezTo>
                    <a:cubicBezTo>
                      <a:pt x="25505" y="13255"/>
                      <a:pt x="25505" y="13255"/>
                      <a:pt x="25505" y="13255"/>
                    </a:cubicBezTo>
                    <a:cubicBezTo>
                      <a:pt x="25220" y="13409"/>
                      <a:pt x="24921" y="13530"/>
                      <a:pt x="24616" y="13617"/>
                    </a:cubicBezTo>
                    <a:close/>
                    <a:moveTo>
                      <a:pt x="21789" y="13446"/>
                    </a:moveTo>
                    <a:cubicBezTo>
                      <a:pt x="21496" y="13324"/>
                      <a:pt x="21213" y="13169"/>
                      <a:pt x="20948" y="12985"/>
                    </a:cubicBezTo>
                    <a:cubicBezTo>
                      <a:pt x="21055" y="12830"/>
                      <a:pt x="21055" y="12830"/>
                      <a:pt x="21055" y="12830"/>
                    </a:cubicBezTo>
                    <a:cubicBezTo>
                      <a:pt x="21310" y="13007"/>
                      <a:pt x="21581" y="13155"/>
                      <a:pt x="21861" y="13272"/>
                    </a:cubicBezTo>
                    <a:lnTo>
                      <a:pt x="21789" y="13446"/>
                    </a:lnTo>
                    <a:close/>
                    <a:moveTo>
                      <a:pt x="2790" y="13275"/>
                    </a:moveTo>
                    <a:cubicBezTo>
                      <a:pt x="2507" y="13132"/>
                      <a:pt x="2235" y="12958"/>
                      <a:pt x="1983" y="12759"/>
                    </a:cubicBezTo>
                    <a:cubicBezTo>
                      <a:pt x="2099" y="12611"/>
                      <a:pt x="2099" y="12611"/>
                      <a:pt x="2099" y="12611"/>
                    </a:cubicBezTo>
                    <a:cubicBezTo>
                      <a:pt x="2342" y="12803"/>
                      <a:pt x="2603" y="12970"/>
                      <a:pt x="2875" y="13107"/>
                    </a:cubicBezTo>
                    <a:lnTo>
                      <a:pt x="2790" y="13275"/>
                    </a:lnTo>
                    <a:close/>
                    <a:moveTo>
                      <a:pt x="7374" y="13053"/>
                    </a:moveTo>
                    <a:cubicBezTo>
                      <a:pt x="7273" y="12893"/>
                      <a:pt x="7273" y="12893"/>
                      <a:pt x="7273" y="12893"/>
                    </a:cubicBezTo>
                    <a:cubicBezTo>
                      <a:pt x="7531" y="12731"/>
                      <a:pt x="7776" y="12540"/>
                      <a:pt x="8000" y="12328"/>
                    </a:cubicBezTo>
                    <a:cubicBezTo>
                      <a:pt x="8130" y="12464"/>
                      <a:pt x="8130" y="12464"/>
                      <a:pt x="8130" y="12464"/>
                    </a:cubicBezTo>
                    <a:cubicBezTo>
                      <a:pt x="7896" y="12685"/>
                      <a:pt x="7642" y="12883"/>
                      <a:pt x="7374" y="13053"/>
                    </a:cubicBezTo>
                    <a:close/>
                    <a:moveTo>
                      <a:pt x="37740" y="12749"/>
                    </a:moveTo>
                    <a:cubicBezTo>
                      <a:pt x="37552" y="12749"/>
                      <a:pt x="37552" y="12749"/>
                      <a:pt x="37552" y="12749"/>
                    </a:cubicBezTo>
                    <a:cubicBezTo>
                      <a:pt x="37552" y="11808"/>
                      <a:pt x="37552" y="11808"/>
                      <a:pt x="37552" y="11808"/>
                    </a:cubicBezTo>
                    <a:cubicBezTo>
                      <a:pt x="37740" y="11808"/>
                      <a:pt x="37740" y="11808"/>
                      <a:pt x="37740" y="11808"/>
                    </a:cubicBezTo>
                    <a:lnTo>
                      <a:pt x="37740" y="12749"/>
                    </a:lnTo>
                    <a:close/>
                    <a:moveTo>
                      <a:pt x="26297" y="12716"/>
                    </a:moveTo>
                    <a:cubicBezTo>
                      <a:pt x="26176" y="12572"/>
                      <a:pt x="26176" y="12572"/>
                      <a:pt x="26176" y="12572"/>
                    </a:cubicBezTo>
                    <a:cubicBezTo>
                      <a:pt x="26409" y="12376"/>
                      <a:pt x="26626" y="12155"/>
                      <a:pt x="26820" y="11913"/>
                    </a:cubicBezTo>
                    <a:cubicBezTo>
                      <a:pt x="26967" y="12031"/>
                      <a:pt x="26967" y="12031"/>
                      <a:pt x="26967" y="12031"/>
                    </a:cubicBezTo>
                    <a:cubicBezTo>
                      <a:pt x="26764" y="12282"/>
                      <a:pt x="26539" y="12513"/>
                      <a:pt x="26297" y="12716"/>
                    </a:cubicBezTo>
                    <a:close/>
                    <a:moveTo>
                      <a:pt x="20219" y="12363"/>
                    </a:moveTo>
                    <a:cubicBezTo>
                      <a:pt x="19999" y="12135"/>
                      <a:pt x="19799" y="11883"/>
                      <a:pt x="19622" y="11614"/>
                    </a:cubicBezTo>
                    <a:cubicBezTo>
                      <a:pt x="19780" y="11511"/>
                      <a:pt x="19780" y="11511"/>
                      <a:pt x="19780" y="11511"/>
                    </a:cubicBezTo>
                    <a:cubicBezTo>
                      <a:pt x="19950" y="11770"/>
                      <a:pt x="20143" y="12013"/>
                      <a:pt x="20354" y="12232"/>
                    </a:cubicBezTo>
                    <a:lnTo>
                      <a:pt x="20219" y="12363"/>
                    </a:lnTo>
                    <a:close/>
                    <a:moveTo>
                      <a:pt x="1290" y="12098"/>
                    </a:moveTo>
                    <a:cubicBezTo>
                      <a:pt x="1082" y="11857"/>
                      <a:pt x="894" y="11596"/>
                      <a:pt x="732" y="11320"/>
                    </a:cubicBezTo>
                    <a:cubicBezTo>
                      <a:pt x="895" y="11224"/>
                      <a:pt x="895" y="11224"/>
                      <a:pt x="895" y="11224"/>
                    </a:cubicBezTo>
                    <a:cubicBezTo>
                      <a:pt x="1051" y="11491"/>
                      <a:pt x="1232" y="11743"/>
                      <a:pt x="1432" y="11974"/>
                    </a:cubicBezTo>
                    <a:lnTo>
                      <a:pt x="1290" y="12098"/>
                    </a:lnTo>
                    <a:close/>
                    <a:moveTo>
                      <a:pt x="8761" y="11745"/>
                    </a:moveTo>
                    <a:cubicBezTo>
                      <a:pt x="8609" y="11634"/>
                      <a:pt x="8609" y="11634"/>
                      <a:pt x="8609" y="11634"/>
                    </a:cubicBezTo>
                    <a:cubicBezTo>
                      <a:pt x="8788" y="11386"/>
                      <a:pt x="8947" y="11119"/>
                      <a:pt x="9080" y="10841"/>
                    </a:cubicBezTo>
                    <a:cubicBezTo>
                      <a:pt x="9250" y="10922"/>
                      <a:pt x="9250" y="10922"/>
                      <a:pt x="9250" y="10922"/>
                    </a:cubicBezTo>
                    <a:cubicBezTo>
                      <a:pt x="9112" y="11211"/>
                      <a:pt x="8948" y="11487"/>
                      <a:pt x="8761" y="11745"/>
                    </a:cubicBezTo>
                    <a:close/>
                    <a:moveTo>
                      <a:pt x="27497" y="11234"/>
                    </a:moveTo>
                    <a:cubicBezTo>
                      <a:pt x="27332" y="11145"/>
                      <a:pt x="27332" y="11145"/>
                      <a:pt x="27332" y="11145"/>
                    </a:cubicBezTo>
                    <a:cubicBezTo>
                      <a:pt x="27477" y="10876"/>
                      <a:pt x="27600" y="10590"/>
                      <a:pt x="27697" y="10297"/>
                    </a:cubicBezTo>
                    <a:cubicBezTo>
                      <a:pt x="27876" y="10356"/>
                      <a:pt x="27876" y="10356"/>
                      <a:pt x="27876" y="10356"/>
                    </a:cubicBezTo>
                    <a:cubicBezTo>
                      <a:pt x="27776" y="10660"/>
                      <a:pt x="27648" y="10956"/>
                      <a:pt x="27497" y="11234"/>
                    </a:cubicBezTo>
                    <a:close/>
                    <a:moveTo>
                      <a:pt x="37740" y="10866"/>
                    </a:moveTo>
                    <a:cubicBezTo>
                      <a:pt x="37552" y="10866"/>
                      <a:pt x="37552" y="10866"/>
                      <a:pt x="37552" y="10866"/>
                    </a:cubicBezTo>
                    <a:cubicBezTo>
                      <a:pt x="37552" y="9925"/>
                      <a:pt x="37552" y="9925"/>
                      <a:pt x="37552" y="9925"/>
                    </a:cubicBezTo>
                    <a:cubicBezTo>
                      <a:pt x="37740" y="9925"/>
                      <a:pt x="37740" y="9925"/>
                      <a:pt x="37740" y="9925"/>
                    </a:cubicBezTo>
                    <a:lnTo>
                      <a:pt x="37740" y="10866"/>
                    </a:lnTo>
                    <a:close/>
                    <a:moveTo>
                      <a:pt x="19173" y="10769"/>
                    </a:moveTo>
                    <a:cubicBezTo>
                      <a:pt x="19049" y="10477"/>
                      <a:pt x="18950" y="10170"/>
                      <a:pt x="18879" y="9859"/>
                    </a:cubicBezTo>
                    <a:cubicBezTo>
                      <a:pt x="19062" y="9817"/>
                      <a:pt x="19062" y="9817"/>
                      <a:pt x="19062" y="9817"/>
                    </a:cubicBezTo>
                    <a:cubicBezTo>
                      <a:pt x="19131" y="10118"/>
                      <a:pt x="19227" y="10414"/>
                      <a:pt x="19346" y="10696"/>
                    </a:cubicBezTo>
                    <a:lnTo>
                      <a:pt x="19173" y="10769"/>
                    </a:lnTo>
                    <a:close/>
                    <a:moveTo>
                      <a:pt x="325" y="10454"/>
                    </a:moveTo>
                    <a:cubicBezTo>
                      <a:pt x="216" y="10155"/>
                      <a:pt x="133" y="9844"/>
                      <a:pt x="79" y="9529"/>
                    </a:cubicBezTo>
                    <a:cubicBezTo>
                      <a:pt x="264" y="9497"/>
                      <a:pt x="264" y="9497"/>
                      <a:pt x="264" y="9497"/>
                    </a:cubicBezTo>
                    <a:cubicBezTo>
                      <a:pt x="317" y="9801"/>
                      <a:pt x="397" y="10101"/>
                      <a:pt x="502" y="10389"/>
                    </a:cubicBezTo>
                    <a:lnTo>
                      <a:pt x="325" y="10454"/>
                    </a:lnTo>
                    <a:close/>
                    <a:moveTo>
                      <a:pt x="9582" y="10025"/>
                    </a:moveTo>
                    <a:cubicBezTo>
                      <a:pt x="9401" y="9975"/>
                      <a:pt x="9401" y="9975"/>
                      <a:pt x="9401" y="9975"/>
                    </a:cubicBezTo>
                    <a:cubicBezTo>
                      <a:pt x="9481" y="9680"/>
                      <a:pt x="9536" y="9374"/>
                      <a:pt x="9563" y="9067"/>
                    </a:cubicBezTo>
                    <a:cubicBezTo>
                      <a:pt x="9750" y="9083"/>
                      <a:pt x="9750" y="9083"/>
                      <a:pt x="9750" y="9083"/>
                    </a:cubicBezTo>
                    <a:cubicBezTo>
                      <a:pt x="9722" y="9402"/>
                      <a:pt x="9666" y="9718"/>
                      <a:pt x="9582" y="10025"/>
                    </a:cubicBezTo>
                    <a:close/>
                    <a:moveTo>
                      <a:pt x="28096" y="9426"/>
                    </a:moveTo>
                    <a:cubicBezTo>
                      <a:pt x="27910" y="9398"/>
                      <a:pt x="27910" y="9398"/>
                      <a:pt x="27910" y="9398"/>
                    </a:cubicBezTo>
                    <a:cubicBezTo>
                      <a:pt x="27949" y="9136"/>
                      <a:pt x="27968" y="8867"/>
                      <a:pt x="27968" y="8600"/>
                    </a:cubicBezTo>
                    <a:cubicBezTo>
                      <a:pt x="27968" y="8474"/>
                      <a:pt x="27968" y="8474"/>
                      <a:pt x="27968" y="8474"/>
                    </a:cubicBezTo>
                    <a:cubicBezTo>
                      <a:pt x="28157" y="8474"/>
                      <a:pt x="28157" y="8474"/>
                      <a:pt x="28157" y="8474"/>
                    </a:cubicBezTo>
                    <a:cubicBezTo>
                      <a:pt x="28157" y="8600"/>
                      <a:pt x="28157" y="8600"/>
                      <a:pt x="28157" y="8600"/>
                    </a:cubicBezTo>
                    <a:cubicBezTo>
                      <a:pt x="28157" y="8876"/>
                      <a:pt x="28136" y="9154"/>
                      <a:pt x="28096" y="9426"/>
                    </a:cubicBezTo>
                    <a:close/>
                    <a:moveTo>
                      <a:pt x="37740" y="8984"/>
                    </a:moveTo>
                    <a:cubicBezTo>
                      <a:pt x="37552" y="8984"/>
                      <a:pt x="37552" y="8984"/>
                      <a:pt x="37552" y="8984"/>
                    </a:cubicBezTo>
                    <a:cubicBezTo>
                      <a:pt x="37552" y="8042"/>
                      <a:pt x="37552" y="8042"/>
                      <a:pt x="37552" y="8042"/>
                    </a:cubicBezTo>
                    <a:cubicBezTo>
                      <a:pt x="37740" y="8042"/>
                      <a:pt x="37740" y="8042"/>
                      <a:pt x="37740" y="8042"/>
                    </a:cubicBezTo>
                    <a:lnTo>
                      <a:pt x="37740" y="8984"/>
                    </a:lnTo>
                    <a:close/>
                    <a:moveTo>
                      <a:pt x="18745" y="8913"/>
                    </a:moveTo>
                    <a:cubicBezTo>
                      <a:pt x="18740" y="8809"/>
                      <a:pt x="18737" y="8703"/>
                      <a:pt x="18737" y="8600"/>
                    </a:cubicBezTo>
                    <a:cubicBezTo>
                      <a:pt x="18737" y="7966"/>
                      <a:pt x="18737" y="7966"/>
                      <a:pt x="18737" y="7966"/>
                    </a:cubicBezTo>
                    <a:cubicBezTo>
                      <a:pt x="18925" y="7966"/>
                      <a:pt x="18925" y="7966"/>
                      <a:pt x="18925" y="7966"/>
                    </a:cubicBezTo>
                    <a:cubicBezTo>
                      <a:pt x="18925" y="8600"/>
                      <a:pt x="18925" y="8600"/>
                      <a:pt x="18925" y="8600"/>
                    </a:cubicBezTo>
                    <a:cubicBezTo>
                      <a:pt x="18925" y="8700"/>
                      <a:pt x="18928" y="8802"/>
                      <a:pt x="18933" y="8902"/>
                    </a:cubicBezTo>
                    <a:lnTo>
                      <a:pt x="18745" y="8913"/>
                    </a:lnTo>
                    <a:close/>
                    <a:moveTo>
                      <a:pt x="188" y="8577"/>
                    </a:moveTo>
                    <a:cubicBezTo>
                      <a:pt x="0" y="8577"/>
                      <a:pt x="0" y="8577"/>
                      <a:pt x="0" y="8577"/>
                    </a:cubicBezTo>
                    <a:cubicBezTo>
                      <a:pt x="0" y="7635"/>
                      <a:pt x="0" y="7635"/>
                      <a:pt x="0" y="7635"/>
                    </a:cubicBezTo>
                    <a:cubicBezTo>
                      <a:pt x="188" y="7635"/>
                      <a:pt x="188" y="7635"/>
                      <a:pt x="188" y="7635"/>
                    </a:cubicBezTo>
                    <a:lnTo>
                      <a:pt x="188" y="8577"/>
                    </a:lnTo>
                    <a:close/>
                    <a:moveTo>
                      <a:pt x="9772" y="8134"/>
                    </a:moveTo>
                    <a:cubicBezTo>
                      <a:pt x="9583" y="8134"/>
                      <a:pt x="9583" y="8134"/>
                      <a:pt x="9583" y="8134"/>
                    </a:cubicBezTo>
                    <a:cubicBezTo>
                      <a:pt x="9583" y="7193"/>
                      <a:pt x="9583" y="7193"/>
                      <a:pt x="9583" y="7193"/>
                    </a:cubicBezTo>
                    <a:cubicBezTo>
                      <a:pt x="9772" y="7193"/>
                      <a:pt x="9772" y="7193"/>
                      <a:pt x="9772" y="7193"/>
                    </a:cubicBezTo>
                    <a:lnTo>
                      <a:pt x="9772" y="8134"/>
                    </a:lnTo>
                    <a:close/>
                    <a:moveTo>
                      <a:pt x="28157" y="7532"/>
                    </a:moveTo>
                    <a:cubicBezTo>
                      <a:pt x="27968" y="7532"/>
                      <a:pt x="27968" y="7532"/>
                      <a:pt x="27968" y="7532"/>
                    </a:cubicBezTo>
                    <a:cubicBezTo>
                      <a:pt x="27968" y="6591"/>
                      <a:pt x="27968" y="6591"/>
                      <a:pt x="27968" y="6591"/>
                    </a:cubicBezTo>
                    <a:cubicBezTo>
                      <a:pt x="28157" y="6591"/>
                      <a:pt x="28157" y="6591"/>
                      <a:pt x="28157" y="6591"/>
                    </a:cubicBezTo>
                    <a:lnTo>
                      <a:pt x="28157" y="7532"/>
                    </a:lnTo>
                    <a:close/>
                    <a:moveTo>
                      <a:pt x="37740" y="7101"/>
                    </a:moveTo>
                    <a:cubicBezTo>
                      <a:pt x="37552" y="7101"/>
                      <a:pt x="37552" y="7101"/>
                      <a:pt x="37552" y="7101"/>
                    </a:cubicBezTo>
                    <a:cubicBezTo>
                      <a:pt x="37552" y="6160"/>
                      <a:pt x="37552" y="6160"/>
                      <a:pt x="37552" y="6160"/>
                    </a:cubicBezTo>
                    <a:cubicBezTo>
                      <a:pt x="37740" y="6160"/>
                      <a:pt x="37740" y="6160"/>
                      <a:pt x="37740" y="6160"/>
                    </a:cubicBezTo>
                    <a:lnTo>
                      <a:pt x="37740" y="7101"/>
                    </a:lnTo>
                    <a:close/>
                    <a:moveTo>
                      <a:pt x="18925" y="7025"/>
                    </a:moveTo>
                    <a:cubicBezTo>
                      <a:pt x="18737" y="7025"/>
                      <a:pt x="18737" y="7025"/>
                      <a:pt x="18737" y="7025"/>
                    </a:cubicBezTo>
                    <a:cubicBezTo>
                      <a:pt x="18737" y="6084"/>
                      <a:pt x="18737" y="6084"/>
                      <a:pt x="18737" y="6084"/>
                    </a:cubicBezTo>
                    <a:cubicBezTo>
                      <a:pt x="18925" y="6084"/>
                      <a:pt x="18925" y="6084"/>
                      <a:pt x="18925" y="6084"/>
                    </a:cubicBezTo>
                    <a:lnTo>
                      <a:pt x="18925" y="7025"/>
                    </a:lnTo>
                    <a:close/>
                    <a:moveTo>
                      <a:pt x="188" y="6694"/>
                    </a:moveTo>
                    <a:cubicBezTo>
                      <a:pt x="0" y="6694"/>
                      <a:pt x="0" y="6694"/>
                      <a:pt x="0" y="6694"/>
                    </a:cubicBezTo>
                    <a:cubicBezTo>
                      <a:pt x="0" y="5753"/>
                      <a:pt x="0" y="5753"/>
                      <a:pt x="0" y="5753"/>
                    </a:cubicBezTo>
                    <a:cubicBezTo>
                      <a:pt x="188" y="5753"/>
                      <a:pt x="188" y="5753"/>
                      <a:pt x="188" y="5753"/>
                    </a:cubicBezTo>
                    <a:lnTo>
                      <a:pt x="188" y="6694"/>
                    </a:lnTo>
                    <a:close/>
                    <a:moveTo>
                      <a:pt x="9772" y="6252"/>
                    </a:moveTo>
                    <a:cubicBezTo>
                      <a:pt x="9583" y="6252"/>
                      <a:pt x="9583" y="6252"/>
                      <a:pt x="9583" y="6252"/>
                    </a:cubicBezTo>
                    <a:cubicBezTo>
                      <a:pt x="9583" y="5310"/>
                      <a:pt x="9583" y="5310"/>
                      <a:pt x="9583" y="5310"/>
                    </a:cubicBezTo>
                    <a:cubicBezTo>
                      <a:pt x="9772" y="5310"/>
                      <a:pt x="9772" y="5310"/>
                      <a:pt x="9772" y="5310"/>
                    </a:cubicBezTo>
                    <a:lnTo>
                      <a:pt x="9772" y="6252"/>
                    </a:lnTo>
                    <a:close/>
                    <a:moveTo>
                      <a:pt x="28157" y="5650"/>
                    </a:moveTo>
                    <a:cubicBezTo>
                      <a:pt x="27968" y="5650"/>
                      <a:pt x="27968" y="5650"/>
                      <a:pt x="27968" y="5650"/>
                    </a:cubicBezTo>
                    <a:cubicBezTo>
                      <a:pt x="27968" y="5190"/>
                      <a:pt x="27968" y="5190"/>
                      <a:pt x="27968" y="5190"/>
                    </a:cubicBezTo>
                    <a:cubicBezTo>
                      <a:pt x="27968" y="5027"/>
                      <a:pt x="27976" y="4863"/>
                      <a:pt x="27990" y="4701"/>
                    </a:cubicBezTo>
                    <a:cubicBezTo>
                      <a:pt x="28178" y="4717"/>
                      <a:pt x="28178" y="4717"/>
                      <a:pt x="28178" y="4717"/>
                    </a:cubicBezTo>
                    <a:cubicBezTo>
                      <a:pt x="28164" y="4874"/>
                      <a:pt x="28157" y="5033"/>
                      <a:pt x="28157" y="5190"/>
                    </a:cubicBezTo>
                    <a:lnTo>
                      <a:pt x="28157" y="5650"/>
                    </a:lnTo>
                    <a:close/>
                    <a:moveTo>
                      <a:pt x="37740" y="5218"/>
                    </a:moveTo>
                    <a:cubicBezTo>
                      <a:pt x="37552" y="5218"/>
                      <a:pt x="37552" y="5218"/>
                      <a:pt x="37552" y="5218"/>
                    </a:cubicBezTo>
                    <a:cubicBezTo>
                      <a:pt x="37552" y="5190"/>
                      <a:pt x="37552" y="5190"/>
                      <a:pt x="37552" y="5190"/>
                    </a:cubicBezTo>
                    <a:cubicBezTo>
                      <a:pt x="37552" y="4890"/>
                      <a:pt x="37527" y="4590"/>
                      <a:pt x="37476" y="4297"/>
                    </a:cubicBezTo>
                    <a:cubicBezTo>
                      <a:pt x="37662" y="4266"/>
                      <a:pt x="37662" y="4266"/>
                      <a:pt x="37662" y="4266"/>
                    </a:cubicBezTo>
                    <a:cubicBezTo>
                      <a:pt x="37714" y="4569"/>
                      <a:pt x="37740" y="4880"/>
                      <a:pt x="37740" y="5190"/>
                    </a:cubicBezTo>
                    <a:lnTo>
                      <a:pt x="37740" y="5218"/>
                    </a:lnTo>
                    <a:close/>
                    <a:moveTo>
                      <a:pt x="18735" y="5145"/>
                    </a:moveTo>
                    <a:cubicBezTo>
                      <a:pt x="18727" y="4836"/>
                      <a:pt x="18693" y="4527"/>
                      <a:pt x="18634" y="4226"/>
                    </a:cubicBezTo>
                    <a:cubicBezTo>
                      <a:pt x="18819" y="4190"/>
                      <a:pt x="18819" y="4190"/>
                      <a:pt x="18819" y="4190"/>
                    </a:cubicBezTo>
                    <a:cubicBezTo>
                      <a:pt x="18880" y="4501"/>
                      <a:pt x="18915" y="4820"/>
                      <a:pt x="18923" y="5140"/>
                    </a:cubicBezTo>
                    <a:lnTo>
                      <a:pt x="18735" y="5145"/>
                    </a:lnTo>
                    <a:close/>
                    <a:moveTo>
                      <a:pt x="188" y="4811"/>
                    </a:moveTo>
                    <a:cubicBezTo>
                      <a:pt x="0" y="4811"/>
                      <a:pt x="0" y="4811"/>
                      <a:pt x="0" y="4811"/>
                    </a:cubicBezTo>
                    <a:cubicBezTo>
                      <a:pt x="0" y="3870"/>
                      <a:pt x="0" y="3870"/>
                      <a:pt x="0" y="3870"/>
                    </a:cubicBezTo>
                    <a:cubicBezTo>
                      <a:pt x="188" y="3870"/>
                      <a:pt x="188" y="3870"/>
                      <a:pt x="188" y="3870"/>
                    </a:cubicBezTo>
                    <a:lnTo>
                      <a:pt x="188" y="4811"/>
                    </a:lnTo>
                    <a:close/>
                    <a:moveTo>
                      <a:pt x="9845" y="4389"/>
                    </a:moveTo>
                    <a:cubicBezTo>
                      <a:pt x="9659" y="4358"/>
                      <a:pt x="9659" y="4358"/>
                      <a:pt x="9659" y="4358"/>
                    </a:cubicBezTo>
                    <a:cubicBezTo>
                      <a:pt x="9711" y="4043"/>
                      <a:pt x="9791" y="3731"/>
                      <a:pt x="9895" y="3431"/>
                    </a:cubicBezTo>
                    <a:cubicBezTo>
                      <a:pt x="10073" y="3493"/>
                      <a:pt x="10073" y="3493"/>
                      <a:pt x="10073" y="3493"/>
                    </a:cubicBezTo>
                    <a:cubicBezTo>
                      <a:pt x="9972" y="3783"/>
                      <a:pt x="9895" y="4084"/>
                      <a:pt x="9845" y="4389"/>
                    </a:cubicBezTo>
                    <a:close/>
                    <a:moveTo>
                      <a:pt x="28341" y="3809"/>
                    </a:moveTo>
                    <a:cubicBezTo>
                      <a:pt x="28159" y="3759"/>
                      <a:pt x="28159" y="3759"/>
                      <a:pt x="28159" y="3759"/>
                    </a:cubicBezTo>
                    <a:cubicBezTo>
                      <a:pt x="28243" y="3451"/>
                      <a:pt x="28355" y="3150"/>
                      <a:pt x="28493" y="2862"/>
                    </a:cubicBezTo>
                    <a:cubicBezTo>
                      <a:pt x="28662" y="2944"/>
                      <a:pt x="28662" y="2944"/>
                      <a:pt x="28662" y="2944"/>
                    </a:cubicBezTo>
                    <a:cubicBezTo>
                      <a:pt x="28530" y="3221"/>
                      <a:pt x="28422" y="3512"/>
                      <a:pt x="28341" y="3809"/>
                    </a:cubicBezTo>
                    <a:close/>
                    <a:moveTo>
                      <a:pt x="37240" y="3405"/>
                    </a:moveTo>
                    <a:cubicBezTo>
                      <a:pt x="37135" y="3115"/>
                      <a:pt x="37003" y="2834"/>
                      <a:pt x="36848" y="2570"/>
                    </a:cubicBezTo>
                    <a:cubicBezTo>
                      <a:pt x="37010" y="2474"/>
                      <a:pt x="37010" y="2474"/>
                      <a:pt x="37010" y="2474"/>
                    </a:cubicBezTo>
                    <a:cubicBezTo>
                      <a:pt x="37171" y="2749"/>
                      <a:pt x="37308" y="3040"/>
                      <a:pt x="37417" y="3341"/>
                    </a:cubicBezTo>
                    <a:lnTo>
                      <a:pt x="37240" y="3405"/>
                    </a:lnTo>
                    <a:close/>
                    <a:moveTo>
                      <a:pt x="18379" y="3338"/>
                    </a:moveTo>
                    <a:cubicBezTo>
                      <a:pt x="18268" y="3050"/>
                      <a:pt x="18131" y="2771"/>
                      <a:pt x="17973" y="2509"/>
                    </a:cubicBezTo>
                    <a:cubicBezTo>
                      <a:pt x="18134" y="2412"/>
                      <a:pt x="18134" y="2412"/>
                      <a:pt x="18134" y="2412"/>
                    </a:cubicBezTo>
                    <a:cubicBezTo>
                      <a:pt x="18298" y="2682"/>
                      <a:pt x="18440" y="2972"/>
                      <a:pt x="18555" y="3271"/>
                    </a:cubicBezTo>
                    <a:lnTo>
                      <a:pt x="18379" y="3338"/>
                    </a:lnTo>
                    <a:close/>
                    <a:moveTo>
                      <a:pt x="188" y="2928"/>
                    </a:moveTo>
                    <a:cubicBezTo>
                      <a:pt x="0" y="2928"/>
                      <a:pt x="0" y="2928"/>
                      <a:pt x="0" y="2928"/>
                    </a:cubicBezTo>
                    <a:cubicBezTo>
                      <a:pt x="0" y="1987"/>
                      <a:pt x="0" y="1987"/>
                      <a:pt x="0" y="1987"/>
                    </a:cubicBezTo>
                    <a:cubicBezTo>
                      <a:pt x="188" y="1987"/>
                      <a:pt x="188" y="1987"/>
                      <a:pt x="188" y="1987"/>
                    </a:cubicBezTo>
                    <a:lnTo>
                      <a:pt x="188" y="2928"/>
                    </a:lnTo>
                    <a:close/>
                    <a:moveTo>
                      <a:pt x="10452" y="2652"/>
                    </a:moveTo>
                    <a:cubicBezTo>
                      <a:pt x="10288" y="2559"/>
                      <a:pt x="10288" y="2559"/>
                      <a:pt x="10288" y="2559"/>
                    </a:cubicBezTo>
                    <a:cubicBezTo>
                      <a:pt x="10446" y="2279"/>
                      <a:pt x="10629" y="2014"/>
                      <a:pt x="10832" y="1771"/>
                    </a:cubicBezTo>
                    <a:cubicBezTo>
                      <a:pt x="10976" y="1892"/>
                      <a:pt x="10976" y="1892"/>
                      <a:pt x="10976" y="1892"/>
                    </a:cubicBezTo>
                    <a:cubicBezTo>
                      <a:pt x="10781" y="2126"/>
                      <a:pt x="10604" y="2382"/>
                      <a:pt x="10452" y="2652"/>
                    </a:cubicBezTo>
                    <a:close/>
                    <a:moveTo>
                      <a:pt x="29134" y="2151"/>
                    </a:moveTo>
                    <a:cubicBezTo>
                      <a:pt x="28982" y="2040"/>
                      <a:pt x="28982" y="2040"/>
                      <a:pt x="28982" y="2040"/>
                    </a:cubicBezTo>
                    <a:cubicBezTo>
                      <a:pt x="29171" y="1781"/>
                      <a:pt x="29383" y="1539"/>
                      <a:pt x="29614" y="1321"/>
                    </a:cubicBezTo>
                    <a:cubicBezTo>
                      <a:pt x="29743" y="1458"/>
                      <a:pt x="29743" y="1458"/>
                      <a:pt x="29743" y="1458"/>
                    </a:cubicBezTo>
                    <a:cubicBezTo>
                      <a:pt x="29521" y="1668"/>
                      <a:pt x="29316" y="1901"/>
                      <a:pt x="29134" y="2151"/>
                    </a:cubicBezTo>
                    <a:close/>
                    <a:moveTo>
                      <a:pt x="36311" y="1819"/>
                    </a:moveTo>
                    <a:cubicBezTo>
                      <a:pt x="36109" y="1585"/>
                      <a:pt x="35885" y="1371"/>
                      <a:pt x="35645" y="1181"/>
                    </a:cubicBezTo>
                    <a:cubicBezTo>
                      <a:pt x="35762" y="1034"/>
                      <a:pt x="35762" y="1034"/>
                      <a:pt x="35762" y="1034"/>
                    </a:cubicBezTo>
                    <a:cubicBezTo>
                      <a:pt x="36011" y="1230"/>
                      <a:pt x="36243" y="1453"/>
                      <a:pt x="36454" y="1696"/>
                    </a:cubicBezTo>
                    <a:lnTo>
                      <a:pt x="36311" y="1819"/>
                    </a:lnTo>
                    <a:close/>
                    <a:moveTo>
                      <a:pt x="17424" y="1767"/>
                    </a:moveTo>
                    <a:cubicBezTo>
                      <a:pt x="17217" y="1536"/>
                      <a:pt x="16989" y="1326"/>
                      <a:pt x="16746" y="1144"/>
                    </a:cubicBezTo>
                    <a:cubicBezTo>
                      <a:pt x="16859" y="994"/>
                      <a:pt x="16859" y="994"/>
                      <a:pt x="16859" y="994"/>
                    </a:cubicBezTo>
                    <a:cubicBezTo>
                      <a:pt x="17111" y="1183"/>
                      <a:pt x="17349" y="1401"/>
                      <a:pt x="17564" y="1642"/>
                    </a:cubicBezTo>
                    <a:lnTo>
                      <a:pt x="17424" y="1767"/>
                    </a:lnTo>
                    <a:close/>
                    <a:moveTo>
                      <a:pt x="11633" y="1245"/>
                    </a:moveTo>
                    <a:cubicBezTo>
                      <a:pt x="11514" y="1099"/>
                      <a:pt x="11514" y="1099"/>
                      <a:pt x="11514" y="1099"/>
                    </a:cubicBezTo>
                    <a:cubicBezTo>
                      <a:pt x="11766" y="896"/>
                      <a:pt x="12037" y="720"/>
                      <a:pt x="12319" y="576"/>
                    </a:cubicBezTo>
                    <a:cubicBezTo>
                      <a:pt x="12404" y="744"/>
                      <a:pt x="12404" y="744"/>
                      <a:pt x="12404" y="744"/>
                    </a:cubicBezTo>
                    <a:cubicBezTo>
                      <a:pt x="12134" y="882"/>
                      <a:pt x="11874" y="1050"/>
                      <a:pt x="11633" y="1245"/>
                    </a:cubicBezTo>
                    <a:close/>
                    <a:moveTo>
                      <a:pt x="188" y="1046"/>
                    </a:moveTo>
                    <a:cubicBezTo>
                      <a:pt x="0" y="1046"/>
                      <a:pt x="0" y="1046"/>
                      <a:pt x="0" y="1046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188" y="104"/>
                      <a:pt x="188" y="104"/>
                      <a:pt x="188" y="104"/>
                    </a:cubicBezTo>
                    <a:lnTo>
                      <a:pt x="188" y="1046"/>
                    </a:lnTo>
                    <a:close/>
                    <a:moveTo>
                      <a:pt x="30472" y="893"/>
                    </a:moveTo>
                    <a:cubicBezTo>
                      <a:pt x="30371" y="734"/>
                      <a:pt x="30371" y="734"/>
                      <a:pt x="30371" y="734"/>
                    </a:cubicBezTo>
                    <a:cubicBezTo>
                      <a:pt x="30643" y="562"/>
                      <a:pt x="30932" y="418"/>
                      <a:pt x="31229" y="307"/>
                    </a:cubicBezTo>
                    <a:cubicBezTo>
                      <a:pt x="31296" y="483"/>
                      <a:pt x="31296" y="483"/>
                      <a:pt x="31296" y="483"/>
                    </a:cubicBezTo>
                    <a:cubicBezTo>
                      <a:pt x="31010" y="590"/>
                      <a:pt x="30733" y="728"/>
                      <a:pt x="30472" y="893"/>
                    </a:cubicBezTo>
                    <a:close/>
                    <a:moveTo>
                      <a:pt x="34870" y="684"/>
                    </a:moveTo>
                    <a:cubicBezTo>
                      <a:pt x="34595" y="544"/>
                      <a:pt x="34306" y="433"/>
                      <a:pt x="34012" y="353"/>
                    </a:cubicBezTo>
                    <a:cubicBezTo>
                      <a:pt x="34061" y="171"/>
                      <a:pt x="34061" y="171"/>
                      <a:pt x="34061" y="171"/>
                    </a:cubicBezTo>
                    <a:cubicBezTo>
                      <a:pt x="34368" y="255"/>
                      <a:pt x="34669" y="371"/>
                      <a:pt x="34955" y="517"/>
                    </a:cubicBezTo>
                    <a:lnTo>
                      <a:pt x="34870" y="684"/>
                    </a:lnTo>
                    <a:close/>
                    <a:moveTo>
                      <a:pt x="15957" y="673"/>
                    </a:moveTo>
                    <a:cubicBezTo>
                      <a:pt x="15676" y="543"/>
                      <a:pt x="15383" y="446"/>
                      <a:pt x="15085" y="383"/>
                    </a:cubicBezTo>
                    <a:cubicBezTo>
                      <a:pt x="15124" y="199"/>
                      <a:pt x="15124" y="199"/>
                      <a:pt x="15124" y="199"/>
                    </a:cubicBezTo>
                    <a:cubicBezTo>
                      <a:pt x="15436" y="265"/>
                      <a:pt x="15742" y="366"/>
                      <a:pt x="16035" y="502"/>
                    </a:cubicBezTo>
                    <a:lnTo>
                      <a:pt x="15957" y="673"/>
                    </a:lnTo>
                    <a:close/>
                    <a:moveTo>
                      <a:pt x="13263" y="420"/>
                    </a:moveTo>
                    <a:cubicBezTo>
                      <a:pt x="13217" y="238"/>
                      <a:pt x="13217" y="238"/>
                      <a:pt x="13217" y="238"/>
                    </a:cubicBezTo>
                    <a:cubicBezTo>
                      <a:pt x="13528" y="159"/>
                      <a:pt x="13848" y="115"/>
                      <a:pt x="14168" y="109"/>
                    </a:cubicBezTo>
                    <a:cubicBezTo>
                      <a:pt x="14172" y="297"/>
                      <a:pt x="14172" y="297"/>
                      <a:pt x="14172" y="297"/>
                    </a:cubicBezTo>
                    <a:cubicBezTo>
                      <a:pt x="13866" y="303"/>
                      <a:pt x="13560" y="345"/>
                      <a:pt x="13263" y="420"/>
                    </a:cubicBezTo>
                    <a:close/>
                    <a:moveTo>
                      <a:pt x="32185" y="249"/>
                    </a:moveTo>
                    <a:cubicBezTo>
                      <a:pt x="32157" y="63"/>
                      <a:pt x="32157" y="63"/>
                      <a:pt x="32157" y="63"/>
                    </a:cubicBezTo>
                    <a:cubicBezTo>
                      <a:pt x="32472" y="15"/>
                      <a:pt x="32798" y="0"/>
                      <a:pt x="33115" y="18"/>
                    </a:cubicBezTo>
                    <a:cubicBezTo>
                      <a:pt x="33104" y="206"/>
                      <a:pt x="33104" y="206"/>
                      <a:pt x="33104" y="206"/>
                    </a:cubicBezTo>
                    <a:cubicBezTo>
                      <a:pt x="32800" y="188"/>
                      <a:pt x="32487" y="203"/>
                      <a:pt x="32185" y="24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9" name="Google Shape;549;p21"/>
            <p:cNvGrpSpPr/>
            <p:nvPr/>
          </p:nvGrpSpPr>
          <p:grpSpPr>
            <a:xfrm rot="-8999967">
              <a:off x="7940328" y="4502060"/>
              <a:ext cx="156574" cy="280323"/>
              <a:chOff x="7419591" y="3612333"/>
              <a:chExt cx="146306" cy="261940"/>
            </a:xfrm>
          </p:grpSpPr>
          <p:sp>
            <p:nvSpPr>
              <p:cNvPr id="550" name="Google Shape;550;p21"/>
              <p:cNvSpPr/>
              <p:nvPr/>
            </p:nvSpPr>
            <p:spPr>
              <a:xfrm>
                <a:off x="7426735" y="3612333"/>
                <a:ext cx="132160" cy="26194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002" extrusionOk="0">
                    <a:moveTo>
                      <a:pt x="0" y="2644"/>
                    </a:moveTo>
                    <a:cubicBezTo>
                      <a:pt x="0" y="184"/>
                      <a:pt x="0" y="184"/>
                      <a:pt x="0" y="184"/>
                    </a:cubicBezTo>
                    <a:cubicBezTo>
                      <a:pt x="0" y="82"/>
                      <a:pt x="83" y="0"/>
                      <a:pt x="184" y="0"/>
                    </a:cubicBezTo>
                    <a:cubicBezTo>
                      <a:pt x="1323" y="0"/>
                      <a:pt x="1323" y="0"/>
                      <a:pt x="1323" y="0"/>
                    </a:cubicBezTo>
                    <a:cubicBezTo>
                      <a:pt x="1424" y="0"/>
                      <a:pt x="1507" y="82"/>
                      <a:pt x="1507" y="184"/>
                    </a:cubicBezTo>
                    <a:cubicBezTo>
                      <a:pt x="1507" y="2644"/>
                      <a:pt x="1507" y="2644"/>
                      <a:pt x="1507" y="2644"/>
                    </a:cubicBezTo>
                    <a:cubicBezTo>
                      <a:pt x="1507" y="2821"/>
                      <a:pt x="1377" y="2969"/>
                      <a:pt x="1208" y="2997"/>
                    </a:cubicBezTo>
                    <a:cubicBezTo>
                      <a:pt x="1189" y="3001"/>
                      <a:pt x="1169" y="3002"/>
                      <a:pt x="1149" y="3002"/>
                    </a:cubicBezTo>
                    <a:cubicBezTo>
                      <a:pt x="358" y="3002"/>
                      <a:pt x="358" y="3002"/>
                      <a:pt x="358" y="3002"/>
                    </a:cubicBezTo>
                    <a:cubicBezTo>
                      <a:pt x="161" y="3002"/>
                      <a:pt x="0" y="2841"/>
                      <a:pt x="0" y="2644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21"/>
              <p:cNvSpPr/>
              <p:nvPr/>
            </p:nvSpPr>
            <p:spPr>
              <a:xfrm>
                <a:off x="7523175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283" y="0"/>
                    </a:moveTo>
                    <a:cubicBezTo>
                      <a:pt x="308" y="0"/>
                      <a:pt x="328" y="20"/>
                      <a:pt x="328" y="44"/>
                    </a:cubicBezTo>
                    <a:cubicBezTo>
                      <a:pt x="328" y="201"/>
                      <a:pt x="201" y="328"/>
                      <a:pt x="44" y="328"/>
                    </a:cubicBezTo>
                    <a:cubicBezTo>
                      <a:pt x="20" y="328"/>
                      <a:pt x="0" y="308"/>
                      <a:pt x="0" y="283"/>
                    </a:cubicBezTo>
                    <a:cubicBezTo>
                      <a:pt x="0" y="258"/>
                      <a:pt x="20" y="238"/>
                      <a:pt x="44" y="238"/>
                    </a:cubicBezTo>
                    <a:cubicBezTo>
                      <a:pt x="151" y="238"/>
                      <a:pt x="238" y="151"/>
                      <a:pt x="238" y="44"/>
                    </a:cubicBezTo>
                    <a:cubicBezTo>
                      <a:pt x="238" y="20"/>
                      <a:pt x="258" y="0"/>
                      <a:pt x="283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21"/>
              <p:cNvSpPr/>
              <p:nvPr/>
            </p:nvSpPr>
            <p:spPr>
              <a:xfrm>
                <a:off x="7433879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45" y="0"/>
                    </a:moveTo>
                    <a:cubicBezTo>
                      <a:pt x="70" y="0"/>
                      <a:pt x="90" y="20"/>
                      <a:pt x="90" y="44"/>
                    </a:cubicBezTo>
                    <a:cubicBezTo>
                      <a:pt x="90" y="151"/>
                      <a:pt x="177" y="238"/>
                      <a:pt x="284" y="238"/>
                    </a:cubicBezTo>
                    <a:cubicBezTo>
                      <a:pt x="308" y="238"/>
                      <a:pt x="328" y="258"/>
                      <a:pt x="328" y="283"/>
                    </a:cubicBezTo>
                    <a:cubicBezTo>
                      <a:pt x="328" y="308"/>
                      <a:pt x="308" y="328"/>
                      <a:pt x="284" y="328"/>
                    </a:cubicBezTo>
                    <a:cubicBezTo>
                      <a:pt x="128" y="328"/>
                      <a:pt x="0" y="201"/>
                      <a:pt x="0" y="44"/>
                    </a:cubicBezTo>
                    <a:cubicBezTo>
                      <a:pt x="0" y="20"/>
                      <a:pt x="20" y="0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21"/>
              <p:cNvSpPr/>
              <p:nvPr/>
            </p:nvSpPr>
            <p:spPr>
              <a:xfrm>
                <a:off x="7519603" y="3619477"/>
                <a:ext cx="238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2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63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3" y="104"/>
                      <a:pt x="262" y="104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21"/>
              <p:cNvSpPr/>
              <p:nvPr/>
            </p:nvSpPr>
            <p:spPr>
              <a:xfrm>
                <a:off x="7445785" y="3619477"/>
                <a:ext cx="226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1" y="0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62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2" y="104"/>
                      <a:pt x="261" y="104"/>
                    </a:cubicBezTo>
                    <a:cubicBezTo>
                      <a:pt x="1" y="104"/>
                      <a:pt x="1" y="104"/>
                      <a:pt x="1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21"/>
              <p:cNvSpPr/>
              <p:nvPr/>
            </p:nvSpPr>
            <p:spPr>
              <a:xfrm>
                <a:off x="7455310" y="3649243"/>
                <a:ext cx="7858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31" extrusionOk="0">
                    <a:moveTo>
                      <a:pt x="94" y="131"/>
                    </a:moveTo>
                    <a:cubicBezTo>
                      <a:pt x="33" y="80"/>
                      <a:pt x="33" y="80"/>
                      <a:pt x="33" y="80"/>
                    </a:cubicBezTo>
                    <a:cubicBezTo>
                      <a:pt x="0" y="53"/>
                      <a:pt x="19" y="0"/>
                      <a:pt x="61" y="0"/>
                    </a:cubicBezTo>
                    <a:cubicBezTo>
                      <a:pt x="840" y="0"/>
                      <a:pt x="840" y="0"/>
                      <a:pt x="840" y="0"/>
                    </a:cubicBezTo>
                    <a:cubicBezTo>
                      <a:pt x="882" y="0"/>
                      <a:pt x="901" y="53"/>
                      <a:pt x="868" y="80"/>
                    </a:cubicBezTo>
                    <a:cubicBezTo>
                      <a:pt x="807" y="131"/>
                      <a:pt x="807" y="131"/>
                      <a:pt x="807" y="131"/>
                    </a:cubicBezTo>
                    <a:lnTo>
                      <a:pt x="94" y="131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21"/>
              <p:cNvSpPr/>
              <p:nvPr/>
            </p:nvSpPr>
            <p:spPr>
              <a:xfrm>
                <a:off x="7452928" y="3770686"/>
                <a:ext cx="82152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941" h="450" extrusionOk="0">
                    <a:moveTo>
                      <a:pt x="36" y="257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807" y="0"/>
                      <a:pt x="807" y="0"/>
                      <a:pt x="807" y="0"/>
                    </a:cubicBezTo>
                    <a:cubicBezTo>
                      <a:pt x="905" y="257"/>
                      <a:pt x="905" y="257"/>
                      <a:pt x="905" y="257"/>
                    </a:cubicBezTo>
                    <a:cubicBezTo>
                      <a:pt x="941" y="350"/>
                      <a:pt x="872" y="450"/>
                      <a:pt x="772" y="450"/>
                    </a:cubicBezTo>
                    <a:cubicBezTo>
                      <a:pt x="169" y="450"/>
                      <a:pt x="169" y="450"/>
                      <a:pt x="169" y="450"/>
                    </a:cubicBezTo>
                    <a:cubicBezTo>
                      <a:pt x="69" y="450"/>
                      <a:pt x="0" y="350"/>
                      <a:pt x="36" y="257"/>
                    </a:cubicBezTo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21"/>
              <p:cNvSpPr/>
              <p:nvPr/>
            </p:nvSpPr>
            <p:spPr>
              <a:xfrm>
                <a:off x="7449356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0"/>
                    </a:moveTo>
                    <a:lnTo>
                      <a:pt x="7" y="30"/>
                    </a:lnTo>
                    <a:lnTo>
                      <a:pt x="0" y="33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21"/>
              <p:cNvSpPr/>
              <p:nvPr/>
            </p:nvSpPr>
            <p:spPr>
              <a:xfrm>
                <a:off x="7449356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33"/>
                    </a:moveTo>
                    <a:lnTo>
                      <a:pt x="7" y="3"/>
                    </a:lnTo>
                    <a:lnTo>
                      <a:pt x="0" y="0"/>
                    </a:lnTo>
                    <a:lnTo>
                      <a:pt x="0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p21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560;p21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561;p21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21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21"/>
              <p:cNvSpPr/>
              <p:nvPr/>
            </p:nvSpPr>
            <p:spPr>
              <a:xfrm>
                <a:off x="7529128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151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84"/>
                      <a:pt x="112" y="84"/>
                      <a:pt x="112" y="84"/>
                    </a:cubicBezTo>
                    <a:cubicBezTo>
                      <a:pt x="157" y="84"/>
                      <a:pt x="157" y="84"/>
                      <a:pt x="157" y="84"/>
                    </a:cubicBezTo>
                    <a:cubicBezTo>
                      <a:pt x="158" y="84"/>
                      <a:pt x="158" y="85"/>
                      <a:pt x="158" y="86"/>
                    </a:cubicBezTo>
                    <a:cubicBezTo>
                      <a:pt x="158" y="187"/>
                      <a:pt x="158" y="187"/>
                      <a:pt x="158" y="187"/>
                    </a:cubicBezTo>
                    <a:cubicBezTo>
                      <a:pt x="158" y="188"/>
                      <a:pt x="158" y="188"/>
                      <a:pt x="157" y="188"/>
                    </a:cubicBezTo>
                    <a:cubicBezTo>
                      <a:pt x="112" y="188"/>
                      <a:pt x="112" y="188"/>
                      <a:pt x="112" y="188"/>
                    </a:cubicBezTo>
                    <a:cubicBezTo>
                      <a:pt x="112" y="1541"/>
                      <a:pt x="112" y="1541"/>
                      <a:pt x="112" y="1541"/>
                    </a:cubicBezTo>
                    <a:cubicBezTo>
                      <a:pt x="112" y="1542"/>
                      <a:pt x="112" y="1542"/>
                      <a:pt x="112" y="1542"/>
                    </a:cubicBezTo>
                    <a:cubicBezTo>
                      <a:pt x="112" y="1685"/>
                      <a:pt x="112" y="1685"/>
                      <a:pt x="112" y="1685"/>
                    </a:cubicBezTo>
                    <a:cubicBezTo>
                      <a:pt x="95" y="1678"/>
                      <a:pt x="95" y="1678"/>
                      <a:pt x="95" y="1678"/>
                    </a:cubicBezTo>
                    <a:cubicBezTo>
                      <a:pt x="41" y="2107"/>
                      <a:pt x="41" y="2107"/>
                      <a:pt x="41" y="2107"/>
                    </a:cubicBezTo>
                    <a:cubicBezTo>
                      <a:pt x="43" y="2130"/>
                      <a:pt x="40" y="2154"/>
                      <a:pt x="32" y="2175"/>
                    </a:cubicBezTo>
                    <a:cubicBezTo>
                      <a:pt x="32" y="2175"/>
                      <a:pt x="32" y="2175"/>
                      <a:pt x="32" y="2175"/>
                    </a:cubicBezTo>
                    <a:cubicBezTo>
                      <a:pt x="0" y="2373"/>
                      <a:pt x="4" y="2615"/>
                      <a:pt x="21" y="2833"/>
                    </a:cubicBezTo>
                    <a:cubicBezTo>
                      <a:pt x="107" y="2814"/>
                      <a:pt x="171" y="2736"/>
                      <a:pt x="171" y="2644"/>
                    </a:cubicBezTo>
                    <a:cubicBezTo>
                      <a:pt x="171" y="2620"/>
                      <a:pt x="191" y="2600"/>
                      <a:pt x="216" y="2600"/>
                    </a:cubicBezTo>
                    <a:cubicBezTo>
                      <a:pt x="241" y="2600"/>
                      <a:pt x="261" y="2620"/>
                      <a:pt x="261" y="2644"/>
                    </a:cubicBezTo>
                    <a:cubicBezTo>
                      <a:pt x="261" y="2783"/>
                      <a:pt x="160" y="2899"/>
                      <a:pt x="28" y="2923"/>
                    </a:cubicBezTo>
                    <a:cubicBezTo>
                      <a:pt x="31" y="2948"/>
                      <a:pt x="33" y="2973"/>
                      <a:pt x="36" y="2997"/>
                    </a:cubicBezTo>
                    <a:cubicBezTo>
                      <a:pt x="205" y="2969"/>
                      <a:pt x="335" y="2821"/>
                      <a:pt x="335" y="2644"/>
                    </a:cubicBezTo>
                    <a:cubicBezTo>
                      <a:pt x="335" y="184"/>
                      <a:pt x="335" y="184"/>
                      <a:pt x="335" y="184"/>
                    </a:cubicBezTo>
                    <a:cubicBezTo>
                      <a:pt x="335" y="82"/>
                      <a:pt x="252" y="0"/>
                      <a:pt x="151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" name="Google Shape;564;p21"/>
              <p:cNvSpPr/>
              <p:nvPr/>
            </p:nvSpPr>
            <p:spPr>
              <a:xfrm>
                <a:off x="7538653" y="3619477"/>
                <a:ext cx="47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" h="104" extrusionOk="0">
                    <a:moveTo>
                      <a:pt x="4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6" y="104"/>
                      <a:pt x="46" y="104"/>
                      <a:pt x="46" y="103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6" y="1"/>
                      <a:pt x="46" y="0"/>
                      <a:pt x="45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" name="Google Shape;565;p21"/>
              <p:cNvSpPr/>
              <p:nvPr/>
            </p:nvSpPr>
            <p:spPr>
              <a:xfrm>
                <a:off x="7532700" y="3795688"/>
                <a:ext cx="0" cy="5953"/>
              </a:xfrm>
              <a:custGeom>
                <a:avLst/>
                <a:gdLst/>
                <a:ahLst/>
                <a:cxnLst/>
                <a:rect l="l" t="t" r="r" b="b"/>
                <a:pathLst>
                  <a:path w="11" h="68" extrusionOk="0">
                    <a:moveTo>
                      <a:pt x="0" y="0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47"/>
                      <a:pt x="0" y="23"/>
                      <a:pt x="0" y="0"/>
                    </a:cubicBezTo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21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21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21"/>
              <p:cNvSpPr/>
              <p:nvPr/>
            </p:nvSpPr>
            <p:spPr>
              <a:xfrm>
                <a:off x="7426735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223" y="0"/>
                    </a:moveTo>
                    <a:cubicBezTo>
                      <a:pt x="184" y="0"/>
                      <a:pt x="184" y="0"/>
                      <a:pt x="184" y="0"/>
                    </a:cubicBezTo>
                    <a:cubicBezTo>
                      <a:pt x="83" y="0"/>
                      <a:pt x="0" y="82"/>
                      <a:pt x="0" y="184"/>
                    </a:cubicBezTo>
                    <a:cubicBezTo>
                      <a:pt x="0" y="2644"/>
                      <a:pt x="0" y="2644"/>
                      <a:pt x="0" y="2644"/>
                    </a:cubicBezTo>
                    <a:cubicBezTo>
                      <a:pt x="0" y="2821"/>
                      <a:pt x="130" y="2969"/>
                      <a:pt x="299" y="2997"/>
                    </a:cubicBezTo>
                    <a:cubicBezTo>
                      <a:pt x="302" y="2973"/>
                      <a:pt x="304" y="2949"/>
                      <a:pt x="307" y="2923"/>
                    </a:cubicBezTo>
                    <a:cubicBezTo>
                      <a:pt x="174" y="2900"/>
                      <a:pt x="72" y="2784"/>
                      <a:pt x="72" y="2644"/>
                    </a:cubicBezTo>
                    <a:cubicBezTo>
                      <a:pt x="72" y="2620"/>
                      <a:pt x="92" y="2600"/>
                      <a:pt x="117" y="2600"/>
                    </a:cubicBezTo>
                    <a:cubicBezTo>
                      <a:pt x="142" y="2600"/>
                      <a:pt x="162" y="2620"/>
                      <a:pt x="162" y="2644"/>
                    </a:cubicBezTo>
                    <a:cubicBezTo>
                      <a:pt x="162" y="2737"/>
                      <a:pt x="227" y="2815"/>
                      <a:pt x="314" y="2834"/>
                    </a:cubicBezTo>
                    <a:cubicBezTo>
                      <a:pt x="331" y="2615"/>
                      <a:pt x="335" y="2373"/>
                      <a:pt x="303" y="2175"/>
                    </a:cubicBezTo>
                    <a:cubicBezTo>
                      <a:pt x="223" y="1541"/>
                      <a:pt x="223" y="1541"/>
                      <a:pt x="223" y="1541"/>
                    </a:cubicBezTo>
                    <a:cubicBezTo>
                      <a:pt x="223" y="188"/>
                      <a:pt x="223" y="188"/>
                      <a:pt x="223" y="188"/>
                    </a:cubicBezTo>
                    <a:cubicBezTo>
                      <a:pt x="208" y="188"/>
                      <a:pt x="208" y="188"/>
                      <a:pt x="208" y="188"/>
                    </a:cubicBezTo>
                    <a:cubicBezTo>
                      <a:pt x="208" y="188"/>
                      <a:pt x="207" y="188"/>
                      <a:pt x="207" y="187"/>
                    </a:cubicBezTo>
                    <a:cubicBezTo>
                      <a:pt x="207" y="86"/>
                      <a:pt x="207" y="86"/>
                      <a:pt x="207" y="86"/>
                    </a:cubicBezTo>
                    <a:cubicBezTo>
                      <a:pt x="207" y="85"/>
                      <a:pt x="208" y="84"/>
                      <a:pt x="208" y="84"/>
                    </a:cubicBezTo>
                    <a:cubicBezTo>
                      <a:pt x="223" y="84"/>
                      <a:pt x="223" y="84"/>
                      <a:pt x="223" y="84"/>
                    </a:cubicBezTo>
                    <a:cubicBezTo>
                      <a:pt x="223" y="0"/>
                      <a:pt x="223" y="0"/>
                      <a:pt x="223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21"/>
              <p:cNvSpPr/>
              <p:nvPr/>
            </p:nvSpPr>
            <p:spPr>
              <a:xfrm>
                <a:off x="7445785" y="3619477"/>
                <a:ext cx="11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04" extrusionOk="0">
                    <a:moveTo>
                      <a:pt x="16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1" y="104"/>
                      <a:pt x="1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21"/>
              <p:cNvSpPr/>
              <p:nvPr/>
            </p:nvSpPr>
            <p:spPr>
              <a:xfrm>
                <a:off x="7545797" y="3780211"/>
                <a:ext cx="20100" cy="156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21"/>
              <p:cNvSpPr/>
              <p:nvPr/>
            </p:nvSpPr>
            <p:spPr>
              <a:xfrm>
                <a:off x="7419591" y="3780211"/>
                <a:ext cx="20100" cy="156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72" name="Google Shape;572;p21"/>
          <p:cNvSpPr txBox="1">
            <a:spLocks noGrp="1"/>
          </p:cNvSpPr>
          <p:nvPr>
            <p:ph type="subTitle" idx="1"/>
          </p:nvPr>
        </p:nvSpPr>
        <p:spPr>
          <a:xfrm>
            <a:off x="1141500" y="3230400"/>
            <a:ext cx="4932800" cy="11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573" name="Google Shape;573;p21"/>
          <p:cNvSpPr txBox="1">
            <a:spLocks noGrp="1"/>
          </p:cNvSpPr>
          <p:nvPr>
            <p:ph type="title"/>
          </p:nvPr>
        </p:nvSpPr>
        <p:spPr>
          <a:xfrm>
            <a:off x="1155967" y="2371200"/>
            <a:ext cx="49328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574" name="Google Shape;574;p21"/>
          <p:cNvSpPr/>
          <p:nvPr/>
        </p:nvSpPr>
        <p:spPr>
          <a:xfrm rot="10800000" flipH="1">
            <a:off x="-949400" y="5618733"/>
            <a:ext cx="6511200" cy="6510800"/>
          </a:xfrm>
          <a:prstGeom prst="chord">
            <a:avLst>
              <a:gd name="adj1" fmla="val 971140"/>
              <a:gd name="adj2" fmla="val 982486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75" name="Google Shape;575;p21"/>
          <p:cNvSpPr/>
          <p:nvPr/>
        </p:nvSpPr>
        <p:spPr>
          <a:xfrm flipH="1">
            <a:off x="6254517" y="-4366400"/>
            <a:ext cx="6511200" cy="6510800"/>
          </a:xfrm>
          <a:prstGeom prst="chord">
            <a:avLst>
              <a:gd name="adj1" fmla="val 944944"/>
              <a:gd name="adj2" fmla="val 982486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777075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2"/>
          <p:cNvSpPr/>
          <p:nvPr/>
        </p:nvSpPr>
        <p:spPr>
          <a:xfrm rot="10800000" flipH="1">
            <a:off x="-415200" y="4713600"/>
            <a:ext cx="6511200" cy="6510800"/>
          </a:xfrm>
          <a:prstGeom prst="chord">
            <a:avLst>
              <a:gd name="adj1" fmla="val 1020915"/>
              <a:gd name="adj2" fmla="val 982486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78" name="Google Shape;578;p22"/>
          <p:cNvSpPr/>
          <p:nvPr/>
        </p:nvSpPr>
        <p:spPr>
          <a:xfrm rot="10800000" flipH="1">
            <a:off x="7902533" y="-2547599"/>
            <a:ext cx="3747600" cy="3747600"/>
          </a:xfrm>
          <a:prstGeom prst="chord">
            <a:avLst>
              <a:gd name="adj1" fmla="val 11763131"/>
              <a:gd name="adj2" fmla="val 20698771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79" name="Google Shape;579;p22"/>
          <p:cNvGrpSpPr/>
          <p:nvPr/>
        </p:nvGrpSpPr>
        <p:grpSpPr>
          <a:xfrm>
            <a:off x="-5436385" y="-1988261"/>
            <a:ext cx="10289584" cy="10289584"/>
            <a:chOff x="-4077289" y="-1491196"/>
            <a:chExt cx="7717188" cy="7717188"/>
          </a:xfrm>
        </p:grpSpPr>
        <p:grpSp>
          <p:nvGrpSpPr>
            <p:cNvPr id="580" name="Google Shape;580;p22"/>
            <p:cNvGrpSpPr/>
            <p:nvPr/>
          </p:nvGrpSpPr>
          <p:grpSpPr>
            <a:xfrm rot="-2700000">
              <a:off x="-2947133" y="-361040"/>
              <a:ext cx="5456876" cy="5456876"/>
              <a:chOff x="-2008470" y="-2569457"/>
              <a:chExt cx="5456928" cy="5456928"/>
            </a:xfrm>
          </p:grpSpPr>
          <p:sp>
            <p:nvSpPr>
              <p:cNvPr id="581" name="Google Shape;581;p22"/>
              <p:cNvSpPr/>
              <p:nvPr/>
            </p:nvSpPr>
            <p:spPr>
              <a:xfrm rot="-2700000">
                <a:off x="-2029087" y="-950544"/>
                <a:ext cx="5498161" cy="2219101"/>
              </a:xfrm>
              <a:custGeom>
                <a:avLst/>
                <a:gdLst/>
                <a:ahLst/>
                <a:cxnLst/>
                <a:rect l="l" t="t" r="r" b="b"/>
                <a:pathLst>
                  <a:path w="40188" h="16216" extrusionOk="0">
                    <a:moveTo>
                      <a:pt x="24671" y="16216"/>
                    </a:moveTo>
                    <a:cubicBezTo>
                      <a:pt x="21399" y="16216"/>
                      <a:pt x="18737" y="13343"/>
                      <a:pt x="18737" y="9813"/>
                    </a:cubicBezTo>
                    <a:cubicBezTo>
                      <a:pt x="18737" y="6500"/>
                      <a:pt x="18737" y="6500"/>
                      <a:pt x="18737" y="6500"/>
                    </a:cubicBezTo>
                    <a:cubicBezTo>
                      <a:pt x="18737" y="4423"/>
                      <a:pt x="17275" y="2733"/>
                      <a:pt x="15478" y="2733"/>
                    </a:cubicBezTo>
                    <a:cubicBezTo>
                      <a:pt x="13681" y="2733"/>
                      <a:pt x="12219" y="4423"/>
                      <a:pt x="12219" y="6501"/>
                    </a:cubicBezTo>
                    <a:cubicBezTo>
                      <a:pt x="12219" y="9813"/>
                      <a:pt x="12219" y="9813"/>
                      <a:pt x="12219" y="9813"/>
                    </a:cubicBezTo>
                    <a:cubicBezTo>
                      <a:pt x="12219" y="13343"/>
                      <a:pt x="9479" y="16216"/>
                      <a:pt x="6110" y="16216"/>
                    </a:cubicBezTo>
                    <a:cubicBezTo>
                      <a:pt x="2741" y="16216"/>
                      <a:pt x="0" y="13343"/>
                      <a:pt x="0" y="9813"/>
                    </a:cubicBezTo>
                    <a:cubicBezTo>
                      <a:pt x="0" y="1317"/>
                      <a:pt x="0" y="1317"/>
                      <a:pt x="0" y="1317"/>
                    </a:cubicBezTo>
                    <a:cubicBezTo>
                      <a:pt x="2636" y="1317"/>
                      <a:pt x="2636" y="1317"/>
                      <a:pt x="2636" y="1317"/>
                    </a:cubicBezTo>
                    <a:cubicBezTo>
                      <a:pt x="2636" y="9813"/>
                      <a:pt x="2636" y="9813"/>
                      <a:pt x="2636" y="9813"/>
                    </a:cubicBezTo>
                    <a:cubicBezTo>
                      <a:pt x="2636" y="11890"/>
                      <a:pt x="4194" y="13580"/>
                      <a:pt x="6110" y="13580"/>
                    </a:cubicBezTo>
                    <a:cubicBezTo>
                      <a:pt x="8025" y="13580"/>
                      <a:pt x="9584" y="11890"/>
                      <a:pt x="9584" y="9813"/>
                    </a:cubicBezTo>
                    <a:cubicBezTo>
                      <a:pt x="9584" y="6501"/>
                      <a:pt x="9584" y="6501"/>
                      <a:pt x="9584" y="6501"/>
                    </a:cubicBezTo>
                    <a:cubicBezTo>
                      <a:pt x="9584" y="2970"/>
                      <a:pt x="12228" y="97"/>
                      <a:pt x="15478" y="97"/>
                    </a:cubicBezTo>
                    <a:cubicBezTo>
                      <a:pt x="18728" y="97"/>
                      <a:pt x="21373" y="2970"/>
                      <a:pt x="21373" y="6500"/>
                    </a:cubicBezTo>
                    <a:cubicBezTo>
                      <a:pt x="21373" y="9813"/>
                      <a:pt x="21373" y="9813"/>
                      <a:pt x="21373" y="9813"/>
                    </a:cubicBezTo>
                    <a:cubicBezTo>
                      <a:pt x="21373" y="11890"/>
                      <a:pt x="22852" y="13580"/>
                      <a:pt x="24671" y="13580"/>
                    </a:cubicBezTo>
                    <a:cubicBezTo>
                      <a:pt x="26489" y="13580"/>
                      <a:pt x="27969" y="11890"/>
                      <a:pt x="27969" y="9813"/>
                    </a:cubicBezTo>
                    <a:cubicBezTo>
                      <a:pt x="27969" y="6403"/>
                      <a:pt x="27969" y="6403"/>
                      <a:pt x="27969" y="6403"/>
                    </a:cubicBezTo>
                    <a:cubicBezTo>
                      <a:pt x="27969" y="4713"/>
                      <a:pt x="28596" y="3116"/>
                      <a:pt x="29735" y="1907"/>
                    </a:cubicBezTo>
                    <a:cubicBezTo>
                      <a:pt x="30894" y="677"/>
                      <a:pt x="32437" y="0"/>
                      <a:pt x="34078" y="0"/>
                    </a:cubicBezTo>
                    <a:cubicBezTo>
                      <a:pt x="34078" y="0"/>
                      <a:pt x="34078" y="0"/>
                      <a:pt x="34078" y="0"/>
                    </a:cubicBezTo>
                    <a:cubicBezTo>
                      <a:pt x="35720" y="0"/>
                      <a:pt x="37262" y="677"/>
                      <a:pt x="38422" y="1907"/>
                    </a:cubicBezTo>
                    <a:cubicBezTo>
                      <a:pt x="39561" y="3116"/>
                      <a:pt x="40188" y="4713"/>
                      <a:pt x="40188" y="6403"/>
                    </a:cubicBezTo>
                    <a:cubicBezTo>
                      <a:pt x="40188" y="14898"/>
                      <a:pt x="40188" y="14898"/>
                      <a:pt x="40188" y="14898"/>
                    </a:cubicBezTo>
                    <a:cubicBezTo>
                      <a:pt x="37552" y="14898"/>
                      <a:pt x="37552" y="14898"/>
                      <a:pt x="37552" y="14898"/>
                    </a:cubicBezTo>
                    <a:cubicBezTo>
                      <a:pt x="37552" y="6403"/>
                      <a:pt x="37552" y="6403"/>
                      <a:pt x="37552" y="6403"/>
                    </a:cubicBezTo>
                    <a:cubicBezTo>
                      <a:pt x="37552" y="5387"/>
                      <a:pt x="37180" y="4433"/>
                      <a:pt x="36503" y="3715"/>
                    </a:cubicBezTo>
                    <a:cubicBezTo>
                      <a:pt x="35847" y="3019"/>
                      <a:pt x="34986" y="2635"/>
                      <a:pt x="34078" y="2635"/>
                    </a:cubicBezTo>
                    <a:cubicBezTo>
                      <a:pt x="33171" y="2635"/>
                      <a:pt x="32309" y="3019"/>
                      <a:pt x="31653" y="3715"/>
                    </a:cubicBezTo>
                    <a:cubicBezTo>
                      <a:pt x="30977" y="4433"/>
                      <a:pt x="30604" y="5387"/>
                      <a:pt x="30604" y="6403"/>
                    </a:cubicBezTo>
                    <a:cubicBezTo>
                      <a:pt x="30604" y="9813"/>
                      <a:pt x="30604" y="9813"/>
                      <a:pt x="30604" y="9813"/>
                    </a:cubicBezTo>
                    <a:cubicBezTo>
                      <a:pt x="30604" y="13343"/>
                      <a:pt x="27943" y="16216"/>
                      <a:pt x="24671" y="1621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22"/>
              <p:cNvSpPr/>
              <p:nvPr/>
            </p:nvSpPr>
            <p:spPr>
              <a:xfrm rot="-2700000">
                <a:off x="-1861614" y="-783795"/>
                <a:ext cx="5162314" cy="1884632"/>
              </a:xfrm>
              <a:custGeom>
                <a:avLst/>
                <a:gdLst/>
                <a:ahLst/>
                <a:cxnLst/>
                <a:rect l="l" t="t" r="r" b="b"/>
                <a:pathLst>
                  <a:path w="37740" h="13779" extrusionOk="0">
                    <a:moveTo>
                      <a:pt x="23447" y="13779"/>
                    </a:moveTo>
                    <a:cubicBezTo>
                      <a:pt x="23200" y="13779"/>
                      <a:pt x="22952" y="13758"/>
                      <a:pt x="22710" y="13715"/>
                    </a:cubicBezTo>
                    <a:cubicBezTo>
                      <a:pt x="22743" y="13530"/>
                      <a:pt x="22743" y="13530"/>
                      <a:pt x="22743" y="13530"/>
                    </a:cubicBezTo>
                    <a:cubicBezTo>
                      <a:pt x="23044" y="13583"/>
                      <a:pt x="23355" y="13601"/>
                      <a:pt x="23659" y="13585"/>
                    </a:cubicBezTo>
                    <a:cubicBezTo>
                      <a:pt x="23669" y="13773"/>
                      <a:pt x="23669" y="13773"/>
                      <a:pt x="23669" y="13773"/>
                    </a:cubicBezTo>
                    <a:cubicBezTo>
                      <a:pt x="23595" y="13777"/>
                      <a:pt x="23521" y="13779"/>
                      <a:pt x="23447" y="13779"/>
                    </a:cubicBezTo>
                    <a:close/>
                    <a:moveTo>
                      <a:pt x="4631" y="13772"/>
                    </a:moveTo>
                    <a:cubicBezTo>
                      <a:pt x="4312" y="13755"/>
                      <a:pt x="3993" y="13703"/>
                      <a:pt x="3684" y="13620"/>
                    </a:cubicBezTo>
                    <a:cubicBezTo>
                      <a:pt x="3734" y="13438"/>
                      <a:pt x="3734" y="13438"/>
                      <a:pt x="3734" y="13438"/>
                    </a:cubicBezTo>
                    <a:cubicBezTo>
                      <a:pt x="4030" y="13518"/>
                      <a:pt x="4335" y="13567"/>
                      <a:pt x="4642" y="13584"/>
                    </a:cubicBezTo>
                    <a:lnTo>
                      <a:pt x="4631" y="13772"/>
                    </a:lnTo>
                    <a:close/>
                    <a:moveTo>
                      <a:pt x="5589" y="13725"/>
                    </a:moveTo>
                    <a:cubicBezTo>
                      <a:pt x="5560" y="13539"/>
                      <a:pt x="5560" y="13539"/>
                      <a:pt x="5560" y="13539"/>
                    </a:cubicBezTo>
                    <a:cubicBezTo>
                      <a:pt x="5863" y="13492"/>
                      <a:pt x="6162" y="13414"/>
                      <a:pt x="6449" y="13305"/>
                    </a:cubicBezTo>
                    <a:cubicBezTo>
                      <a:pt x="6516" y="13481"/>
                      <a:pt x="6516" y="13481"/>
                      <a:pt x="6516" y="13481"/>
                    </a:cubicBezTo>
                    <a:cubicBezTo>
                      <a:pt x="6216" y="13594"/>
                      <a:pt x="5904" y="13676"/>
                      <a:pt x="5589" y="13725"/>
                    </a:cubicBezTo>
                    <a:close/>
                    <a:moveTo>
                      <a:pt x="24616" y="13617"/>
                    </a:moveTo>
                    <a:cubicBezTo>
                      <a:pt x="24564" y="13436"/>
                      <a:pt x="24564" y="13436"/>
                      <a:pt x="24564" y="13436"/>
                    </a:cubicBezTo>
                    <a:cubicBezTo>
                      <a:pt x="24856" y="13353"/>
                      <a:pt x="25143" y="13236"/>
                      <a:pt x="25415" y="13090"/>
                    </a:cubicBezTo>
                    <a:cubicBezTo>
                      <a:pt x="25505" y="13255"/>
                      <a:pt x="25505" y="13255"/>
                      <a:pt x="25505" y="13255"/>
                    </a:cubicBezTo>
                    <a:cubicBezTo>
                      <a:pt x="25220" y="13409"/>
                      <a:pt x="24921" y="13530"/>
                      <a:pt x="24616" y="13617"/>
                    </a:cubicBezTo>
                    <a:close/>
                    <a:moveTo>
                      <a:pt x="21789" y="13446"/>
                    </a:moveTo>
                    <a:cubicBezTo>
                      <a:pt x="21496" y="13324"/>
                      <a:pt x="21213" y="13169"/>
                      <a:pt x="20948" y="12985"/>
                    </a:cubicBezTo>
                    <a:cubicBezTo>
                      <a:pt x="21055" y="12830"/>
                      <a:pt x="21055" y="12830"/>
                      <a:pt x="21055" y="12830"/>
                    </a:cubicBezTo>
                    <a:cubicBezTo>
                      <a:pt x="21310" y="13007"/>
                      <a:pt x="21581" y="13155"/>
                      <a:pt x="21861" y="13272"/>
                    </a:cubicBezTo>
                    <a:lnTo>
                      <a:pt x="21789" y="13446"/>
                    </a:lnTo>
                    <a:close/>
                    <a:moveTo>
                      <a:pt x="2790" y="13275"/>
                    </a:moveTo>
                    <a:cubicBezTo>
                      <a:pt x="2507" y="13132"/>
                      <a:pt x="2235" y="12958"/>
                      <a:pt x="1983" y="12759"/>
                    </a:cubicBezTo>
                    <a:cubicBezTo>
                      <a:pt x="2099" y="12611"/>
                      <a:pt x="2099" y="12611"/>
                      <a:pt x="2099" y="12611"/>
                    </a:cubicBezTo>
                    <a:cubicBezTo>
                      <a:pt x="2342" y="12803"/>
                      <a:pt x="2603" y="12970"/>
                      <a:pt x="2875" y="13107"/>
                    </a:cubicBezTo>
                    <a:lnTo>
                      <a:pt x="2790" y="13275"/>
                    </a:lnTo>
                    <a:close/>
                    <a:moveTo>
                      <a:pt x="7374" y="13053"/>
                    </a:moveTo>
                    <a:cubicBezTo>
                      <a:pt x="7273" y="12893"/>
                      <a:pt x="7273" y="12893"/>
                      <a:pt x="7273" y="12893"/>
                    </a:cubicBezTo>
                    <a:cubicBezTo>
                      <a:pt x="7531" y="12731"/>
                      <a:pt x="7776" y="12540"/>
                      <a:pt x="8000" y="12328"/>
                    </a:cubicBezTo>
                    <a:cubicBezTo>
                      <a:pt x="8130" y="12464"/>
                      <a:pt x="8130" y="12464"/>
                      <a:pt x="8130" y="12464"/>
                    </a:cubicBezTo>
                    <a:cubicBezTo>
                      <a:pt x="7896" y="12685"/>
                      <a:pt x="7642" y="12883"/>
                      <a:pt x="7374" y="13053"/>
                    </a:cubicBezTo>
                    <a:close/>
                    <a:moveTo>
                      <a:pt x="37740" y="12749"/>
                    </a:moveTo>
                    <a:cubicBezTo>
                      <a:pt x="37552" y="12749"/>
                      <a:pt x="37552" y="12749"/>
                      <a:pt x="37552" y="12749"/>
                    </a:cubicBezTo>
                    <a:cubicBezTo>
                      <a:pt x="37552" y="11808"/>
                      <a:pt x="37552" y="11808"/>
                      <a:pt x="37552" y="11808"/>
                    </a:cubicBezTo>
                    <a:cubicBezTo>
                      <a:pt x="37740" y="11808"/>
                      <a:pt x="37740" y="11808"/>
                      <a:pt x="37740" y="11808"/>
                    </a:cubicBezTo>
                    <a:lnTo>
                      <a:pt x="37740" y="12749"/>
                    </a:lnTo>
                    <a:close/>
                    <a:moveTo>
                      <a:pt x="26297" y="12716"/>
                    </a:moveTo>
                    <a:cubicBezTo>
                      <a:pt x="26176" y="12572"/>
                      <a:pt x="26176" y="12572"/>
                      <a:pt x="26176" y="12572"/>
                    </a:cubicBezTo>
                    <a:cubicBezTo>
                      <a:pt x="26409" y="12376"/>
                      <a:pt x="26626" y="12155"/>
                      <a:pt x="26820" y="11913"/>
                    </a:cubicBezTo>
                    <a:cubicBezTo>
                      <a:pt x="26967" y="12031"/>
                      <a:pt x="26967" y="12031"/>
                      <a:pt x="26967" y="12031"/>
                    </a:cubicBezTo>
                    <a:cubicBezTo>
                      <a:pt x="26764" y="12282"/>
                      <a:pt x="26539" y="12513"/>
                      <a:pt x="26297" y="12716"/>
                    </a:cubicBezTo>
                    <a:close/>
                    <a:moveTo>
                      <a:pt x="20219" y="12363"/>
                    </a:moveTo>
                    <a:cubicBezTo>
                      <a:pt x="19999" y="12135"/>
                      <a:pt x="19799" y="11883"/>
                      <a:pt x="19622" y="11614"/>
                    </a:cubicBezTo>
                    <a:cubicBezTo>
                      <a:pt x="19780" y="11511"/>
                      <a:pt x="19780" y="11511"/>
                      <a:pt x="19780" y="11511"/>
                    </a:cubicBezTo>
                    <a:cubicBezTo>
                      <a:pt x="19950" y="11770"/>
                      <a:pt x="20143" y="12013"/>
                      <a:pt x="20354" y="12232"/>
                    </a:cubicBezTo>
                    <a:lnTo>
                      <a:pt x="20219" y="12363"/>
                    </a:lnTo>
                    <a:close/>
                    <a:moveTo>
                      <a:pt x="1290" y="12098"/>
                    </a:moveTo>
                    <a:cubicBezTo>
                      <a:pt x="1082" y="11857"/>
                      <a:pt x="894" y="11596"/>
                      <a:pt x="732" y="11320"/>
                    </a:cubicBezTo>
                    <a:cubicBezTo>
                      <a:pt x="895" y="11224"/>
                      <a:pt x="895" y="11224"/>
                      <a:pt x="895" y="11224"/>
                    </a:cubicBezTo>
                    <a:cubicBezTo>
                      <a:pt x="1051" y="11491"/>
                      <a:pt x="1232" y="11743"/>
                      <a:pt x="1432" y="11974"/>
                    </a:cubicBezTo>
                    <a:lnTo>
                      <a:pt x="1290" y="12098"/>
                    </a:lnTo>
                    <a:close/>
                    <a:moveTo>
                      <a:pt x="8761" y="11745"/>
                    </a:moveTo>
                    <a:cubicBezTo>
                      <a:pt x="8609" y="11634"/>
                      <a:pt x="8609" y="11634"/>
                      <a:pt x="8609" y="11634"/>
                    </a:cubicBezTo>
                    <a:cubicBezTo>
                      <a:pt x="8788" y="11386"/>
                      <a:pt x="8947" y="11119"/>
                      <a:pt x="9080" y="10841"/>
                    </a:cubicBezTo>
                    <a:cubicBezTo>
                      <a:pt x="9250" y="10922"/>
                      <a:pt x="9250" y="10922"/>
                      <a:pt x="9250" y="10922"/>
                    </a:cubicBezTo>
                    <a:cubicBezTo>
                      <a:pt x="9112" y="11211"/>
                      <a:pt x="8948" y="11487"/>
                      <a:pt x="8761" y="11745"/>
                    </a:cubicBezTo>
                    <a:close/>
                    <a:moveTo>
                      <a:pt x="27497" y="11234"/>
                    </a:moveTo>
                    <a:cubicBezTo>
                      <a:pt x="27332" y="11145"/>
                      <a:pt x="27332" y="11145"/>
                      <a:pt x="27332" y="11145"/>
                    </a:cubicBezTo>
                    <a:cubicBezTo>
                      <a:pt x="27477" y="10876"/>
                      <a:pt x="27600" y="10590"/>
                      <a:pt x="27697" y="10297"/>
                    </a:cubicBezTo>
                    <a:cubicBezTo>
                      <a:pt x="27876" y="10356"/>
                      <a:pt x="27876" y="10356"/>
                      <a:pt x="27876" y="10356"/>
                    </a:cubicBezTo>
                    <a:cubicBezTo>
                      <a:pt x="27776" y="10660"/>
                      <a:pt x="27648" y="10956"/>
                      <a:pt x="27497" y="11234"/>
                    </a:cubicBezTo>
                    <a:close/>
                    <a:moveTo>
                      <a:pt x="37740" y="10866"/>
                    </a:moveTo>
                    <a:cubicBezTo>
                      <a:pt x="37552" y="10866"/>
                      <a:pt x="37552" y="10866"/>
                      <a:pt x="37552" y="10866"/>
                    </a:cubicBezTo>
                    <a:cubicBezTo>
                      <a:pt x="37552" y="9925"/>
                      <a:pt x="37552" y="9925"/>
                      <a:pt x="37552" y="9925"/>
                    </a:cubicBezTo>
                    <a:cubicBezTo>
                      <a:pt x="37740" y="9925"/>
                      <a:pt x="37740" y="9925"/>
                      <a:pt x="37740" y="9925"/>
                    </a:cubicBezTo>
                    <a:lnTo>
                      <a:pt x="37740" y="10866"/>
                    </a:lnTo>
                    <a:close/>
                    <a:moveTo>
                      <a:pt x="19173" y="10769"/>
                    </a:moveTo>
                    <a:cubicBezTo>
                      <a:pt x="19049" y="10477"/>
                      <a:pt x="18950" y="10170"/>
                      <a:pt x="18879" y="9859"/>
                    </a:cubicBezTo>
                    <a:cubicBezTo>
                      <a:pt x="19062" y="9817"/>
                      <a:pt x="19062" y="9817"/>
                      <a:pt x="19062" y="9817"/>
                    </a:cubicBezTo>
                    <a:cubicBezTo>
                      <a:pt x="19131" y="10118"/>
                      <a:pt x="19227" y="10414"/>
                      <a:pt x="19346" y="10696"/>
                    </a:cubicBezTo>
                    <a:lnTo>
                      <a:pt x="19173" y="10769"/>
                    </a:lnTo>
                    <a:close/>
                    <a:moveTo>
                      <a:pt x="325" y="10454"/>
                    </a:moveTo>
                    <a:cubicBezTo>
                      <a:pt x="216" y="10155"/>
                      <a:pt x="133" y="9844"/>
                      <a:pt x="79" y="9529"/>
                    </a:cubicBezTo>
                    <a:cubicBezTo>
                      <a:pt x="264" y="9497"/>
                      <a:pt x="264" y="9497"/>
                      <a:pt x="264" y="9497"/>
                    </a:cubicBezTo>
                    <a:cubicBezTo>
                      <a:pt x="317" y="9801"/>
                      <a:pt x="397" y="10101"/>
                      <a:pt x="502" y="10389"/>
                    </a:cubicBezTo>
                    <a:lnTo>
                      <a:pt x="325" y="10454"/>
                    </a:lnTo>
                    <a:close/>
                    <a:moveTo>
                      <a:pt x="9582" y="10025"/>
                    </a:moveTo>
                    <a:cubicBezTo>
                      <a:pt x="9401" y="9975"/>
                      <a:pt x="9401" y="9975"/>
                      <a:pt x="9401" y="9975"/>
                    </a:cubicBezTo>
                    <a:cubicBezTo>
                      <a:pt x="9481" y="9680"/>
                      <a:pt x="9536" y="9374"/>
                      <a:pt x="9563" y="9067"/>
                    </a:cubicBezTo>
                    <a:cubicBezTo>
                      <a:pt x="9750" y="9083"/>
                      <a:pt x="9750" y="9083"/>
                      <a:pt x="9750" y="9083"/>
                    </a:cubicBezTo>
                    <a:cubicBezTo>
                      <a:pt x="9722" y="9402"/>
                      <a:pt x="9666" y="9718"/>
                      <a:pt x="9582" y="10025"/>
                    </a:cubicBezTo>
                    <a:close/>
                    <a:moveTo>
                      <a:pt x="28096" y="9426"/>
                    </a:moveTo>
                    <a:cubicBezTo>
                      <a:pt x="27910" y="9398"/>
                      <a:pt x="27910" y="9398"/>
                      <a:pt x="27910" y="9398"/>
                    </a:cubicBezTo>
                    <a:cubicBezTo>
                      <a:pt x="27949" y="9136"/>
                      <a:pt x="27968" y="8867"/>
                      <a:pt x="27968" y="8600"/>
                    </a:cubicBezTo>
                    <a:cubicBezTo>
                      <a:pt x="27968" y="8474"/>
                      <a:pt x="27968" y="8474"/>
                      <a:pt x="27968" y="8474"/>
                    </a:cubicBezTo>
                    <a:cubicBezTo>
                      <a:pt x="28157" y="8474"/>
                      <a:pt x="28157" y="8474"/>
                      <a:pt x="28157" y="8474"/>
                    </a:cubicBezTo>
                    <a:cubicBezTo>
                      <a:pt x="28157" y="8600"/>
                      <a:pt x="28157" y="8600"/>
                      <a:pt x="28157" y="8600"/>
                    </a:cubicBezTo>
                    <a:cubicBezTo>
                      <a:pt x="28157" y="8876"/>
                      <a:pt x="28136" y="9154"/>
                      <a:pt x="28096" y="9426"/>
                    </a:cubicBezTo>
                    <a:close/>
                    <a:moveTo>
                      <a:pt x="37740" y="8984"/>
                    </a:moveTo>
                    <a:cubicBezTo>
                      <a:pt x="37552" y="8984"/>
                      <a:pt x="37552" y="8984"/>
                      <a:pt x="37552" y="8984"/>
                    </a:cubicBezTo>
                    <a:cubicBezTo>
                      <a:pt x="37552" y="8042"/>
                      <a:pt x="37552" y="8042"/>
                      <a:pt x="37552" y="8042"/>
                    </a:cubicBezTo>
                    <a:cubicBezTo>
                      <a:pt x="37740" y="8042"/>
                      <a:pt x="37740" y="8042"/>
                      <a:pt x="37740" y="8042"/>
                    </a:cubicBezTo>
                    <a:lnTo>
                      <a:pt x="37740" y="8984"/>
                    </a:lnTo>
                    <a:close/>
                    <a:moveTo>
                      <a:pt x="18745" y="8913"/>
                    </a:moveTo>
                    <a:cubicBezTo>
                      <a:pt x="18740" y="8809"/>
                      <a:pt x="18737" y="8703"/>
                      <a:pt x="18737" y="8600"/>
                    </a:cubicBezTo>
                    <a:cubicBezTo>
                      <a:pt x="18737" y="7966"/>
                      <a:pt x="18737" y="7966"/>
                      <a:pt x="18737" y="7966"/>
                    </a:cubicBezTo>
                    <a:cubicBezTo>
                      <a:pt x="18925" y="7966"/>
                      <a:pt x="18925" y="7966"/>
                      <a:pt x="18925" y="7966"/>
                    </a:cubicBezTo>
                    <a:cubicBezTo>
                      <a:pt x="18925" y="8600"/>
                      <a:pt x="18925" y="8600"/>
                      <a:pt x="18925" y="8600"/>
                    </a:cubicBezTo>
                    <a:cubicBezTo>
                      <a:pt x="18925" y="8700"/>
                      <a:pt x="18928" y="8802"/>
                      <a:pt x="18933" y="8902"/>
                    </a:cubicBezTo>
                    <a:lnTo>
                      <a:pt x="18745" y="8913"/>
                    </a:lnTo>
                    <a:close/>
                    <a:moveTo>
                      <a:pt x="188" y="8577"/>
                    </a:moveTo>
                    <a:cubicBezTo>
                      <a:pt x="0" y="8577"/>
                      <a:pt x="0" y="8577"/>
                      <a:pt x="0" y="8577"/>
                    </a:cubicBezTo>
                    <a:cubicBezTo>
                      <a:pt x="0" y="7635"/>
                      <a:pt x="0" y="7635"/>
                      <a:pt x="0" y="7635"/>
                    </a:cubicBezTo>
                    <a:cubicBezTo>
                      <a:pt x="188" y="7635"/>
                      <a:pt x="188" y="7635"/>
                      <a:pt x="188" y="7635"/>
                    </a:cubicBezTo>
                    <a:lnTo>
                      <a:pt x="188" y="8577"/>
                    </a:lnTo>
                    <a:close/>
                    <a:moveTo>
                      <a:pt x="9772" y="8134"/>
                    </a:moveTo>
                    <a:cubicBezTo>
                      <a:pt x="9583" y="8134"/>
                      <a:pt x="9583" y="8134"/>
                      <a:pt x="9583" y="8134"/>
                    </a:cubicBezTo>
                    <a:cubicBezTo>
                      <a:pt x="9583" y="7193"/>
                      <a:pt x="9583" y="7193"/>
                      <a:pt x="9583" y="7193"/>
                    </a:cubicBezTo>
                    <a:cubicBezTo>
                      <a:pt x="9772" y="7193"/>
                      <a:pt x="9772" y="7193"/>
                      <a:pt x="9772" y="7193"/>
                    </a:cubicBezTo>
                    <a:lnTo>
                      <a:pt x="9772" y="8134"/>
                    </a:lnTo>
                    <a:close/>
                    <a:moveTo>
                      <a:pt x="28157" y="7532"/>
                    </a:moveTo>
                    <a:cubicBezTo>
                      <a:pt x="27968" y="7532"/>
                      <a:pt x="27968" y="7532"/>
                      <a:pt x="27968" y="7532"/>
                    </a:cubicBezTo>
                    <a:cubicBezTo>
                      <a:pt x="27968" y="6591"/>
                      <a:pt x="27968" y="6591"/>
                      <a:pt x="27968" y="6591"/>
                    </a:cubicBezTo>
                    <a:cubicBezTo>
                      <a:pt x="28157" y="6591"/>
                      <a:pt x="28157" y="6591"/>
                      <a:pt x="28157" y="6591"/>
                    </a:cubicBezTo>
                    <a:lnTo>
                      <a:pt x="28157" y="7532"/>
                    </a:lnTo>
                    <a:close/>
                    <a:moveTo>
                      <a:pt x="37740" y="7101"/>
                    </a:moveTo>
                    <a:cubicBezTo>
                      <a:pt x="37552" y="7101"/>
                      <a:pt x="37552" y="7101"/>
                      <a:pt x="37552" y="7101"/>
                    </a:cubicBezTo>
                    <a:cubicBezTo>
                      <a:pt x="37552" y="6160"/>
                      <a:pt x="37552" y="6160"/>
                      <a:pt x="37552" y="6160"/>
                    </a:cubicBezTo>
                    <a:cubicBezTo>
                      <a:pt x="37740" y="6160"/>
                      <a:pt x="37740" y="6160"/>
                      <a:pt x="37740" y="6160"/>
                    </a:cubicBezTo>
                    <a:lnTo>
                      <a:pt x="37740" y="7101"/>
                    </a:lnTo>
                    <a:close/>
                    <a:moveTo>
                      <a:pt x="18925" y="7025"/>
                    </a:moveTo>
                    <a:cubicBezTo>
                      <a:pt x="18737" y="7025"/>
                      <a:pt x="18737" y="7025"/>
                      <a:pt x="18737" y="7025"/>
                    </a:cubicBezTo>
                    <a:cubicBezTo>
                      <a:pt x="18737" y="6084"/>
                      <a:pt x="18737" y="6084"/>
                      <a:pt x="18737" y="6084"/>
                    </a:cubicBezTo>
                    <a:cubicBezTo>
                      <a:pt x="18925" y="6084"/>
                      <a:pt x="18925" y="6084"/>
                      <a:pt x="18925" y="6084"/>
                    </a:cubicBezTo>
                    <a:lnTo>
                      <a:pt x="18925" y="7025"/>
                    </a:lnTo>
                    <a:close/>
                    <a:moveTo>
                      <a:pt x="188" y="6694"/>
                    </a:moveTo>
                    <a:cubicBezTo>
                      <a:pt x="0" y="6694"/>
                      <a:pt x="0" y="6694"/>
                      <a:pt x="0" y="6694"/>
                    </a:cubicBezTo>
                    <a:cubicBezTo>
                      <a:pt x="0" y="5753"/>
                      <a:pt x="0" y="5753"/>
                      <a:pt x="0" y="5753"/>
                    </a:cubicBezTo>
                    <a:cubicBezTo>
                      <a:pt x="188" y="5753"/>
                      <a:pt x="188" y="5753"/>
                      <a:pt x="188" y="5753"/>
                    </a:cubicBezTo>
                    <a:lnTo>
                      <a:pt x="188" y="6694"/>
                    </a:lnTo>
                    <a:close/>
                    <a:moveTo>
                      <a:pt x="9772" y="6252"/>
                    </a:moveTo>
                    <a:cubicBezTo>
                      <a:pt x="9583" y="6252"/>
                      <a:pt x="9583" y="6252"/>
                      <a:pt x="9583" y="6252"/>
                    </a:cubicBezTo>
                    <a:cubicBezTo>
                      <a:pt x="9583" y="5310"/>
                      <a:pt x="9583" y="5310"/>
                      <a:pt x="9583" y="5310"/>
                    </a:cubicBezTo>
                    <a:cubicBezTo>
                      <a:pt x="9772" y="5310"/>
                      <a:pt x="9772" y="5310"/>
                      <a:pt x="9772" y="5310"/>
                    </a:cubicBezTo>
                    <a:lnTo>
                      <a:pt x="9772" y="6252"/>
                    </a:lnTo>
                    <a:close/>
                    <a:moveTo>
                      <a:pt x="28157" y="5650"/>
                    </a:moveTo>
                    <a:cubicBezTo>
                      <a:pt x="27968" y="5650"/>
                      <a:pt x="27968" y="5650"/>
                      <a:pt x="27968" y="5650"/>
                    </a:cubicBezTo>
                    <a:cubicBezTo>
                      <a:pt x="27968" y="5190"/>
                      <a:pt x="27968" y="5190"/>
                      <a:pt x="27968" y="5190"/>
                    </a:cubicBezTo>
                    <a:cubicBezTo>
                      <a:pt x="27968" y="5027"/>
                      <a:pt x="27976" y="4863"/>
                      <a:pt x="27990" y="4701"/>
                    </a:cubicBezTo>
                    <a:cubicBezTo>
                      <a:pt x="28178" y="4717"/>
                      <a:pt x="28178" y="4717"/>
                      <a:pt x="28178" y="4717"/>
                    </a:cubicBezTo>
                    <a:cubicBezTo>
                      <a:pt x="28164" y="4874"/>
                      <a:pt x="28157" y="5033"/>
                      <a:pt x="28157" y="5190"/>
                    </a:cubicBezTo>
                    <a:lnTo>
                      <a:pt x="28157" y="5650"/>
                    </a:lnTo>
                    <a:close/>
                    <a:moveTo>
                      <a:pt x="37740" y="5218"/>
                    </a:moveTo>
                    <a:cubicBezTo>
                      <a:pt x="37552" y="5218"/>
                      <a:pt x="37552" y="5218"/>
                      <a:pt x="37552" y="5218"/>
                    </a:cubicBezTo>
                    <a:cubicBezTo>
                      <a:pt x="37552" y="5190"/>
                      <a:pt x="37552" y="5190"/>
                      <a:pt x="37552" y="5190"/>
                    </a:cubicBezTo>
                    <a:cubicBezTo>
                      <a:pt x="37552" y="4890"/>
                      <a:pt x="37527" y="4590"/>
                      <a:pt x="37476" y="4297"/>
                    </a:cubicBezTo>
                    <a:cubicBezTo>
                      <a:pt x="37662" y="4266"/>
                      <a:pt x="37662" y="4266"/>
                      <a:pt x="37662" y="4266"/>
                    </a:cubicBezTo>
                    <a:cubicBezTo>
                      <a:pt x="37714" y="4569"/>
                      <a:pt x="37740" y="4880"/>
                      <a:pt x="37740" y="5190"/>
                    </a:cubicBezTo>
                    <a:lnTo>
                      <a:pt x="37740" y="5218"/>
                    </a:lnTo>
                    <a:close/>
                    <a:moveTo>
                      <a:pt x="18735" y="5145"/>
                    </a:moveTo>
                    <a:cubicBezTo>
                      <a:pt x="18727" y="4836"/>
                      <a:pt x="18693" y="4527"/>
                      <a:pt x="18634" y="4226"/>
                    </a:cubicBezTo>
                    <a:cubicBezTo>
                      <a:pt x="18819" y="4190"/>
                      <a:pt x="18819" y="4190"/>
                      <a:pt x="18819" y="4190"/>
                    </a:cubicBezTo>
                    <a:cubicBezTo>
                      <a:pt x="18880" y="4501"/>
                      <a:pt x="18915" y="4820"/>
                      <a:pt x="18923" y="5140"/>
                    </a:cubicBezTo>
                    <a:lnTo>
                      <a:pt x="18735" y="5145"/>
                    </a:lnTo>
                    <a:close/>
                    <a:moveTo>
                      <a:pt x="188" y="4811"/>
                    </a:moveTo>
                    <a:cubicBezTo>
                      <a:pt x="0" y="4811"/>
                      <a:pt x="0" y="4811"/>
                      <a:pt x="0" y="4811"/>
                    </a:cubicBezTo>
                    <a:cubicBezTo>
                      <a:pt x="0" y="3870"/>
                      <a:pt x="0" y="3870"/>
                      <a:pt x="0" y="3870"/>
                    </a:cubicBezTo>
                    <a:cubicBezTo>
                      <a:pt x="188" y="3870"/>
                      <a:pt x="188" y="3870"/>
                      <a:pt x="188" y="3870"/>
                    </a:cubicBezTo>
                    <a:lnTo>
                      <a:pt x="188" y="4811"/>
                    </a:lnTo>
                    <a:close/>
                    <a:moveTo>
                      <a:pt x="9845" y="4389"/>
                    </a:moveTo>
                    <a:cubicBezTo>
                      <a:pt x="9659" y="4358"/>
                      <a:pt x="9659" y="4358"/>
                      <a:pt x="9659" y="4358"/>
                    </a:cubicBezTo>
                    <a:cubicBezTo>
                      <a:pt x="9711" y="4043"/>
                      <a:pt x="9791" y="3731"/>
                      <a:pt x="9895" y="3431"/>
                    </a:cubicBezTo>
                    <a:cubicBezTo>
                      <a:pt x="10073" y="3493"/>
                      <a:pt x="10073" y="3493"/>
                      <a:pt x="10073" y="3493"/>
                    </a:cubicBezTo>
                    <a:cubicBezTo>
                      <a:pt x="9972" y="3783"/>
                      <a:pt x="9895" y="4084"/>
                      <a:pt x="9845" y="4389"/>
                    </a:cubicBezTo>
                    <a:close/>
                    <a:moveTo>
                      <a:pt x="28341" y="3809"/>
                    </a:moveTo>
                    <a:cubicBezTo>
                      <a:pt x="28159" y="3759"/>
                      <a:pt x="28159" y="3759"/>
                      <a:pt x="28159" y="3759"/>
                    </a:cubicBezTo>
                    <a:cubicBezTo>
                      <a:pt x="28243" y="3451"/>
                      <a:pt x="28355" y="3150"/>
                      <a:pt x="28493" y="2862"/>
                    </a:cubicBezTo>
                    <a:cubicBezTo>
                      <a:pt x="28662" y="2944"/>
                      <a:pt x="28662" y="2944"/>
                      <a:pt x="28662" y="2944"/>
                    </a:cubicBezTo>
                    <a:cubicBezTo>
                      <a:pt x="28530" y="3221"/>
                      <a:pt x="28422" y="3512"/>
                      <a:pt x="28341" y="3809"/>
                    </a:cubicBezTo>
                    <a:close/>
                    <a:moveTo>
                      <a:pt x="37240" y="3405"/>
                    </a:moveTo>
                    <a:cubicBezTo>
                      <a:pt x="37135" y="3115"/>
                      <a:pt x="37003" y="2834"/>
                      <a:pt x="36848" y="2570"/>
                    </a:cubicBezTo>
                    <a:cubicBezTo>
                      <a:pt x="37010" y="2474"/>
                      <a:pt x="37010" y="2474"/>
                      <a:pt x="37010" y="2474"/>
                    </a:cubicBezTo>
                    <a:cubicBezTo>
                      <a:pt x="37171" y="2749"/>
                      <a:pt x="37308" y="3040"/>
                      <a:pt x="37417" y="3341"/>
                    </a:cubicBezTo>
                    <a:lnTo>
                      <a:pt x="37240" y="3405"/>
                    </a:lnTo>
                    <a:close/>
                    <a:moveTo>
                      <a:pt x="18379" y="3338"/>
                    </a:moveTo>
                    <a:cubicBezTo>
                      <a:pt x="18268" y="3050"/>
                      <a:pt x="18131" y="2771"/>
                      <a:pt x="17973" y="2509"/>
                    </a:cubicBezTo>
                    <a:cubicBezTo>
                      <a:pt x="18134" y="2412"/>
                      <a:pt x="18134" y="2412"/>
                      <a:pt x="18134" y="2412"/>
                    </a:cubicBezTo>
                    <a:cubicBezTo>
                      <a:pt x="18298" y="2682"/>
                      <a:pt x="18440" y="2972"/>
                      <a:pt x="18555" y="3271"/>
                    </a:cubicBezTo>
                    <a:lnTo>
                      <a:pt x="18379" y="3338"/>
                    </a:lnTo>
                    <a:close/>
                    <a:moveTo>
                      <a:pt x="188" y="2928"/>
                    </a:moveTo>
                    <a:cubicBezTo>
                      <a:pt x="0" y="2928"/>
                      <a:pt x="0" y="2928"/>
                      <a:pt x="0" y="2928"/>
                    </a:cubicBezTo>
                    <a:cubicBezTo>
                      <a:pt x="0" y="1987"/>
                      <a:pt x="0" y="1987"/>
                      <a:pt x="0" y="1987"/>
                    </a:cubicBezTo>
                    <a:cubicBezTo>
                      <a:pt x="188" y="1987"/>
                      <a:pt x="188" y="1987"/>
                      <a:pt x="188" y="1987"/>
                    </a:cubicBezTo>
                    <a:lnTo>
                      <a:pt x="188" y="2928"/>
                    </a:lnTo>
                    <a:close/>
                    <a:moveTo>
                      <a:pt x="10452" y="2652"/>
                    </a:moveTo>
                    <a:cubicBezTo>
                      <a:pt x="10288" y="2559"/>
                      <a:pt x="10288" y="2559"/>
                      <a:pt x="10288" y="2559"/>
                    </a:cubicBezTo>
                    <a:cubicBezTo>
                      <a:pt x="10446" y="2279"/>
                      <a:pt x="10629" y="2014"/>
                      <a:pt x="10832" y="1771"/>
                    </a:cubicBezTo>
                    <a:cubicBezTo>
                      <a:pt x="10976" y="1892"/>
                      <a:pt x="10976" y="1892"/>
                      <a:pt x="10976" y="1892"/>
                    </a:cubicBezTo>
                    <a:cubicBezTo>
                      <a:pt x="10781" y="2126"/>
                      <a:pt x="10604" y="2382"/>
                      <a:pt x="10452" y="2652"/>
                    </a:cubicBezTo>
                    <a:close/>
                    <a:moveTo>
                      <a:pt x="29134" y="2151"/>
                    </a:moveTo>
                    <a:cubicBezTo>
                      <a:pt x="28982" y="2040"/>
                      <a:pt x="28982" y="2040"/>
                      <a:pt x="28982" y="2040"/>
                    </a:cubicBezTo>
                    <a:cubicBezTo>
                      <a:pt x="29171" y="1781"/>
                      <a:pt x="29383" y="1539"/>
                      <a:pt x="29614" y="1321"/>
                    </a:cubicBezTo>
                    <a:cubicBezTo>
                      <a:pt x="29743" y="1458"/>
                      <a:pt x="29743" y="1458"/>
                      <a:pt x="29743" y="1458"/>
                    </a:cubicBezTo>
                    <a:cubicBezTo>
                      <a:pt x="29521" y="1668"/>
                      <a:pt x="29316" y="1901"/>
                      <a:pt x="29134" y="2151"/>
                    </a:cubicBezTo>
                    <a:close/>
                    <a:moveTo>
                      <a:pt x="36311" y="1819"/>
                    </a:moveTo>
                    <a:cubicBezTo>
                      <a:pt x="36109" y="1585"/>
                      <a:pt x="35885" y="1371"/>
                      <a:pt x="35645" y="1181"/>
                    </a:cubicBezTo>
                    <a:cubicBezTo>
                      <a:pt x="35762" y="1034"/>
                      <a:pt x="35762" y="1034"/>
                      <a:pt x="35762" y="1034"/>
                    </a:cubicBezTo>
                    <a:cubicBezTo>
                      <a:pt x="36011" y="1230"/>
                      <a:pt x="36243" y="1453"/>
                      <a:pt x="36454" y="1696"/>
                    </a:cubicBezTo>
                    <a:lnTo>
                      <a:pt x="36311" y="1819"/>
                    </a:lnTo>
                    <a:close/>
                    <a:moveTo>
                      <a:pt x="17424" y="1767"/>
                    </a:moveTo>
                    <a:cubicBezTo>
                      <a:pt x="17217" y="1536"/>
                      <a:pt x="16989" y="1326"/>
                      <a:pt x="16746" y="1144"/>
                    </a:cubicBezTo>
                    <a:cubicBezTo>
                      <a:pt x="16859" y="994"/>
                      <a:pt x="16859" y="994"/>
                      <a:pt x="16859" y="994"/>
                    </a:cubicBezTo>
                    <a:cubicBezTo>
                      <a:pt x="17111" y="1183"/>
                      <a:pt x="17349" y="1401"/>
                      <a:pt x="17564" y="1642"/>
                    </a:cubicBezTo>
                    <a:lnTo>
                      <a:pt x="17424" y="1767"/>
                    </a:lnTo>
                    <a:close/>
                    <a:moveTo>
                      <a:pt x="11633" y="1245"/>
                    </a:moveTo>
                    <a:cubicBezTo>
                      <a:pt x="11514" y="1099"/>
                      <a:pt x="11514" y="1099"/>
                      <a:pt x="11514" y="1099"/>
                    </a:cubicBezTo>
                    <a:cubicBezTo>
                      <a:pt x="11766" y="896"/>
                      <a:pt x="12037" y="720"/>
                      <a:pt x="12319" y="576"/>
                    </a:cubicBezTo>
                    <a:cubicBezTo>
                      <a:pt x="12404" y="744"/>
                      <a:pt x="12404" y="744"/>
                      <a:pt x="12404" y="744"/>
                    </a:cubicBezTo>
                    <a:cubicBezTo>
                      <a:pt x="12134" y="882"/>
                      <a:pt x="11874" y="1050"/>
                      <a:pt x="11633" y="1245"/>
                    </a:cubicBezTo>
                    <a:close/>
                    <a:moveTo>
                      <a:pt x="188" y="1046"/>
                    </a:moveTo>
                    <a:cubicBezTo>
                      <a:pt x="0" y="1046"/>
                      <a:pt x="0" y="1046"/>
                      <a:pt x="0" y="1046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188" y="104"/>
                      <a:pt x="188" y="104"/>
                      <a:pt x="188" y="104"/>
                    </a:cubicBezTo>
                    <a:lnTo>
                      <a:pt x="188" y="1046"/>
                    </a:lnTo>
                    <a:close/>
                    <a:moveTo>
                      <a:pt x="30472" y="893"/>
                    </a:moveTo>
                    <a:cubicBezTo>
                      <a:pt x="30371" y="734"/>
                      <a:pt x="30371" y="734"/>
                      <a:pt x="30371" y="734"/>
                    </a:cubicBezTo>
                    <a:cubicBezTo>
                      <a:pt x="30643" y="562"/>
                      <a:pt x="30932" y="418"/>
                      <a:pt x="31229" y="307"/>
                    </a:cubicBezTo>
                    <a:cubicBezTo>
                      <a:pt x="31296" y="483"/>
                      <a:pt x="31296" y="483"/>
                      <a:pt x="31296" y="483"/>
                    </a:cubicBezTo>
                    <a:cubicBezTo>
                      <a:pt x="31010" y="590"/>
                      <a:pt x="30733" y="728"/>
                      <a:pt x="30472" y="893"/>
                    </a:cubicBezTo>
                    <a:close/>
                    <a:moveTo>
                      <a:pt x="34870" y="684"/>
                    </a:moveTo>
                    <a:cubicBezTo>
                      <a:pt x="34595" y="544"/>
                      <a:pt x="34306" y="433"/>
                      <a:pt x="34012" y="353"/>
                    </a:cubicBezTo>
                    <a:cubicBezTo>
                      <a:pt x="34061" y="171"/>
                      <a:pt x="34061" y="171"/>
                      <a:pt x="34061" y="171"/>
                    </a:cubicBezTo>
                    <a:cubicBezTo>
                      <a:pt x="34368" y="255"/>
                      <a:pt x="34669" y="371"/>
                      <a:pt x="34955" y="517"/>
                    </a:cubicBezTo>
                    <a:lnTo>
                      <a:pt x="34870" y="684"/>
                    </a:lnTo>
                    <a:close/>
                    <a:moveTo>
                      <a:pt x="15957" y="673"/>
                    </a:moveTo>
                    <a:cubicBezTo>
                      <a:pt x="15676" y="543"/>
                      <a:pt x="15383" y="446"/>
                      <a:pt x="15085" y="383"/>
                    </a:cubicBezTo>
                    <a:cubicBezTo>
                      <a:pt x="15124" y="199"/>
                      <a:pt x="15124" y="199"/>
                      <a:pt x="15124" y="199"/>
                    </a:cubicBezTo>
                    <a:cubicBezTo>
                      <a:pt x="15436" y="265"/>
                      <a:pt x="15742" y="366"/>
                      <a:pt x="16035" y="502"/>
                    </a:cubicBezTo>
                    <a:lnTo>
                      <a:pt x="15957" y="673"/>
                    </a:lnTo>
                    <a:close/>
                    <a:moveTo>
                      <a:pt x="13263" y="420"/>
                    </a:moveTo>
                    <a:cubicBezTo>
                      <a:pt x="13217" y="238"/>
                      <a:pt x="13217" y="238"/>
                      <a:pt x="13217" y="238"/>
                    </a:cubicBezTo>
                    <a:cubicBezTo>
                      <a:pt x="13528" y="159"/>
                      <a:pt x="13848" y="115"/>
                      <a:pt x="14168" y="109"/>
                    </a:cubicBezTo>
                    <a:cubicBezTo>
                      <a:pt x="14172" y="297"/>
                      <a:pt x="14172" y="297"/>
                      <a:pt x="14172" y="297"/>
                    </a:cubicBezTo>
                    <a:cubicBezTo>
                      <a:pt x="13866" y="303"/>
                      <a:pt x="13560" y="345"/>
                      <a:pt x="13263" y="420"/>
                    </a:cubicBezTo>
                    <a:close/>
                    <a:moveTo>
                      <a:pt x="32185" y="249"/>
                    </a:moveTo>
                    <a:cubicBezTo>
                      <a:pt x="32157" y="63"/>
                      <a:pt x="32157" y="63"/>
                      <a:pt x="32157" y="63"/>
                    </a:cubicBezTo>
                    <a:cubicBezTo>
                      <a:pt x="32472" y="15"/>
                      <a:pt x="32798" y="0"/>
                      <a:pt x="33115" y="18"/>
                    </a:cubicBezTo>
                    <a:cubicBezTo>
                      <a:pt x="33104" y="206"/>
                      <a:pt x="33104" y="206"/>
                      <a:pt x="33104" y="206"/>
                    </a:cubicBezTo>
                    <a:cubicBezTo>
                      <a:pt x="32800" y="188"/>
                      <a:pt x="32487" y="203"/>
                      <a:pt x="32185" y="24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3" name="Google Shape;583;p22"/>
            <p:cNvGrpSpPr/>
            <p:nvPr/>
          </p:nvGrpSpPr>
          <p:grpSpPr>
            <a:xfrm rot="-8100000">
              <a:off x="502521" y="1988191"/>
              <a:ext cx="146304" cy="261937"/>
              <a:chOff x="7419591" y="3612333"/>
              <a:chExt cx="146306" cy="261940"/>
            </a:xfrm>
          </p:grpSpPr>
          <p:sp>
            <p:nvSpPr>
              <p:cNvPr id="584" name="Google Shape;584;p22"/>
              <p:cNvSpPr/>
              <p:nvPr/>
            </p:nvSpPr>
            <p:spPr>
              <a:xfrm>
                <a:off x="7426735" y="3612333"/>
                <a:ext cx="132160" cy="26194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002" extrusionOk="0">
                    <a:moveTo>
                      <a:pt x="0" y="2644"/>
                    </a:moveTo>
                    <a:cubicBezTo>
                      <a:pt x="0" y="184"/>
                      <a:pt x="0" y="184"/>
                      <a:pt x="0" y="184"/>
                    </a:cubicBezTo>
                    <a:cubicBezTo>
                      <a:pt x="0" y="82"/>
                      <a:pt x="83" y="0"/>
                      <a:pt x="184" y="0"/>
                    </a:cubicBezTo>
                    <a:cubicBezTo>
                      <a:pt x="1323" y="0"/>
                      <a:pt x="1323" y="0"/>
                      <a:pt x="1323" y="0"/>
                    </a:cubicBezTo>
                    <a:cubicBezTo>
                      <a:pt x="1424" y="0"/>
                      <a:pt x="1507" y="82"/>
                      <a:pt x="1507" y="184"/>
                    </a:cubicBezTo>
                    <a:cubicBezTo>
                      <a:pt x="1507" y="2644"/>
                      <a:pt x="1507" y="2644"/>
                      <a:pt x="1507" y="2644"/>
                    </a:cubicBezTo>
                    <a:cubicBezTo>
                      <a:pt x="1507" y="2821"/>
                      <a:pt x="1377" y="2969"/>
                      <a:pt x="1208" y="2997"/>
                    </a:cubicBezTo>
                    <a:cubicBezTo>
                      <a:pt x="1189" y="3001"/>
                      <a:pt x="1169" y="3002"/>
                      <a:pt x="1149" y="3002"/>
                    </a:cubicBezTo>
                    <a:cubicBezTo>
                      <a:pt x="358" y="3002"/>
                      <a:pt x="358" y="3002"/>
                      <a:pt x="358" y="3002"/>
                    </a:cubicBezTo>
                    <a:cubicBezTo>
                      <a:pt x="161" y="3002"/>
                      <a:pt x="0" y="2841"/>
                      <a:pt x="0" y="2644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22"/>
              <p:cNvSpPr/>
              <p:nvPr/>
            </p:nvSpPr>
            <p:spPr>
              <a:xfrm>
                <a:off x="7523175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283" y="0"/>
                    </a:moveTo>
                    <a:cubicBezTo>
                      <a:pt x="308" y="0"/>
                      <a:pt x="328" y="20"/>
                      <a:pt x="328" y="44"/>
                    </a:cubicBezTo>
                    <a:cubicBezTo>
                      <a:pt x="328" y="201"/>
                      <a:pt x="201" y="328"/>
                      <a:pt x="44" y="328"/>
                    </a:cubicBezTo>
                    <a:cubicBezTo>
                      <a:pt x="20" y="328"/>
                      <a:pt x="0" y="308"/>
                      <a:pt x="0" y="283"/>
                    </a:cubicBezTo>
                    <a:cubicBezTo>
                      <a:pt x="0" y="258"/>
                      <a:pt x="20" y="238"/>
                      <a:pt x="44" y="238"/>
                    </a:cubicBezTo>
                    <a:cubicBezTo>
                      <a:pt x="151" y="238"/>
                      <a:pt x="238" y="151"/>
                      <a:pt x="238" y="44"/>
                    </a:cubicBezTo>
                    <a:cubicBezTo>
                      <a:pt x="238" y="20"/>
                      <a:pt x="258" y="0"/>
                      <a:pt x="283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22"/>
              <p:cNvSpPr/>
              <p:nvPr/>
            </p:nvSpPr>
            <p:spPr>
              <a:xfrm>
                <a:off x="7433879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45" y="0"/>
                    </a:moveTo>
                    <a:cubicBezTo>
                      <a:pt x="70" y="0"/>
                      <a:pt x="90" y="20"/>
                      <a:pt x="90" y="44"/>
                    </a:cubicBezTo>
                    <a:cubicBezTo>
                      <a:pt x="90" y="151"/>
                      <a:pt x="177" y="238"/>
                      <a:pt x="284" y="238"/>
                    </a:cubicBezTo>
                    <a:cubicBezTo>
                      <a:pt x="308" y="238"/>
                      <a:pt x="328" y="258"/>
                      <a:pt x="328" y="283"/>
                    </a:cubicBezTo>
                    <a:cubicBezTo>
                      <a:pt x="328" y="308"/>
                      <a:pt x="308" y="328"/>
                      <a:pt x="284" y="328"/>
                    </a:cubicBezTo>
                    <a:cubicBezTo>
                      <a:pt x="128" y="328"/>
                      <a:pt x="0" y="201"/>
                      <a:pt x="0" y="44"/>
                    </a:cubicBezTo>
                    <a:cubicBezTo>
                      <a:pt x="0" y="20"/>
                      <a:pt x="20" y="0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22"/>
              <p:cNvSpPr/>
              <p:nvPr/>
            </p:nvSpPr>
            <p:spPr>
              <a:xfrm>
                <a:off x="7519603" y="3619477"/>
                <a:ext cx="238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2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63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3" y="104"/>
                      <a:pt x="262" y="104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22"/>
              <p:cNvSpPr/>
              <p:nvPr/>
            </p:nvSpPr>
            <p:spPr>
              <a:xfrm>
                <a:off x="7445785" y="3619477"/>
                <a:ext cx="226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1" y="0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62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2" y="104"/>
                      <a:pt x="261" y="104"/>
                    </a:cubicBezTo>
                    <a:cubicBezTo>
                      <a:pt x="1" y="104"/>
                      <a:pt x="1" y="104"/>
                      <a:pt x="1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22"/>
              <p:cNvSpPr/>
              <p:nvPr/>
            </p:nvSpPr>
            <p:spPr>
              <a:xfrm>
                <a:off x="7455310" y="3649243"/>
                <a:ext cx="7858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31" extrusionOk="0">
                    <a:moveTo>
                      <a:pt x="94" y="131"/>
                    </a:moveTo>
                    <a:cubicBezTo>
                      <a:pt x="33" y="80"/>
                      <a:pt x="33" y="80"/>
                      <a:pt x="33" y="80"/>
                    </a:cubicBezTo>
                    <a:cubicBezTo>
                      <a:pt x="0" y="53"/>
                      <a:pt x="19" y="0"/>
                      <a:pt x="61" y="0"/>
                    </a:cubicBezTo>
                    <a:cubicBezTo>
                      <a:pt x="840" y="0"/>
                      <a:pt x="840" y="0"/>
                      <a:pt x="840" y="0"/>
                    </a:cubicBezTo>
                    <a:cubicBezTo>
                      <a:pt x="882" y="0"/>
                      <a:pt x="901" y="53"/>
                      <a:pt x="868" y="80"/>
                    </a:cubicBezTo>
                    <a:cubicBezTo>
                      <a:pt x="807" y="131"/>
                      <a:pt x="807" y="131"/>
                      <a:pt x="807" y="131"/>
                    </a:cubicBezTo>
                    <a:lnTo>
                      <a:pt x="94" y="131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590;p22"/>
              <p:cNvSpPr/>
              <p:nvPr/>
            </p:nvSpPr>
            <p:spPr>
              <a:xfrm>
                <a:off x="7452928" y="3770686"/>
                <a:ext cx="82152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941" h="450" extrusionOk="0">
                    <a:moveTo>
                      <a:pt x="36" y="257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807" y="0"/>
                      <a:pt x="807" y="0"/>
                      <a:pt x="807" y="0"/>
                    </a:cubicBezTo>
                    <a:cubicBezTo>
                      <a:pt x="905" y="257"/>
                      <a:pt x="905" y="257"/>
                      <a:pt x="905" y="257"/>
                    </a:cubicBezTo>
                    <a:cubicBezTo>
                      <a:pt x="941" y="350"/>
                      <a:pt x="872" y="450"/>
                      <a:pt x="772" y="450"/>
                    </a:cubicBezTo>
                    <a:cubicBezTo>
                      <a:pt x="169" y="450"/>
                      <a:pt x="169" y="450"/>
                      <a:pt x="169" y="450"/>
                    </a:cubicBezTo>
                    <a:cubicBezTo>
                      <a:pt x="69" y="450"/>
                      <a:pt x="0" y="350"/>
                      <a:pt x="36" y="257"/>
                    </a:cubicBezTo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22"/>
              <p:cNvSpPr/>
              <p:nvPr/>
            </p:nvSpPr>
            <p:spPr>
              <a:xfrm>
                <a:off x="7449356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0"/>
                    </a:moveTo>
                    <a:lnTo>
                      <a:pt x="7" y="30"/>
                    </a:lnTo>
                    <a:lnTo>
                      <a:pt x="0" y="33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22"/>
              <p:cNvSpPr/>
              <p:nvPr/>
            </p:nvSpPr>
            <p:spPr>
              <a:xfrm>
                <a:off x="7449356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33"/>
                    </a:moveTo>
                    <a:lnTo>
                      <a:pt x="7" y="3"/>
                    </a:lnTo>
                    <a:lnTo>
                      <a:pt x="0" y="0"/>
                    </a:lnTo>
                    <a:lnTo>
                      <a:pt x="0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22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594;p22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" name="Google Shape;595;p22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22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" name="Google Shape;597;p22"/>
              <p:cNvSpPr/>
              <p:nvPr/>
            </p:nvSpPr>
            <p:spPr>
              <a:xfrm>
                <a:off x="7529128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151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84"/>
                      <a:pt x="112" y="84"/>
                      <a:pt x="112" y="84"/>
                    </a:cubicBezTo>
                    <a:cubicBezTo>
                      <a:pt x="157" y="84"/>
                      <a:pt x="157" y="84"/>
                      <a:pt x="157" y="84"/>
                    </a:cubicBezTo>
                    <a:cubicBezTo>
                      <a:pt x="158" y="84"/>
                      <a:pt x="158" y="85"/>
                      <a:pt x="158" y="86"/>
                    </a:cubicBezTo>
                    <a:cubicBezTo>
                      <a:pt x="158" y="187"/>
                      <a:pt x="158" y="187"/>
                      <a:pt x="158" y="187"/>
                    </a:cubicBezTo>
                    <a:cubicBezTo>
                      <a:pt x="158" y="188"/>
                      <a:pt x="158" y="188"/>
                      <a:pt x="157" y="188"/>
                    </a:cubicBezTo>
                    <a:cubicBezTo>
                      <a:pt x="112" y="188"/>
                      <a:pt x="112" y="188"/>
                      <a:pt x="112" y="188"/>
                    </a:cubicBezTo>
                    <a:cubicBezTo>
                      <a:pt x="112" y="1541"/>
                      <a:pt x="112" y="1541"/>
                      <a:pt x="112" y="1541"/>
                    </a:cubicBezTo>
                    <a:cubicBezTo>
                      <a:pt x="112" y="1542"/>
                      <a:pt x="112" y="1542"/>
                      <a:pt x="112" y="1542"/>
                    </a:cubicBezTo>
                    <a:cubicBezTo>
                      <a:pt x="112" y="1685"/>
                      <a:pt x="112" y="1685"/>
                      <a:pt x="112" y="1685"/>
                    </a:cubicBezTo>
                    <a:cubicBezTo>
                      <a:pt x="95" y="1678"/>
                      <a:pt x="95" y="1678"/>
                      <a:pt x="95" y="1678"/>
                    </a:cubicBezTo>
                    <a:cubicBezTo>
                      <a:pt x="41" y="2107"/>
                      <a:pt x="41" y="2107"/>
                      <a:pt x="41" y="2107"/>
                    </a:cubicBezTo>
                    <a:cubicBezTo>
                      <a:pt x="43" y="2130"/>
                      <a:pt x="40" y="2154"/>
                      <a:pt x="32" y="2175"/>
                    </a:cubicBezTo>
                    <a:cubicBezTo>
                      <a:pt x="32" y="2175"/>
                      <a:pt x="32" y="2175"/>
                      <a:pt x="32" y="2175"/>
                    </a:cubicBezTo>
                    <a:cubicBezTo>
                      <a:pt x="0" y="2373"/>
                      <a:pt x="4" y="2615"/>
                      <a:pt x="21" y="2833"/>
                    </a:cubicBezTo>
                    <a:cubicBezTo>
                      <a:pt x="107" y="2814"/>
                      <a:pt x="171" y="2736"/>
                      <a:pt x="171" y="2644"/>
                    </a:cubicBezTo>
                    <a:cubicBezTo>
                      <a:pt x="171" y="2620"/>
                      <a:pt x="191" y="2600"/>
                      <a:pt x="216" y="2600"/>
                    </a:cubicBezTo>
                    <a:cubicBezTo>
                      <a:pt x="241" y="2600"/>
                      <a:pt x="261" y="2620"/>
                      <a:pt x="261" y="2644"/>
                    </a:cubicBezTo>
                    <a:cubicBezTo>
                      <a:pt x="261" y="2783"/>
                      <a:pt x="160" y="2899"/>
                      <a:pt x="28" y="2923"/>
                    </a:cubicBezTo>
                    <a:cubicBezTo>
                      <a:pt x="31" y="2948"/>
                      <a:pt x="33" y="2973"/>
                      <a:pt x="36" y="2997"/>
                    </a:cubicBezTo>
                    <a:cubicBezTo>
                      <a:pt x="205" y="2969"/>
                      <a:pt x="335" y="2821"/>
                      <a:pt x="335" y="2644"/>
                    </a:cubicBezTo>
                    <a:cubicBezTo>
                      <a:pt x="335" y="184"/>
                      <a:pt x="335" y="184"/>
                      <a:pt x="335" y="184"/>
                    </a:cubicBezTo>
                    <a:cubicBezTo>
                      <a:pt x="335" y="82"/>
                      <a:pt x="252" y="0"/>
                      <a:pt x="151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" name="Google Shape;598;p22"/>
              <p:cNvSpPr/>
              <p:nvPr/>
            </p:nvSpPr>
            <p:spPr>
              <a:xfrm>
                <a:off x="7538653" y="3619477"/>
                <a:ext cx="47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" h="104" extrusionOk="0">
                    <a:moveTo>
                      <a:pt x="4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6" y="104"/>
                      <a:pt x="46" y="104"/>
                      <a:pt x="46" y="103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6" y="1"/>
                      <a:pt x="46" y="0"/>
                      <a:pt x="45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22"/>
              <p:cNvSpPr/>
              <p:nvPr/>
            </p:nvSpPr>
            <p:spPr>
              <a:xfrm>
                <a:off x="7532700" y="3795688"/>
                <a:ext cx="0" cy="5953"/>
              </a:xfrm>
              <a:custGeom>
                <a:avLst/>
                <a:gdLst/>
                <a:ahLst/>
                <a:cxnLst/>
                <a:rect l="l" t="t" r="r" b="b"/>
                <a:pathLst>
                  <a:path w="11" h="68" extrusionOk="0">
                    <a:moveTo>
                      <a:pt x="0" y="0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47"/>
                      <a:pt x="0" y="23"/>
                      <a:pt x="0" y="0"/>
                    </a:cubicBezTo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" name="Google Shape;600;p22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" name="Google Shape;601;p22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22"/>
              <p:cNvSpPr/>
              <p:nvPr/>
            </p:nvSpPr>
            <p:spPr>
              <a:xfrm>
                <a:off x="7426735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223" y="0"/>
                    </a:moveTo>
                    <a:cubicBezTo>
                      <a:pt x="184" y="0"/>
                      <a:pt x="184" y="0"/>
                      <a:pt x="184" y="0"/>
                    </a:cubicBezTo>
                    <a:cubicBezTo>
                      <a:pt x="83" y="0"/>
                      <a:pt x="0" y="82"/>
                      <a:pt x="0" y="184"/>
                    </a:cubicBezTo>
                    <a:cubicBezTo>
                      <a:pt x="0" y="2644"/>
                      <a:pt x="0" y="2644"/>
                      <a:pt x="0" y="2644"/>
                    </a:cubicBezTo>
                    <a:cubicBezTo>
                      <a:pt x="0" y="2821"/>
                      <a:pt x="130" y="2969"/>
                      <a:pt x="299" y="2997"/>
                    </a:cubicBezTo>
                    <a:cubicBezTo>
                      <a:pt x="302" y="2973"/>
                      <a:pt x="304" y="2949"/>
                      <a:pt x="307" y="2923"/>
                    </a:cubicBezTo>
                    <a:cubicBezTo>
                      <a:pt x="174" y="2900"/>
                      <a:pt x="72" y="2784"/>
                      <a:pt x="72" y="2644"/>
                    </a:cubicBezTo>
                    <a:cubicBezTo>
                      <a:pt x="72" y="2620"/>
                      <a:pt x="92" y="2600"/>
                      <a:pt x="117" y="2600"/>
                    </a:cubicBezTo>
                    <a:cubicBezTo>
                      <a:pt x="142" y="2600"/>
                      <a:pt x="162" y="2620"/>
                      <a:pt x="162" y="2644"/>
                    </a:cubicBezTo>
                    <a:cubicBezTo>
                      <a:pt x="162" y="2737"/>
                      <a:pt x="227" y="2815"/>
                      <a:pt x="314" y="2834"/>
                    </a:cubicBezTo>
                    <a:cubicBezTo>
                      <a:pt x="331" y="2615"/>
                      <a:pt x="335" y="2373"/>
                      <a:pt x="303" y="2175"/>
                    </a:cubicBezTo>
                    <a:cubicBezTo>
                      <a:pt x="223" y="1541"/>
                      <a:pt x="223" y="1541"/>
                      <a:pt x="223" y="1541"/>
                    </a:cubicBezTo>
                    <a:cubicBezTo>
                      <a:pt x="223" y="188"/>
                      <a:pt x="223" y="188"/>
                      <a:pt x="223" y="188"/>
                    </a:cubicBezTo>
                    <a:cubicBezTo>
                      <a:pt x="208" y="188"/>
                      <a:pt x="208" y="188"/>
                      <a:pt x="208" y="188"/>
                    </a:cubicBezTo>
                    <a:cubicBezTo>
                      <a:pt x="208" y="188"/>
                      <a:pt x="207" y="188"/>
                      <a:pt x="207" y="187"/>
                    </a:cubicBezTo>
                    <a:cubicBezTo>
                      <a:pt x="207" y="86"/>
                      <a:pt x="207" y="86"/>
                      <a:pt x="207" y="86"/>
                    </a:cubicBezTo>
                    <a:cubicBezTo>
                      <a:pt x="207" y="85"/>
                      <a:pt x="208" y="84"/>
                      <a:pt x="208" y="84"/>
                    </a:cubicBezTo>
                    <a:cubicBezTo>
                      <a:pt x="223" y="84"/>
                      <a:pt x="223" y="84"/>
                      <a:pt x="223" y="84"/>
                    </a:cubicBezTo>
                    <a:cubicBezTo>
                      <a:pt x="223" y="0"/>
                      <a:pt x="223" y="0"/>
                      <a:pt x="223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22"/>
              <p:cNvSpPr/>
              <p:nvPr/>
            </p:nvSpPr>
            <p:spPr>
              <a:xfrm>
                <a:off x="7445785" y="3619477"/>
                <a:ext cx="11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04" extrusionOk="0">
                    <a:moveTo>
                      <a:pt x="16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1" y="104"/>
                      <a:pt x="1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4;p22"/>
              <p:cNvSpPr/>
              <p:nvPr/>
            </p:nvSpPr>
            <p:spPr>
              <a:xfrm>
                <a:off x="7545797" y="3780211"/>
                <a:ext cx="20100" cy="156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22"/>
              <p:cNvSpPr/>
              <p:nvPr/>
            </p:nvSpPr>
            <p:spPr>
              <a:xfrm>
                <a:off x="7419591" y="3780211"/>
                <a:ext cx="20100" cy="156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06" name="Google Shape;606;p22"/>
          <p:cNvSpPr txBox="1">
            <a:spLocks noGrp="1"/>
          </p:cNvSpPr>
          <p:nvPr>
            <p:ph type="subTitle" idx="1"/>
          </p:nvPr>
        </p:nvSpPr>
        <p:spPr>
          <a:xfrm>
            <a:off x="6096000" y="3230400"/>
            <a:ext cx="5136000" cy="11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07" name="Google Shape;607;p22"/>
          <p:cNvSpPr txBox="1">
            <a:spLocks noGrp="1"/>
          </p:cNvSpPr>
          <p:nvPr>
            <p:ph type="title"/>
          </p:nvPr>
        </p:nvSpPr>
        <p:spPr>
          <a:xfrm>
            <a:off x="5451200" y="2371200"/>
            <a:ext cx="57808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3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4460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3"/>
          <p:cNvSpPr/>
          <p:nvPr/>
        </p:nvSpPr>
        <p:spPr>
          <a:xfrm rot="-5400000" flipH="1">
            <a:off x="5849633" y="983100"/>
            <a:ext cx="5554800" cy="5554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10" name="Google Shape;610;p23"/>
          <p:cNvSpPr txBox="1">
            <a:spLocks noGrp="1"/>
          </p:cNvSpPr>
          <p:nvPr>
            <p:ph type="subTitle" idx="1"/>
          </p:nvPr>
        </p:nvSpPr>
        <p:spPr>
          <a:xfrm>
            <a:off x="1567100" y="3768433"/>
            <a:ext cx="4030800" cy="52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11" name="Google Shape;611;p23"/>
          <p:cNvSpPr txBox="1">
            <a:spLocks noGrp="1"/>
          </p:cNvSpPr>
          <p:nvPr>
            <p:ph type="subTitle" idx="2"/>
          </p:nvPr>
        </p:nvSpPr>
        <p:spPr>
          <a:xfrm>
            <a:off x="6594200" y="3768433"/>
            <a:ext cx="4030800" cy="52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12" name="Google Shape;612;p23"/>
          <p:cNvSpPr txBox="1">
            <a:spLocks noGrp="1"/>
          </p:cNvSpPr>
          <p:nvPr>
            <p:ph type="subTitle" idx="3"/>
          </p:nvPr>
        </p:nvSpPr>
        <p:spPr>
          <a:xfrm>
            <a:off x="1567084" y="4195233"/>
            <a:ext cx="4013200" cy="124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13" name="Google Shape;613;p23"/>
          <p:cNvSpPr txBox="1">
            <a:spLocks noGrp="1"/>
          </p:cNvSpPr>
          <p:nvPr>
            <p:ph type="subTitle" idx="4"/>
          </p:nvPr>
        </p:nvSpPr>
        <p:spPr>
          <a:xfrm>
            <a:off x="6611731" y="4195233"/>
            <a:ext cx="4013200" cy="124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14" name="Google Shape;614;p23"/>
          <p:cNvSpPr txBox="1">
            <a:spLocks noGrp="1"/>
          </p:cNvSpPr>
          <p:nvPr>
            <p:ph type="title"/>
          </p:nvPr>
        </p:nvSpPr>
        <p:spPr>
          <a:xfrm>
            <a:off x="960000" y="6176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03260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24"/>
          <p:cNvSpPr txBox="1">
            <a:spLocks noGrp="1"/>
          </p:cNvSpPr>
          <p:nvPr>
            <p:ph type="subTitle" idx="1"/>
          </p:nvPr>
        </p:nvSpPr>
        <p:spPr>
          <a:xfrm>
            <a:off x="960000" y="4593600"/>
            <a:ext cx="3348800" cy="59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17" name="Google Shape;617;p24"/>
          <p:cNvSpPr txBox="1">
            <a:spLocks noGrp="1"/>
          </p:cNvSpPr>
          <p:nvPr>
            <p:ph type="subTitle" idx="2"/>
          </p:nvPr>
        </p:nvSpPr>
        <p:spPr>
          <a:xfrm>
            <a:off x="7883200" y="4593600"/>
            <a:ext cx="3348800" cy="59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18" name="Google Shape;618;p24"/>
          <p:cNvSpPr txBox="1">
            <a:spLocks noGrp="1"/>
          </p:cNvSpPr>
          <p:nvPr>
            <p:ph type="subTitle" idx="3"/>
          </p:nvPr>
        </p:nvSpPr>
        <p:spPr>
          <a:xfrm>
            <a:off x="960000" y="5186800"/>
            <a:ext cx="3348800" cy="59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19" name="Google Shape;619;p24"/>
          <p:cNvSpPr txBox="1">
            <a:spLocks noGrp="1"/>
          </p:cNvSpPr>
          <p:nvPr>
            <p:ph type="subTitle" idx="4"/>
          </p:nvPr>
        </p:nvSpPr>
        <p:spPr>
          <a:xfrm>
            <a:off x="7883200" y="5186800"/>
            <a:ext cx="3348800" cy="59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20" name="Google Shape;620;p24"/>
          <p:cNvSpPr txBox="1">
            <a:spLocks noGrp="1"/>
          </p:cNvSpPr>
          <p:nvPr>
            <p:ph type="title"/>
          </p:nvPr>
        </p:nvSpPr>
        <p:spPr>
          <a:xfrm>
            <a:off x="960000" y="610700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621" name="Google Shape;621;p24"/>
          <p:cNvSpPr/>
          <p:nvPr/>
        </p:nvSpPr>
        <p:spPr>
          <a:xfrm rot="10800000" flipH="1">
            <a:off x="8683500" y="-2282111"/>
            <a:ext cx="3299200" cy="3299200"/>
          </a:xfrm>
          <a:prstGeom prst="chord">
            <a:avLst>
              <a:gd name="adj1" fmla="val 12130194"/>
              <a:gd name="adj2" fmla="val 2028213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22" name="Google Shape;622;p24"/>
          <p:cNvSpPr/>
          <p:nvPr/>
        </p:nvSpPr>
        <p:spPr>
          <a:xfrm rot="10800000" flipH="1">
            <a:off x="-557833" y="6137997"/>
            <a:ext cx="4251200" cy="4251200"/>
          </a:xfrm>
          <a:prstGeom prst="chord">
            <a:avLst>
              <a:gd name="adj1" fmla="val 1854034"/>
              <a:gd name="adj2" fmla="val 8952286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858012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5"/>
          <p:cNvSpPr txBox="1">
            <a:spLocks noGrp="1"/>
          </p:cNvSpPr>
          <p:nvPr>
            <p:ph type="subTitle" idx="1"/>
          </p:nvPr>
        </p:nvSpPr>
        <p:spPr>
          <a:xfrm>
            <a:off x="717133" y="4131267"/>
            <a:ext cx="30200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25" name="Google Shape;625;p25"/>
          <p:cNvSpPr txBox="1">
            <a:spLocks noGrp="1"/>
          </p:cNvSpPr>
          <p:nvPr>
            <p:ph type="subTitle" idx="2"/>
          </p:nvPr>
        </p:nvSpPr>
        <p:spPr>
          <a:xfrm>
            <a:off x="717133" y="4777671"/>
            <a:ext cx="3020000" cy="94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26" name="Google Shape;626;p25"/>
          <p:cNvSpPr txBox="1">
            <a:spLocks noGrp="1"/>
          </p:cNvSpPr>
          <p:nvPr>
            <p:ph type="subTitle" idx="3"/>
          </p:nvPr>
        </p:nvSpPr>
        <p:spPr>
          <a:xfrm>
            <a:off x="4586003" y="4777671"/>
            <a:ext cx="3020000" cy="94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27" name="Google Shape;627;p25"/>
          <p:cNvSpPr txBox="1">
            <a:spLocks noGrp="1"/>
          </p:cNvSpPr>
          <p:nvPr>
            <p:ph type="subTitle" idx="4"/>
          </p:nvPr>
        </p:nvSpPr>
        <p:spPr>
          <a:xfrm>
            <a:off x="8454860" y="4777671"/>
            <a:ext cx="3020000" cy="94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28" name="Google Shape;628;p25"/>
          <p:cNvSpPr txBox="1">
            <a:spLocks noGrp="1"/>
          </p:cNvSpPr>
          <p:nvPr>
            <p:ph type="title"/>
          </p:nvPr>
        </p:nvSpPr>
        <p:spPr>
          <a:xfrm>
            <a:off x="960000" y="6072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629" name="Google Shape;629;p25"/>
          <p:cNvSpPr txBox="1">
            <a:spLocks noGrp="1"/>
          </p:cNvSpPr>
          <p:nvPr>
            <p:ph type="subTitle" idx="5"/>
          </p:nvPr>
        </p:nvSpPr>
        <p:spPr>
          <a:xfrm>
            <a:off x="4586003" y="4131267"/>
            <a:ext cx="30200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30" name="Google Shape;630;p25"/>
          <p:cNvSpPr txBox="1">
            <a:spLocks noGrp="1"/>
          </p:cNvSpPr>
          <p:nvPr>
            <p:ph type="subTitle" idx="6"/>
          </p:nvPr>
        </p:nvSpPr>
        <p:spPr>
          <a:xfrm>
            <a:off x="8454860" y="4131267"/>
            <a:ext cx="30200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31" name="Google Shape;631;p25"/>
          <p:cNvSpPr/>
          <p:nvPr/>
        </p:nvSpPr>
        <p:spPr>
          <a:xfrm>
            <a:off x="7839267" y="-3297811"/>
            <a:ext cx="4251200" cy="4251200"/>
          </a:xfrm>
          <a:prstGeom prst="chord">
            <a:avLst>
              <a:gd name="adj1" fmla="val 1854034"/>
              <a:gd name="adj2" fmla="val 8952286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32" name="Google Shape;632;p25"/>
          <p:cNvSpPr/>
          <p:nvPr/>
        </p:nvSpPr>
        <p:spPr>
          <a:xfrm>
            <a:off x="-689600" y="5927664"/>
            <a:ext cx="3299200" cy="3299200"/>
          </a:xfrm>
          <a:prstGeom prst="chord">
            <a:avLst>
              <a:gd name="adj1" fmla="val 12130194"/>
              <a:gd name="adj2" fmla="val 2028213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4636592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26"/>
          <p:cNvSpPr txBox="1">
            <a:spLocks noGrp="1"/>
          </p:cNvSpPr>
          <p:nvPr>
            <p:ph type="title"/>
          </p:nvPr>
        </p:nvSpPr>
        <p:spPr>
          <a:xfrm>
            <a:off x="960000" y="6106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635" name="Google Shape;635;p26"/>
          <p:cNvSpPr txBox="1">
            <a:spLocks noGrp="1"/>
          </p:cNvSpPr>
          <p:nvPr>
            <p:ph type="subTitle" idx="1"/>
          </p:nvPr>
        </p:nvSpPr>
        <p:spPr>
          <a:xfrm>
            <a:off x="960000" y="3856233"/>
            <a:ext cx="3115200" cy="44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36" name="Google Shape;636;p26"/>
          <p:cNvSpPr txBox="1">
            <a:spLocks noGrp="1"/>
          </p:cNvSpPr>
          <p:nvPr>
            <p:ph type="subTitle" idx="2"/>
          </p:nvPr>
        </p:nvSpPr>
        <p:spPr>
          <a:xfrm>
            <a:off x="960000" y="4299432"/>
            <a:ext cx="3115200" cy="10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37" name="Google Shape;637;p26"/>
          <p:cNvSpPr txBox="1">
            <a:spLocks noGrp="1"/>
          </p:cNvSpPr>
          <p:nvPr>
            <p:ph type="subTitle" idx="3"/>
          </p:nvPr>
        </p:nvSpPr>
        <p:spPr>
          <a:xfrm>
            <a:off x="4538400" y="4299432"/>
            <a:ext cx="3115200" cy="10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38" name="Google Shape;638;p26"/>
          <p:cNvSpPr txBox="1">
            <a:spLocks noGrp="1"/>
          </p:cNvSpPr>
          <p:nvPr>
            <p:ph type="subTitle" idx="4"/>
          </p:nvPr>
        </p:nvSpPr>
        <p:spPr>
          <a:xfrm>
            <a:off x="8116800" y="4299432"/>
            <a:ext cx="3115200" cy="10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39" name="Google Shape;639;p26"/>
          <p:cNvSpPr txBox="1">
            <a:spLocks noGrp="1"/>
          </p:cNvSpPr>
          <p:nvPr>
            <p:ph type="subTitle" idx="5"/>
          </p:nvPr>
        </p:nvSpPr>
        <p:spPr>
          <a:xfrm>
            <a:off x="4538400" y="3856233"/>
            <a:ext cx="3115200" cy="44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40" name="Google Shape;640;p26"/>
          <p:cNvSpPr txBox="1">
            <a:spLocks noGrp="1"/>
          </p:cNvSpPr>
          <p:nvPr>
            <p:ph type="subTitle" idx="6"/>
          </p:nvPr>
        </p:nvSpPr>
        <p:spPr>
          <a:xfrm>
            <a:off x="8116800" y="3856233"/>
            <a:ext cx="3115200" cy="44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41" name="Google Shape;641;p26"/>
          <p:cNvSpPr txBox="1">
            <a:spLocks noGrp="1"/>
          </p:cNvSpPr>
          <p:nvPr>
            <p:ph type="title" idx="7" hasCustomPrompt="1"/>
          </p:nvPr>
        </p:nvSpPr>
        <p:spPr>
          <a:xfrm>
            <a:off x="1762600" y="2404800"/>
            <a:ext cx="1510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4000" b="1"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642" name="Google Shape;642;p26"/>
          <p:cNvSpPr txBox="1">
            <a:spLocks noGrp="1"/>
          </p:cNvSpPr>
          <p:nvPr>
            <p:ph type="title" idx="8" hasCustomPrompt="1"/>
          </p:nvPr>
        </p:nvSpPr>
        <p:spPr>
          <a:xfrm>
            <a:off x="5341000" y="2404800"/>
            <a:ext cx="1510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4000" b="1"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643" name="Google Shape;643;p26"/>
          <p:cNvSpPr txBox="1">
            <a:spLocks noGrp="1"/>
          </p:cNvSpPr>
          <p:nvPr>
            <p:ph type="title" idx="9" hasCustomPrompt="1"/>
          </p:nvPr>
        </p:nvSpPr>
        <p:spPr>
          <a:xfrm>
            <a:off x="8919400" y="2404800"/>
            <a:ext cx="1510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None/>
              <a:defRPr sz="4000" b="1"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644" name="Google Shape;644;p26"/>
          <p:cNvSpPr/>
          <p:nvPr/>
        </p:nvSpPr>
        <p:spPr>
          <a:xfrm>
            <a:off x="7701300" y="-3514544"/>
            <a:ext cx="4251200" cy="4251200"/>
          </a:xfrm>
          <a:prstGeom prst="chord">
            <a:avLst>
              <a:gd name="adj1" fmla="val 1854034"/>
              <a:gd name="adj2" fmla="val 8952286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681571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7"/>
          <p:cNvSpPr/>
          <p:nvPr/>
        </p:nvSpPr>
        <p:spPr>
          <a:xfrm rot="-5400000" flipH="1">
            <a:off x="6089725" y="932300"/>
            <a:ext cx="5554800" cy="5554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7" name="Google Shape;647;p27"/>
          <p:cNvSpPr txBox="1">
            <a:spLocks noGrp="1"/>
          </p:cNvSpPr>
          <p:nvPr>
            <p:ph type="subTitle" idx="1"/>
          </p:nvPr>
        </p:nvSpPr>
        <p:spPr>
          <a:xfrm>
            <a:off x="1811933" y="2638293"/>
            <a:ext cx="2898800" cy="57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48" name="Google Shape;648;p27"/>
          <p:cNvSpPr txBox="1">
            <a:spLocks noGrp="1"/>
          </p:cNvSpPr>
          <p:nvPr>
            <p:ph type="subTitle" idx="2"/>
          </p:nvPr>
        </p:nvSpPr>
        <p:spPr>
          <a:xfrm>
            <a:off x="1811933" y="1991893"/>
            <a:ext cx="28988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49" name="Google Shape;649;p27"/>
          <p:cNvSpPr txBox="1">
            <a:spLocks noGrp="1"/>
          </p:cNvSpPr>
          <p:nvPr>
            <p:ph type="subTitle" idx="3"/>
          </p:nvPr>
        </p:nvSpPr>
        <p:spPr>
          <a:xfrm>
            <a:off x="7417733" y="1991893"/>
            <a:ext cx="28988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50" name="Google Shape;650;p27"/>
          <p:cNvSpPr txBox="1">
            <a:spLocks noGrp="1"/>
          </p:cNvSpPr>
          <p:nvPr>
            <p:ph type="subTitle" idx="4"/>
          </p:nvPr>
        </p:nvSpPr>
        <p:spPr>
          <a:xfrm>
            <a:off x="1811933" y="4940948"/>
            <a:ext cx="28988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51" name="Google Shape;651;p27"/>
          <p:cNvSpPr txBox="1">
            <a:spLocks noGrp="1"/>
          </p:cNvSpPr>
          <p:nvPr>
            <p:ph type="subTitle" idx="5"/>
          </p:nvPr>
        </p:nvSpPr>
        <p:spPr>
          <a:xfrm>
            <a:off x="7417733" y="4940948"/>
            <a:ext cx="28988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52" name="Google Shape;652;p27"/>
          <p:cNvSpPr txBox="1">
            <a:spLocks noGrp="1"/>
          </p:cNvSpPr>
          <p:nvPr>
            <p:ph type="title"/>
          </p:nvPr>
        </p:nvSpPr>
        <p:spPr>
          <a:xfrm>
            <a:off x="960000" y="6141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653" name="Google Shape;653;p27"/>
          <p:cNvSpPr txBox="1">
            <a:spLocks noGrp="1"/>
          </p:cNvSpPr>
          <p:nvPr>
            <p:ph type="subTitle" idx="6"/>
          </p:nvPr>
        </p:nvSpPr>
        <p:spPr>
          <a:xfrm>
            <a:off x="1811933" y="4362940"/>
            <a:ext cx="2898800" cy="57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54" name="Google Shape;654;p27"/>
          <p:cNvSpPr txBox="1">
            <a:spLocks noGrp="1"/>
          </p:cNvSpPr>
          <p:nvPr>
            <p:ph type="subTitle" idx="7"/>
          </p:nvPr>
        </p:nvSpPr>
        <p:spPr>
          <a:xfrm>
            <a:off x="7417747" y="2638293"/>
            <a:ext cx="2898800" cy="57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55" name="Google Shape;655;p27"/>
          <p:cNvSpPr txBox="1">
            <a:spLocks noGrp="1"/>
          </p:cNvSpPr>
          <p:nvPr>
            <p:ph type="subTitle" idx="8"/>
          </p:nvPr>
        </p:nvSpPr>
        <p:spPr>
          <a:xfrm>
            <a:off x="7417747" y="4362940"/>
            <a:ext cx="2898800" cy="57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02082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28"/>
          <p:cNvSpPr txBox="1">
            <a:spLocks noGrp="1"/>
          </p:cNvSpPr>
          <p:nvPr>
            <p:ph type="title"/>
          </p:nvPr>
        </p:nvSpPr>
        <p:spPr>
          <a:xfrm>
            <a:off x="960000" y="6052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658" name="Google Shape;658;p28"/>
          <p:cNvSpPr txBox="1">
            <a:spLocks noGrp="1"/>
          </p:cNvSpPr>
          <p:nvPr>
            <p:ph type="subTitle" idx="1"/>
          </p:nvPr>
        </p:nvSpPr>
        <p:spPr>
          <a:xfrm>
            <a:off x="1394333" y="3089180"/>
            <a:ext cx="29780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59" name="Google Shape;659;p28"/>
          <p:cNvSpPr txBox="1">
            <a:spLocks noGrp="1"/>
          </p:cNvSpPr>
          <p:nvPr>
            <p:ph type="subTitle" idx="2"/>
          </p:nvPr>
        </p:nvSpPr>
        <p:spPr>
          <a:xfrm>
            <a:off x="4607000" y="2709160"/>
            <a:ext cx="29780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60" name="Google Shape;660;p28"/>
          <p:cNvSpPr txBox="1">
            <a:spLocks noGrp="1"/>
          </p:cNvSpPr>
          <p:nvPr>
            <p:ph type="subTitle" idx="3"/>
          </p:nvPr>
        </p:nvSpPr>
        <p:spPr>
          <a:xfrm>
            <a:off x="7819665" y="2325873"/>
            <a:ext cx="29780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61" name="Google Shape;661;p28"/>
          <p:cNvSpPr txBox="1">
            <a:spLocks noGrp="1"/>
          </p:cNvSpPr>
          <p:nvPr>
            <p:ph type="subTitle" idx="4"/>
          </p:nvPr>
        </p:nvSpPr>
        <p:spPr>
          <a:xfrm>
            <a:off x="1394333" y="5400367"/>
            <a:ext cx="29780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62" name="Google Shape;662;p28"/>
          <p:cNvSpPr txBox="1">
            <a:spLocks noGrp="1"/>
          </p:cNvSpPr>
          <p:nvPr>
            <p:ph type="subTitle" idx="5"/>
          </p:nvPr>
        </p:nvSpPr>
        <p:spPr>
          <a:xfrm>
            <a:off x="4607000" y="5022512"/>
            <a:ext cx="29780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63" name="Google Shape;663;p28"/>
          <p:cNvSpPr txBox="1">
            <a:spLocks noGrp="1"/>
          </p:cNvSpPr>
          <p:nvPr>
            <p:ph type="subTitle" idx="6"/>
          </p:nvPr>
        </p:nvSpPr>
        <p:spPr>
          <a:xfrm>
            <a:off x="7819665" y="4633891"/>
            <a:ext cx="2978000" cy="646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64" name="Google Shape;664;p28"/>
          <p:cNvSpPr txBox="1">
            <a:spLocks noGrp="1"/>
          </p:cNvSpPr>
          <p:nvPr>
            <p:ph type="subTitle" idx="7"/>
          </p:nvPr>
        </p:nvSpPr>
        <p:spPr>
          <a:xfrm>
            <a:off x="1394333" y="2487180"/>
            <a:ext cx="2974000" cy="60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65" name="Google Shape;665;p28"/>
          <p:cNvSpPr txBox="1">
            <a:spLocks noGrp="1"/>
          </p:cNvSpPr>
          <p:nvPr>
            <p:ph type="subTitle" idx="8"/>
          </p:nvPr>
        </p:nvSpPr>
        <p:spPr>
          <a:xfrm>
            <a:off x="4607000" y="2107160"/>
            <a:ext cx="2974000" cy="60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66" name="Google Shape;666;p28"/>
          <p:cNvSpPr txBox="1">
            <a:spLocks noGrp="1"/>
          </p:cNvSpPr>
          <p:nvPr>
            <p:ph type="subTitle" idx="9"/>
          </p:nvPr>
        </p:nvSpPr>
        <p:spPr>
          <a:xfrm>
            <a:off x="7819665" y="1723873"/>
            <a:ext cx="2974000" cy="60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67" name="Google Shape;667;p28"/>
          <p:cNvSpPr txBox="1">
            <a:spLocks noGrp="1"/>
          </p:cNvSpPr>
          <p:nvPr>
            <p:ph type="subTitle" idx="13"/>
          </p:nvPr>
        </p:nvSpPr>
        <p:spPr>
          <a:xfrm>
            <a:off x="1394333" y="4798367"/>
            <a:ext cx="2974000" cy="60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68" name="Google Shape;668;p28"/>
          <p:cNvSpPr txBox="1">
            <a:spLocks noGrp="1"/>
          </p:cNvSpPr>
          <p:nvPr>
            <p:ph type="subTitle" idx="14"/>
          </p:nvPr>
        </p:nvSpPr>
        <p:spPr>
          <a:xfrm>
            <a:off x="4607000" y="4420512"/>
            <a:ext cx="2974000" cy="60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69" name="Google Shape;669;p28"/>
          <p:cNvSpPr txBox="1">
            <a:spLocks noGrp="1"/>
          </p:cNvSpPr>
          <p:nvPr>
            <p:ph type="subTitle" idx="15"/>
          </p:nvPr>
        </p:nvSpPr>
        <p:spPr>
          <a:xfrm>
            <a:off x="7819665" y="4031891"/>
            <a:ext cx="2974000" cy="602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667" b="1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70" name="Google Shape;670;p28"/>
          <p:cNvSpPr/>
          <p:nvPr/>
        </p:nvSpPr>
        <p:spPr>
          <a:xfrm rot="5400000">
            <a:off x="-3291200" y="2433505"/>
            <a:ext cx="4251200" cy="4251200"/>
          </a:xfrm>
          <a:prstGeom prst="chord">
            <a:avLst>
              <a:gd name="adj1" fmla="val 12130194"/>
              <a:gd name="adj2" fmla="val 2028213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1" name="Google Shape;671;p28"/>
          <p:cNvSpPr/>
          <p:nvPr/>
        </p:nvSpPr>
        <p:spPr>
          <a:xfrm>
            <a:off x="7829333" y="-3380944"/>
            <a:ext cx="4251200" cy="4251200"/>
          </a:xfrm>
          <a:prstGeom prst="chord">
            <a:avLst>
              <a:gd name="adj1" fmla="val 1854034"/>
              <a:gd name="adj2" fmla="val 8952286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2" name="Google Shape;672;p28"/>
          <p:cNvSpPr/>
          <p:nvPr/>
        </p:nvSpPr>
        <p:spPr>
          <a:xfrm>
            <a:off x="6551100" y="6137997"/>
            <a:ext cx="3299200" cy="3299200"/>
          </a:xfrm>
          <a:prstGeom prst="chord">
            <a:avLst>
              <a:gd name="adj1" fmla="val 12130194"/>
              <a:gd name="adj2" fmla="val 2028213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526883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9"/>
          <p:cNvSpPr/>
          <p:nvPr/>
        </p:nvSpPr>
        <p:spPr>
          <a:xfrm rot="-5400000" flipH="1">
            <a:off x="2376200" y="-297400"/>
            <a:ext cx="7439600" cy="7452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5" name="Google Shape;675;p29"/>
          <p:cNvSpPr txBox="1">
            <a:spLocks noGrp="1"/>
          </p:cNvSpPr>
          <p:nvPr>
            <p:ph type="title" hasCustomPrompt="1"/>
          </p:nvPr>
        </p:nvSpPr>
        <p:spPr>
          <a:xfrm>
            <a:off x="2241233" y="719984"/>
            <a:ext cx="7710800" cy="11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sp>
        <p:nvSpPr>
          <p:cNvPr id="676" name="Google Shape;676;p29"/>
          <p:cNvSpPr txBox="1">
            <a:spLocks noGrp="1"/>
          </p:cNvSpPr>
          <p:nvPr>
            <p:ph type="subTitle" idx="1"/>
          </p:nvPr>
        </p:nvSpPr>
        <p:spPr>
          <a:xfrm>
            <a:off x="2241233" y="1661353"/>
            <a:ext cx="7710800" cy="5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77" name="Google Shape;677;p29"/>
          <p:cNvSpPr txBox="1">
            <a:spLocks noGrp="1"/>
          </p:cNvSpPr>
          <p:nvPr>
            <p:ph type="title" idx="2" hasCustomPrompt="1"/>
          </p:nvPr>
        </p:nvSpPr>
        <p:spPr>
          <a:xfrm>
            <a:off x="2241233" y="2661505"/>
            <a:ext cx="7710800" cy="11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sp>
        <p:nvSpPr>
          <p:cNvPr id="678" name="Google Shape;678;p29"/>
          <p:cNvSpPr txBox="1">
            <a:spLocks noGrp="1"/>
          </p:cNvSpPr>
          <p:nvPr>
            <p:ph type="subTitle" idx="3"/>
          </p:nvPr>
        </p:nvSpPr>
        <p:spPr>
          <a:xfrm>
            <a:off x="2241233" y="3602876"/>
            <a:ext cx="7710800" cy="5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79" name="Google Shape;679;p29"/>
          <p:cNvSpPr txBox="1">
            <a:spLocks noGrp="1"/>
          </p:cNvSpPr>
          <p:nvPr>
            <p:ph type="title" idx="4" hasCustomPrompt="1"/>
          </p:nvPr>
        </p:nvSpPr>
        <p:spPr>
          <a:xfrm>
            <a:off x="2241233" y="4603045"/>
            <a:ext cx="7710800" cy="11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r>
              <a:t>xx%</a:t>
            </a:r>
          </a:p>
        </p:txBody>
      </p:sp>
      <p:sp>
        <p:nvSpPr>
          <p:cNvPr id="680" name="Google Shape;680;p29"/>
          <p:cNvSpPr txBox="1">
            <a:spLocks noGrp="1"/>
          </p:cNvSpPr>
          <p:nvPr>
            <p:ph type="subTitle" idx="5"/>
          </p:nvPr>
        </p:nvSpPr>
        <p:spPr>
          <a:xfrm>
            <a:off x="2241233" y="5544415"/>
            <a:ext cx="7710800" cy="5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81" name="Google Shape;681;p29"/>
          <p:cNvSpPr/>
          <p:nvPr/>
        </p:nvSpPr>
        <p:spPr>
          <a:xfrm rot="10800000">
            <a:off x="-583233" y="-2579211"/>
            <a:ext cx="3299200" cy="3299200"/>
          </a:xfrm>
          <a:prstGeom prst="chord">
            <a:avLst>
              <a:gd name="adj1" fmla="val 12130194"/>
              <a:gd name="adj2" fmla="val 2028213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82" name="Google Shape;682;p29"/>
          <p:cNvSpPr/>
          <p:nvPr/>
        </p:nvSpPr>
        <p:spPr>
          <a:xfrm rot="10800000">
            <a:off x="9204700" y="6113997"/>
            <a:ext cx="4251200" cy="4251200"/>
          </a:xfrm>
          <a:prstGeom prst="chord">
            <a:avLst>
              <a:gd name="adj1" fmla="val 1854034"/>
              <a:gd name="adj2" fmla="val 8952286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9363626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4" name="Google Shape;684;p30"/>
          <p:cNvGrpSpPr/>
          <p:nvPr/>
        </p:nvGrpSpPr>
        <p:grpSpPr>
          <a:xfrm>
            <a:off x="-1308267" y="-3997502"/>
            <a:ext cx="13363867" cy="15371667"/>
            <a:chOff x="-981200" y="-2998126"/>
            <a:chExt cx="10022900" cy="11528750"/>
          </a:xfrm>
        </p:grpSpPr>
        <p:sp>
          <p:nvSpPr>
            <p:cNvPr id="685" name="Google Shape;685;p30"/>
            <p:cNvSpPr/>
            <p:nvPr/>
          </p:nvSpPr>
          <p:spPr>
            <a:xfrm>
              <a:off x="-981200" y="3592324"/>
              <a:ext cx="4938300" cy="4938300"/>
            </a:xfrm>
            <a:prstGeom prst="chord">
              <a:avLst>
                <a:gd name="adj1" fmla="val 11512570"/>
                <a:gd name="adj2" fmla="val 20889106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6" name="Google Shape;686;p30"/>
            <p:cNvSpPr/>
            <p:nvPr/>
          </p:nvSpPr>
          <p:spPr>
            <a:xfrm rot="10800000" flipH="1">
              <a:off x="4103400" y="-2998126"/>
              <a:ext cx="4938300" cy="4938300"/>
            </a:xfrm>
            <a:prstGeom prst="chord">
              <a:avLst>
                <a:gd name="adj1" fmla="val 11512570"/>
                <a:gd name="adj2" fmla="val 20889106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87" name="Google Shape;687;p30"/>
          <p:cNvSpPr txBox="1">
            <a:spLocks noGrp="1"/>
          </p:cNvSpPr>
          <p:nvPr>
            <p:ph type="ctrTitle"/>
          </p:nvPr>
        </p:nvSpPr>
        <p:spPr>
          <a:xfrm>
            <a:off x="6101861" y="817684"/>
            <a:ext cx="5124000" cy="13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688" name="Google Shape;688;p30"/>
          <p:cNvSpPr txBox="1">
            <a:spLocks noGrp="1"/>
          </p:cNvSpPr>
          <p:nvPr>
            <p:ph type="subTitle" idx="1"/>
          </p:nvPr>
        </p:nvSpPr>
        <p:spPr>
          <a:xfrm>
            <a:off x="6095867" y="2586884"/>
            <a:ext cx="5136000" cy="99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689" name="Google Shape;689;p30"/>
          <p:cNvSpPr txBox="1"/>
          <p:nvPr/>
        </p:nvSpPr>
        <p:spPr>
          <a:xfrm>
            <a:off x="6108000" y="3712884"/>
            <a:ext cx="5124000" cy="8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CREDITS: This presentation template was created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Jost"/>
                <a:ea typeface="Jost"/>
                <a:cs typeface="Jost"/>
                <a:sym typeface="Jost"/>
                <a:hlinkClick r:id="rId2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, and includes icons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Jost"/>
                <a:ea typeface="Jost"/>
                <a:cs typeface="Jost"/>
                <a:sym typeface="Jost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, and infographics &amp; images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Jost"/>
                <a:ea typeface="Jost"/>
                <a:cs typeface="Jost"/>
                <a:sym typeface="Jost"/>
                <a:hlinkClick r:id="rId4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600" b="1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8700218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1" name="Google Shape;691;p31"/>
          <p:cNvGrpSpPr/>
          <p:nvPr/>
        </p:nvGrpSpPr>
        <p:grpSpPr>
          <a:xfrm rot="10800000">
            <a:off x="-5324632" y="1098384"/>
            <a:ext cx="11007571" cy="8074939"/>
            <a:chOff x="-3452549" y="1396513"/>
            <a:chExt cx="8255678" cy="6056204"/>
          </a:xfrm>
        </p:grpSpPr>
        <p:grpSp>
          <p:nvGrpSpPr>
            <p:cNvPr id="692" name="Google Shape;692;p31"/>
            <p:cNvGrpSpPr/>
            <p:nvPr/>
          </p:nvGrpSpPr>
          <p:grpSpPr>
            <a:xfrm rot="899960" flipH="1">
              <a:off x="-3023746" y="2280810"/>
              <a:ext cx="7398072" cy="4287609"/>
              <a:chOff x="-2979150" y="-1440600"/>
              <a:chExt cx="7398293" cy="4287738"/>
            </a:xfrm>
          </p:grpSpPr>
          <p:sp>
            <p:nvSpPr>
              <p:cNvPr id="693" name="Google Shape;693;p31"/>
              <p:cNvSpPr/>
              <p:nvPr/>
            </p:nvSpPr>
            <p:spPr>
              <a:xfrm>
                <a:off x="-2979150" y="-1440600"/>
                <a:ext cx="7398293" cy="4287738"/>
              </a:xfrm>
              <a:custGeom>
                <a:avLst/>
                <a:gdLst/>
                <a:ahLst/>
                <a:cxnLst/>
                <a:rect l="l" t="t" r="r" b="b"/>
                <a:pathLst>
                  <a:path w="57682" h="33432" extrusionOk="0">
                    <a:moveTo>
                      <a:pt x="1769" y="20835"/>
                    </a:moveTo>
                    <a:cubicBezTo>
                      <a:pt x="17205" y="28606"/>
                      <a:pt x="24064" y="21282"/>
                      <a:pt x="30602" y="14299"/>
                    </a:cubicBezTo>
                    <a:cubicBezTo>
                      <a:pt x="37449" y="6988"/>
                      <a:pt x="43994" y="0"/>
                      <a:pt x="57682" y="6680"/>
                    </a:cubicBezTo>
                    <a:cubicBezTo>
                      <a:pt x="55959" y="10218"/>
                      <a:pt x="55959" y="10218"/>
                      <a:pt x="55959" y="10218"/>
                    </a:cubicBezTo>
                    <a:cubicBezTo>
                      <a:pt x="44863" y="4804"/>
                      <a:pt x="39292" y="10753"/>
                      <a:pt x="33464" y="16976"/>
                    </a:cubicBezTo>
                    <a:cubicBezTo>
                      <a:pt x="25943" y="25007"/>
                      <a:pt x="18054" y="33432"/>
                      <a:pt x="0" y="24343"/>
                    </a:cubicBezTo>
                    <a:lnTo>
                      <a:pt x="1769" y="208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31"/>
              <p:cNvSpPr/>
              <p:nvPr/>
            </p:nvSpPr>
            <p:spPr>
              <a:xfrm>
                <a:off x="-2873185" y="-681503"/>
                <a:ext cx="7153629" cy="2620247"/>
              </a:xfrm>
              <a:custGeom>
                <a:avLst/>
                <a:gdLst/>
                <a:ahLst/>
                <a:cxnLst/>
                <a:rect l="l" t="t" r="r" b="b"/>
                <a:pathLst>
                  <a:path w="55769" h="20426" extrusionOk="0">
                    <a:moveTo>
                      <a:pt x="772" y="16883"/>
                    </a:moveTo>
                    <a:cubicBezTo>
                      <a:pt x="482" y="16741"/>
                      <a:pt x="482" y="16741"/>
                      <a:pt x="482" y="16741"/>
                    </a:cubicBezTo>
                    <a:cubicBezTo>
                      <a:pt x="111" y="16557"/>
                      <a:pt x="111" y="16557"/>
                      <a:pt x="111" y="16557"/>
                    </a:cubicBezTo>
                    <a:cubicBezTo>
                      <a:pt x="0" y="16777"/>
                      <a:pt x="0" y="16777"/>
                      <a:pt x="0" y="16777"/>
                    </a:cubicBezTo>
                    <a:cubicBezTo>
                      <a:pt x="373" y="16962"/>
                      <a:pt x="373" y="16962"/>
                      <a:pt x="373" y="16962"/>
                    </a:cubicBezTo>
                    <a:cubicBezTo>
                      <a:pt x="663" y="17104"/>
                      <a:pt x="663" y="17104"/>
                      <a:pt x="663" y="17104"/>
                    </a:cubicBezTo>
                    <a:cubicBezTo>
                      <a:pt x="772" y="16883"/>
                      <a:pt x="772" y="16883"/>
                      <a:pt x="772" y="16883"/>
                    </a:cubicBezTo>
                    <a:close/>
                    <a:moveTo>
                      <a:pt x="55769" y="2283"/>
                    </a:moveTo>
                    <a:cubicBezTo>
                      <a:pt x="55739" y="2269"/>
                      <a:pt x="55739" y="2269"/>
                      <a:pt x="55739" y="2269"/>
                    </a:cubicBezTo>
                    <a:cubicBezTo>
                      <a:pt x="55436" y="2126"/>
                      <a:pt x="55436" y="2126"/>
                      <a:pt x="55436" y="2126"/>
                    </a:cubicBezTo>
                    <a:cubicBezTo>
                      <a:pt x="55135" y="1989"/>
                      <a:pt x="55135" y="1989"/>
                      <a:pt x="55135" y="1989"/>
                    </a:cubicBezTo>
                    <a:cubicBezTo>
                      <a:pt x="55096" y="1972"/>
                      <a:pt x="55096" y="1972"/>
                      <a:pt x="55096" y="1972"/>
                    </a:cubicBezTo>
                    <a:cubicBezTo>
                      <a:pt x="54997" y="2197"/>
                      <a:pt x="54997" y="2197"/>
                      <a:pt x="54997" y="2197"/>
                    </a:cubicBezTo>
                    <a:cubicBezTo>
                      <a:pt x="55034" y="2214"/>
                      <a:pt x="55034" y="2214"/>
                      <a:pt x="55034" y="2214"/>
                    </a:cubicBezTo>
                    <a:cubicBezTo>
                      <a:pt x="55332" y="2350"/>
                      <a:pt x="55332" y="2350"/>
                      <a:pt x="55332" y="2350"/>
                    </a:cubicBezTo>
                    <a:cubicBezTo>
                      <a:pt x="55634" y="2491"/>
                      <a:pt x="55634" y="2491"/>
                      <a:pt x="55634" y="2491"/>
                    </a:cubicBezTo>
                    <a:cubicBezTo>
                      <a:pt x="55664" y="2506"/>
                      <a:pt x="55664" y="2506"/>
                      <a:pt x="55664" y="2506"/>
                    </a:cubicBezTo>
                    <a:cubicBezTo>
                      <a:pt x="55769" y="2283"/>
                      <a:pt x="55769" y="2283"/>
                      <a:pt x="55769" y="2283"/>
                    </a:cubicBezTo>
                    <a:close/>
                    <a:moveTo>
                      <a:pt x="54643" y="1774"/>
                    </a:moveTo>
                    <a:cubicBezTo>
                      <a:pt x="54540" y="1729"/>
                      <a:pt x="54540" y="1729"/>
                      <a:pt x="54540" y="1729"/>
                    </a:cubicBezTo>
                    <a:cubicBezTo>
                      <a:pt x="54246" y="1607"/>
                      <a:pt x="54246" y="1607"/>
                      <a:pt x="54246" y="1607"/>
                    </a:cubicBezTo>
                    <a:cubicBezTo>
                      <a:pt x="53959" y="1490"/>
                      <a:pt x="53959" y="1490"/>
                      <a:pt x="53959" y="1490"/>
                    </a:cubicBezTo>
                    <a:cubicBezTo>
                      <a:pt x="53868" y="1719"/>
                      <a:pt x="53868" y="1719"/>
                      <a:pt x="53868" y="1719"/>
                    </a:cubicBezTo>
                    <a:cubicBezTo>
                      <a:pt x="54153" y="1834"/>
                      <a:pt x="54153" y="1834"/>
                      <a:pt x="54153" y="1834"/>
                    </a:cubicBezTo>
                    <a:cubicBezTo>
                      <a:pt x="54444" y="1956"/>
                      <a:pt x="54444" y="1956"/>
                      <a:pt x="54444" y="1956"/>
                    </a:cubicBezTo>
                    <a:cubicBezTo>
                      <a:pt x="54547" y="2000"/>
                      <a:pt x="54547" y="2000"/>
                      <a:pt x="54547" y="2000"/>
                    </a:cubicBezTo>
                    <a:cubicBezTo>
                      <a:pt x="54643" y="1774"/>
                      <a:pt x="54643" y="1774"/>
                      <a:pt x="54643" y="1774"/>
                    </a:cubicBezTo>
                    <a:close/>
                    <a:moveTo>
                      <a:pt x="53497" y="1312"/>
                    </a:moveTo>
                    <a:cubicBezTo>
                      <a:pt x="53379" y="1268"/>
                      <a:pt x="53379" y="1268"/>
                      <a:pt x="53379" y="1268"/>
                    </a:cubicBezTo>
                    <a:cubicBezTo>
                      <a:pt x="53095" y="1164"/>
                      <a:pt x="53095" y="1164"/>
                      <a:pt x="53095" y="1164"/>
                    </a:cubicBezTo>
                    <a:cubicBezTo>
                      <a:pt x="52798" y="1060"/>
                      <a:pt x="52798" y="1060"/>
                      <a:pt x="52798" y="1060"/>
                    </a:cubicBezTo>
                    <a:cubicBezTo>
                      <a:pt x="52721" y="1294"/>
                      <a:pt x="52721" y="1294"/>
                      <a:pt x="52721" y="1294"/>
                    </a:cubicBezTo>
                    <a:cubicBezTo>
                      <a:pt x="53013" y="1396"/>
                      <a:pt x="53013" y="1396"/>
                      <a:pt x="53013" y="1396"/>
                    </a:cubicBezTo>
                    <a:cubicBezTo>
                      <a:pt x="53294" y="1499"/>
                      <a:pt x="53294" y="1499"/>
                      <a:pt x="53294" y="1499"/>
                    </a:cubicBezTo>
                    <a:cubicBezTo>
                      <a:pt x="53411" y="1543"/>
                      <a:pt x="53411" y="1543"/>
                      <a:pt x="53411" y="1543"/>
                    </a:cubicBezTo>
                    <a:cubicBezTo>
                      <a:pt x="53497" y="1312"/>
                      <a:pt x="53497" y="1312"/>
                      <a:pt x="53497" y="1312"/>
                    </a:cubicBezTo>
                    <a:close/>
                    <a:moveTo>
                      <a:pt x="52329" y="905"/>
                    </a:moveTo>
                    <a:cubicBezTo>
                      <a:pt x="52257" y="882"/>
                      <a:pt x="52257" y="882"/>
                      <a:pt x="52257" y="882"/>
                    </a:cubicBezTo>
                    <a:cubicBezTo>
                      <a:pt x="51982" y="797"/>
                      <a:pt x="51982" y="797"/>
                      <a:pt x="51982" y="797"/>
                    </a:cubicBezTo>
                    <a:cubicBezTo>
                      <a:pt x="51709" y="717"/>
                      <a:pt x="51709" y="717"/>
                      <a:pt x="51709" y="717"/>
                    </a:cubicBezTo>
                    <a:cubicBezTo>
                      <a:pt x="51617" y="691"/>
                      <a:pt x="51617" y="691"/>
                      <a:pt x="51617" y="691"/>
                    </a:cubicBezTo>
                    <a:cubicBezTo>
                      <a:pt x="51552" y="929"/>
                      <a:pt x="51552" y="929"/>
                      <a:pt x="51552" y="929"/>
                    </a:cubicBezTo>
                    <a:cubicBezTo>
                      <a:pt x="51641" y="954"/>
                      <a:pt x="51641" y="954"/>
                      <a:pt x="51641" y="954"/>
                    </a:cubicBezTo>
                    <a:cubicBezTo>
                      <a:pt x="51911" y="1033"/>
                      <a:pt x="51911" y="1033"/>
                      <a:pt x="51911" y="1033"/>
                    </a:cubicBezTo>
                    <a:cubicBezTo>
                      <a:pt x="52183" y="1117"/>
                      <a:pt x="52183" y="1117"/>
                      <a:pt x="52183" y="1117"/>
                    </a:cubicBezTo>
                    <a:cubicBezTo>
                      <a:pt x="52255" y="1140"/>
                      <a:pt x="52255" y="1140"/>
                      <a:pt x="52255" y="1140"/>
                    </a:cubicBezTo>
                    <a:cubicBezTo>
                      <a:pt x="52329" y="905"/>
                      <a:pt x="52329" y="905"/>
                      <a:pt x="52329" y="905"/>
                    </a:cubicBezTo>
                    <a:close/>
                    <a:moveTo>
                      <a:pt x="51139" y="562"/>
                    </a:moveTo>
                    <a:cubicBezTo>
                      <a:pt x="50904" y="503"/>
                      <a:pt x="50904" y="503"/>
                      <a:pt x="50904" y="503"/>
                    </a:cubicBezTo>
                    <a:cubicBezTo>
                      <a:pt x="50640" y="440"/>
                      <a:pt x="50640" y="440"/>
                      <a:pt x="50640" y="440"/>
                    </a:cubicBezTo>
                    <a:cubicBezTo>
                      <a:pt x="50417" y="391"/>
                      <a:pt x="50417" y="391"/>
                      <a:pt x="50417" y="391"/>
                    </a:cubicBezTo>
                    <a:cubicBezTo>
                      <a:pt x="50365" y="631"/>
                      <a:pt x="50365" y="631"/>
                      <a:pt x="50365" y="631"/>
                    </a:cubicBezTo>
                    <a:cubicBezTo>
                      <a:pt x="50585" y="680"/>
                      <a:pt x="50585" y="680"/>
                      <a:pt x="50585" y="680"/>
                    </a:cubicBezTo>
                    <a:cubicBezTo>
                      <a:pt x="50845" y="742"/>
                      <a:pt x="50845" y="742"/>
                      <a:pt x="50845" y="742"/>
                    </a:cubicBezTo>
                    <a:cubicBezTo>
                      <a:pt x="51080" y="801"/>
                      <a:pt x="51080" y="801"/>
                      <a:pt x="51080" y="801"/>
                    </a:cubicBezTo>
                    <a:cubicBezTo>
                      <a:pt x="51139" y="562"/>
                      <a:pt x="51139" y="562"/>
                      <a:pt x="51139" y="562"/>
                    </a:cubicBezTo>
                    <a:close/>
                    <a:moveTo>
                      <a:pt x="49931" y="292"/>
                    </a:moveTo>
                    <a:cubicBezTo>
                      <a:pt x="49860" y="279"/>
                      <a:pt x="49860" y="279"/>
                      <a:pt x="49860" y="279"/>
                    </a:cubicBezTo>
                    <a:cubicBezTo>
                      <a:pt x="49605" y="233"/>
                      <a:pt x="49605" y="233"/>
                      <a:pt x="49605" y="233"/>
                    </a:cubicBezTo>
                    <a:cubicBezTo>
                      <a:pt x="49351" y="192"/>
                      <a:pt x="49351" y="192"/>
                      <a:pt x="49351" y="192"/>
                    </a:cubicBezTo>
                    <a:cubicBezTo>
                      <a:pt x="49197" y="169"/>
                      <a:pt x="49197" y="169"/>
                      <a:pt x="49197" y="169"/>
                    </a:cubicBezTo>
                    <a:cubicBezTo>
                      <a:pt x="49163" y="413"/>
                      <a:pt x="49163" y="413"/>
                      <a:pt x="49163" y="413"/>
                    </a:cubicBezTo>
                    <a:cubicBezTo>
                      <a:pt x="49313" y="435"/>
                      <a:pt x="49313" y="435"/>
                      <a:pt x="49313" y="435"/>
                    </a:cubicBezTo>
                    <a:cubicBezTo>
                      <a:pt x="49563" y="476"/>
                      <a:pt x="49563" y="476"/>
                      <a:pt x="49563" y="476"/>
                    </a:cubicBezTo>
                    <a:cubicBezTo>
                      <a:pt x="49816" y="521"/>
                      <a:pt x="49816" y="521"/>
                      <a:pt x="49816" y="521"/>
                    </a:cubicBezTo>
                    <a:cubicBezTo>
                      <a:pt x="49886" y="534"/>
                      <a:pt x="49886" y="534"/>
                      <a:pt x="49886" y="534"/>
                    </a:cubicBezTo>
                    <a:cubicBezTo>
                      <a:pt x="49931" y="292"/>
                      <a:pt x="49931" y="292"/>
                      <a:pt x="49931" y="292"/>
                    </a:cubicBezTo>
                    <a:close/>
                    <a:moveTo>
                      <a:pt x="48706" y="105"/>
                    </a:moveTo>
                    <a:cubicBezTo>
                      <a:pt x="48602" y="93"/>
                      <a:pt x="48602" y="93"/>
                      <a:pt x="48602" y="93"/>
                    </a:cubicBezTo>
                    <a:cubicBezTo>
                      <a:pt x="48357" y="68"/>
                      <a:pt x="48357" y="68"/>
                      <a:pt x="48357" y="68"/>
                    </a:cubicBezTo>
                    <a:cubicBezTo>
                      <a:pt x="48113" y="47"/>
                      <a:pt x="48113" y="47"/>
                      <a:pt x="48113" y="47"/>
                    </a:cubicBezTo>
                    <a:cubicBezTo>
                      <a:pt x="47965" y="36"/>
                      <a:pt x="47965" y="36"/>
                      <a:pt x="47965" y="36"/>
                    </a:cubicBezTo>
                    <a:cubicBezTo>
                      <a:pt x="47949" y="282"/>
                      <a:pt x="47949" y="282"/>
                      <a:pt x="47949" y="282"/>
                    </a:cubicBezTo>
                    <a:cubicBezTo>
                      <a:pt x="48094" y="292"/>
                      <a:pt x="48094" y="292"/>
                      <a:pt x="48094" y="292"/>
                    </a:cubicBezTo>
                    <a:cubicBezTo>
                      <a:pt x="48334" y="313"/>
                      <a:pt x="48334" y="313"/>
                      <a:pt x="48334" y="313"/>
                    </a:cubicBezTo>
                    <a:cubicBezTo>
                      <a:pt x="48576" y="337"/>
                      <a:pt x="48576" y="337"/>
                      <a:pt x="48576" y="337"/>
                    </a:cubicBezTo>
                    <a:cubicBezTo>
                      <a:pt x="48679" y="349"/>
                      <a:pt x="48679" y="349"/>
                      <a:pt x="48679" y="349"/>
                    </a:cubicBezTo>
                    <a:cubicBezTo>
                      <a:pt x="48706" y="105"/>
                      <a:pt x="48706" y="105"/>
                      <a:pt x="48706" y="105"/>
                    </a:cubicBezTo>
                    <a:close/>
                    <a:moveTo>
                      <a:pt x="47469" y="10"/>
                    </a:moveTo>
                    <a:cubicBezTo>
                      <a:pt x="47394" y="7"/>
                      <a:pt x="47394" y="7"/>
                      <a:pt x="47394" y="7"/>
                    </a:cubicBezTo>
                    <a:cubicBezTo>
                      <a:pt x="47157" y="2"/>
                      <a:pt x="47157" y="2"/>
                      <a:pt x="47157" y="2"/>
                    </a:cubicBezTo>
                    <a:cubicBezTo>
                      <a:pt x="46923" y="0"/>
                      <a:pt x="46923" y="0"/>
                      <a:pt x="46923" y="0"/>
                    </a:cubicBezTo>
                    <a:cubicBezTo>
                      <a:pt x="46725" y="2"/>
                      <a:pt x="46725" y="2"/>
                      <a:pt x="46725" y="2"/>
                    </a:cubicBezTo>
                    <a:cubicBezTo>
                      <a:pt x="46729" y="248"/>
                      <a:pt x="46729" y="248"/>
                      <a:pt x="46729" y="248"/>
                    </a:cubicBezTo>
                    <a:cubicBezTo>
                      <a:pt x="46923" y="246"/>
                      <a:pt x="46923" y="246"/>
                      <a:pt x="46923" y="246"/>
                    </a:cubicBezTo>
                    <a:cubicBezTo>
                      <a:pt x="47154" y="248"/>
                      <a:pt x="47154" y="248"/>
                      <a:pt x="47154" y="248"/>
                    </a:cubicBezTo>
                    <a:cubicBezTo>
                      <a:pt x="47386" y="253"/>
                      <a:pt x="47386" y="253"/>
                      <a:pt x="47386" y="253"/>
                    </a:cubicBezTo>
                    <a:cubicBezTo>
                      <a:pt x="47462" y="256"/>
                      <a:pt x="47462" y="256"/>
                      <a:pt x="47462" y="256"/>
                    </a:cubicBezTo>
                    <a:cubicBezTo>
                      <a:pt x="47469" y="10"/>
                      <a:pt x="47469" y="10"/>
                      <a:pt x="47469" y="10"/>
                    </a:cubicBezTo>
                    <a:close/>
                    <a:moveTo>
                      <a:pt x="46227" y="17"/>
                    </a:moveTo>
                    <a:cubicBezTo>
                      <a:pt x="46004" y="30"/>
                      <a:pt x="46004" y="30"/>
                      <a:pt x="46004" y="30"/>
                    </a:cubicBezTo>
                    <a:cubicBezTo>
                      <a:pt x="45779" y="47"/>
                      <a:pt x="45779" y="47"/>
                      <a:pt x="45779" y="47"/>
                    </a:cubicBezTo>
                    <a:cubicBezTo>
                      <a:pt x="45555" y="67"/>
                      <a:pt x="45555" y="67"/>
                      <a:pt x="45555" y="67"/>
                    </a:cubicBezTo>
                    <a:cubicBezTo>
                      <a:pt x="45485" y="74"/>
                      <a:pt x="45485" y="74"/>
                      <a:pt x="45485" y="74"/>
                    </a:cubicBezTo>
                    <a:cubicBezTo>
                      <a:pt x="45513" y="319"/>
                      <a:pt x="45513" y="319"/>
                      <a:pt x="45513" y="319"/>
                    </a:cubicBezTo>
                    <a:cubicBezTo>
                      <a:pt x="45579" y="312"/>
                      <a:pt x="45579" y="312"/>
                      <a:pt x="45579" y="312"/>
                    </a:cubicBezTo>
                    <a:cubicBezTo>
                      <a:pt x="45799" y="292"/>
                      <a:pt x="45799" y="292"/>
                      <a:pt x="45799" y="292"/>
                    </a:cubicBezTo>
                    <a:cubicBezTo>
                      <a:pt x="46020" y="276"/>
                      <a:pt x="46020" y="276"/>
                      <a:pt x="46020" y="276"/>
                    </a:cubicBezTo>
                    <a:cubicBezTo>
                      <a:pt x="46243" y="263"/>
                      <a:pt x="46243" y="263"/>
                      <a:pt x="46243" y="263"/>
                    </a:cubicBezTo>
                    <a:cubicBezTo>
                      <a:pt x="46227" y="17"/>
                      <a:pt x="46227" y="17"/>
                      <a:pt x="46227" y="17"/>
                    </a:cubicBezTo>
                    <a:close/>
                    <a:moveTo>
                      <a:pt x="44992" y="134"/>
                    </a:moveTo>
                    <a:cubicBezTo>
                      <a:pt x="44894" y="148"/>
                      <a:pt x="44894" y="148"/>
                      <a:pt x="44894" y="148"/>
                    </a:cubicBezTo>
                    <a:cubicBezTo>
                      <a:pt x="44677" y="181"/>
                      <a:pt x="44677" y="181"/>
                      <a:pt x="44677" y="181"/>
                    </a:cubicBezTo>
                    <a:cubicBezTo>
                      <a:pt x="44461" y="219"/>
                      <a:pt x="44461" y="219"/>
                      <a:pt x="44461" y="219"/>
                    </a:cubicBezTo>
                    <a:cubicBezTo>
                      <a:pt x="44258" y="257"/>
                      <a:pt x="44258" y="257"/>
                      <a:pt x="44258" y="257"/>
                    </a:cubicBezTo>
                    <a:cubicBezTo>
                      <a:pt x="44306" y="498"/>
                      <a:pt x="44306" y="498"/>
                      <a:pt x="44306" y="498"/>
                    </a:cubicBezTo>
                    <a:cubicBezTo>
                      <a:pt x="44505" y="461"/>
                      <a:pt x="44505" y="461"/>
                      <a:pt x="44505" y="461"/>
                    </a:cubicBezTo>
                    <a:cubicBezTo>
                      <a:pt x="44717" y="424"/>
                      <a:pt x="44717" y="424"/>
                      <a:pt x="44717" y="424"/>
                    </a:cubicBezTo>
                    <a:cubicBezTo>
                      <a:pt x="44930" y="391"/>
                      <a:pt x="44930" y="391"/>
                      <a:pt x="44930" y="391"/>
                    </a:cubicBezTo>
                    <a:cubicBezTo>
                      <a:pt x="45028" y="377"/>
                      <a:pt x="45028" y="377"/>
                      <a:pt x="45028" y="377"/>
                    </a:cubicBezTo>
                    <a:cubicBezTo>
                      <a:pt x="44992" y="134"/>
                      <a:pt x="44992" y="134"/>
                      <a:pt x="44992" y="134"/>
                    </a:cubicBezTo>
                    <a:close/>
                    <a:moveTo>
                      <a:pt x="43771" y="362"/>
                    </a:moveTo>
                    <a:cubicBezTo>
                      <a:pt x="43615" y="399"/>
                      <a:pt x="43615" y="399"/>
                      <a:pt x="43615" y="399"/>
                    </a:cubicBezTo>
                    <a:cubicBezTo>
                      <a:pt x="43408" y="453"/>
                      <a:pt x="43408" y="453"/>
                      <a:pt x="43408" y="453"/>
                    </a:cubicBezTo>
                    <a:cubicBezTo>
                      <a:pt x="43202" y="509"/>
                      <a:pt x="43202" y="509"/>
                      <a:pt x="43202" y="509"/>
                    </a:cubicBezTo>
                    <a:cubicBezTo>
                      <a:pt x="43052" y="552"/>
                      <a:pt x="43052" y="552"/>
                      <a:pt x="43052" y="552"/>
                    </a:cubicBezTo>
                    <a:cubicBezTo>
                      <a:pt x="43122" y="788"/>
                      <a:pt x="43122" y="788"/>
                      <a:pt x="43122" y="788"/>
                    </a:cubicBezTo>
                    <a:cubicBezTo>
                      <a:pt x="43268" y="746"/>
                      <a:pt x="43268" y="746"/>
                      <a:pt x="43268" y="746"/>
                    </a:cubicBezTo>
                    <a:cubicBezTo>
                      <a:pt x="43471" y="691"/>
                      <a:pt x="43471" y="691"/>
                      <a:pt x="43471" y="691"/>
                    </a:cubicBezTo>
                    <a:cubicBezTo>
                      <a:pt x="43675" y="638"/>
                      <a:pt x="43675" y="638"/>
                      <a:pt x="43675" y="638"/>
                    </a:cubicBezTo>
                    <a:cubicBezTo>
                      <a:pt x="43831" y="601"/>
                      <a:pt x="43831" y="601"/>
                      <a:pt x="43831" y="601"/>
                    </a:cubicBezTo>
                    <a:cubicBezTo>
                      <a:pt x="43771" y="362"/>
                      <a:pt x="43771" y="362"/>
                      <a:pt x="43771" y="362"/>
                    </a:cubicBezTo>
                    <a:close/>
                    <a:moveTo>
                      <a:pt x="42577" y="700"/>
                    </a:moveTo>
                    <a:cubicBezTo>
                      <a:pt x="42391" y="763"/>
                      <a:pt x="42391" y="763"/>
                      <a:pt x="42391" y="763"/>
                    </a:cubicBezTo>
                    <a:cubicBezTo>
                      <a:pt x="42192" y="834"/>
                      <a:pt x="42192" y="834"/>
                      <a:pt x="42192" y="834"/>
                    </a:cubicBezTo>
                    <a:cubicBezTo>
                      <a:pt x="41995" y="908"/>
                      <a:pt x="41995" y="908"/>
                      <a:pt x="41995" y="908"/>
                    </a:cubicBezTo>
                    <a:cubicBezTo>
                      <a:pt x="41877" y="954"/>
                      <a:pt x="41877" y="954"/>
                      <a:pt x="41877" y="954"/>
                    </a:cubicBezTo>
                    <a:cubicBezTo>
                      <a:pt x="41968" y="1182"/>
                      <a:pt x="41968" y="1182"/>
                      <a:pt x="41968" y="1182"/>
                    </a:cubicBezTo>
                    <a:cubicBezTo>
                      <a:pt x="42082" y="1138"/>
                      <a:pt x="42082" y="1138"/>
                      <a:pt x="42082" y="1138"/>
                    </a:cubicBezTo>
                    <a:cubicBezTo>
                      <a:pt x="42277" y="1065"/>
                      <a:pt x="42277" y="1065"/>
                      <a:pt x="42277" y="1065"/>
                    </a:cubicBezTo>
                    <a:cubicBezTo>
                      <a:pt x="42472" y="996"/>
                      <a:pt x="42472" y="996"/>
                      <a:pt x="42472" y="996"/>
                    </a:cubicBezTo>
                    <a:cubicBezTo>
                      <a:pt x="42658" y="933"/>
                      <a:pt x="42658" y="933"/>
                      <a:pt x="42658" y="933"/>
                    </a:cubicBezTo>
                    <a:cubicBezTo>
                      <a:pt x="42577" y="700"/>
                      <a:pt x="42577" y="700"/>
                      <a:pt x="42577" y="700"/>
                    </a:cubicBezTo>
                    <a:close/>
                    <a:moveTo>
                      <a:pt x="41419" y="1142"/>
                    </a:moveTo>
                    <a:cubicBezTo>
                      <a:pt x="41217" y="1230"/>
                      <a:pt x="41217" y="1230"/>
                      <a:pt x="41217" y="1230"/>
                    </a:cubicBezTo>
                    <a:cubicBezTo>
                      <a:pt x="41026" y="1317"/>
                      <a:pt x="41026" y="1317"/>
                      <a:pt x="41026" y="1317"/>
                    </a:cubicBezTo>
                    <a:cubicBezTo>
                      <a:pt x="40836" y="1407"/>
                      <a:pt x="40836" y="1407"/>
                      <a:pt x="40836" y="1407"/>
                    </a:cubicBezTo>
                    <a:cubicBezTo>
                      <a:pt x="40742" y="1453"/>
                      <a:pt x="40742" y="1453"/>
                      <a:pt x="40742" y="1453"/>
                    </a:cubicBezTo>
                    <a:cubicBezTo>
                      <a:pt x="40852" y="1674"/>
                      <a:pt x="40852" y="1674"/>
                      <a:pt x="40852" y="1674"/>
                    </a:cubicBezTo>
                    <a:cubicBezTo>
                      <a:pt x="40943" y="1629"/>
                      <a:pt x="40943" y="1629"/>
                      <a:pt x="40943" y="1629"/>
                    </a:cubicBezTo>
                    <a:cubicBezTo>
                      <a:pt x="41130" y="1541"/>
                      <a:pt x="41130" y="1541"/>
                      <a:pt x="41130" y="1541"/>
                    </a:cubicBezTo>
                    <a:cubicBezTo>
                      <a:pt x="41318" y="1455"/>
                      <a:pt x="41318" y="1455"/>
                      <a:pt x="41318" y="1455"/>
                    </a:cubicBezTo>
                    <a:cubicBezTo>
                      <a:pt x="41516" y="1368"/>
                      <a:pt x="41516" y="1368"/>
                      <a:pt x="41516" y="1368"/>
                    </a:cubicBezTo>
                    <a:cubicBezTo>
                      <a:pt x="41419" y="1142"/>
                      <a:pt x="41419" y="1142"/>
                      <a:pt x="41419" y="1142"/>
                    </a:cubicBezTo>
                    <a:close/>
                    <a:moveTo>
                      <a:pt x="40300" y="1678"/>
                    </a:moveTo>
                    <a:cubicBezTo>
                      <a:pt x="40274" y="1692"/>
                      <a:pt x="40274" y="1692"/>
                      <a:pt x="40274" y="1692"/>
                    </a:cubicBezTo>
                    <a:cubicBezTo>
                      <a:pt x="40089" y="1791"/>
                      <a:pt x="40089" y="1791"/>
                      <a:pt x="40089" y="1791"/>
                    </a:cubicBezTo>
                    <a:cubicBezTo>
                      <a:pt x="39905" y="1893"/>
                      <a:pt x="39905" y="1893"/>
                      <a:pt x="39905" y="1893"/>
                    </a:cubicBezTo>
                    <a:cubicBezTo>
                      <a:pt x="39722" y="1997"/>
                      <a:pt x="39722" y="1997"/>
                      <a:pt x="39722" y="1997"/>
                    </a:cubicBezTo>
                    <a:cubicBezTo>
                      <a:pt x="39650" y="2040"/>
                      <a:pt x="39650" y="2040"/>
                      <a:pt x="39650" y="2040"/>
                    </a:cubicBezTo>
                    <a:cubicBezTo>
                      <a:pt x="39775" y="2251"/>
                      <a:pt x="39775" y="2251"/>
                      <a:pt x="39775" y="2251"/>
                    </a:cubicBezTo>
                    <a:cubicBezTo>
                      <a:pt x="39845" y="2210"/>
                      <a:pt x="39845" y="2210"/>
                      <a:pt x="39845" y="2210"/>
                    </a:cubicBezTo>
                    <a:cubicBezTo>
                      <a:pt x="40025" y="2108"/>
                      <a:pt x="40025" y="2108"/>
                      <a:pt x="40025" y="2108"/>
                    </a:cubicBezTo>
                    <a:cubicBezTo>
                      <a:pt x="40207" y="2007"/>
                      <a:pt x="40207" y="2007"/>
                      <a:pt x="40207" y="2007"/>
                    </a:cubicBezTo>
                    <a:cubicBezTo>
                      <a:pt x="40389" y="1909"/>
                      <a:pt x="40389" y="1909"/>
                      <a:pt x="40389" y="1909"/>
                    </a:cubicBezTo>
                    <a:cubicBezTo>
                      <a:pt x="40416" y="1895"/>
                      <a:pt x="40416" y="1895"/>
                      <a:pt x="40416" y="1895"/>
                    </a:cubicBezTo>
                    <a:cubicBezTo>
                      <a:pt x="40300" y="1678"/>
                      <a:pt x="40300" y="1678"/>
                      <a:pt x="40300" y="1678"/>
                    </a:cubicBezTo>
                    <a:close/>
                    <a:moveTo>
                      <a:pt x="39226" y="2295"/>
                    </a:moveTo>
                    <a:cubicBezTo>
                      <a:pt x="39179" y="2324"/>
                      <a:pt x="39179" y="2324"/>
                      <a:pt x="39179" y="2324"/>
                    </a:cubicBezTo>
                    <a:cubicBezTo>
                      <a:pt x="39001" y="2437"/>
                      <a:pt x="39001" y="2437"/>
                      <a:pt x="39001" y="2437"/>
                    </a:cubicBezTo>
                    <a:cubicBezTo>
                      <a:pt x="38823" y="2552"/>
                      <a:pt x="38823" y="2552"/>
                      <a:pt x="38823" y="2552"/>
                    </a:cubicBezTo>
                    <a:cubicBezTo>
                      <a:pt x="38646" y="2669"/>
                      <a:pt x="38646" y="2669"/>
                      <a:pt x="38646" y="2669"/>
                    </a:cubicBezTo>
                    <a:cubicBezTo>
                      <a:pt x="38602" y="2699"/>
                      <a:pt x="38602" y="2699"/>
                      <a:pt x="38602" y="2699"/>
                    </a:cubicBezTo>
                    <a:cubicBezTo>
                      <a:pt x="38741" y="2902"/>
                      <a:pt x="38741" y="2902"/>
                      <a:pt x="38741" y="2902"/>
                    </a:cubicBezTo>
                    <a:cubicBezTo>
                      <a:pt x="38783" y="2874"/>
                      <a:pt x="38783" y="2874"/>
                      <a:pt x="38783" y="2874"/>
                    </a:cubicBezTo>
                    <a:cubicBezTo>
                      <a:pt x="38958" y="2758"/>
                      <a:pt x="38958" y="2758"/>
                      <a:pt x="38958" y="2758"/>
                    </a:cubicBezTo>
                    <a:cubicBezTo>
                      <a:pt x="39133" y="2644"/>
                      <a:pt x="39133" y="2644"/>
                      <a:pt x="39133" y="2644"/>
                    </a:cubicBezTo>
                    <a:cubicBezTo>
                      <a:pt x="39310" y="2532"/>
                      <a:pt x="39310" y="2532"/>
                      <a:pt x="39310" y="2532"/>
                    </a:cubicBezTo>
                    <a:cubicBezTo>
                      <a:pt x="39356" y="2504"/>
                      <a:pt x="39356" y="2504"/>
                      <a:pt x="39356" y="2504"/>
                    </a:cubicBezTo>
                    <a:cubicBezTo>
                      <a:pt x="39226" y="2295"/>
                      <a:pt x="39226" y="2295"/>
                      <a:pt x="39226" y="2295"/>
                    </a:cubicBezTo>
                    <a:close/>
                    <a:moveTo>
                      <a:pt x="38195" y="2981"/>
                    </a:moveTo>
                    <a:cubicBezTo>
                      <a:pt x="38121" y="3033"/>
                      <a:pt x="38121" y="3033"/>
                      <a:pt x="38121" y="3033"/>
                    </a:cubicBezTo>
                    <a:cubicBezTo>
                      <a:pt x="37948" y="3158"/>
                      <a:pt x="37948" y="3158"/>
                      <a:pt x="37948" y="3158"/>
                    </a:cubicBezTo>
                    <a:cubicBezTo>
                      <a:pt x="37776" y="3285"/>
                      <a:pt x="37776" y="3285"/>
                      <a:pt x="37776" y="3285"/>
                    </a:cubicBezTo>
                    <a:cubicBezTo>
                      <a:pt x="37596" y="3420"/>
                      <a:pt x="37596" y="3420"/>
                      <a:pt x="37596" y="3420"/>
                    </a:cubicBezTo>
                    <a:cubicBezTo>
                      <a:pt x="37746" y="3615"/>
                      <a:pt x="37746" y="3615"/>
                      <a:pt x="37746" y="3615"/>
                    </a:cubicBezTo>
                    <a:cubicBezTo>
                      <a:pt x="37923" y="3482"/>
                      <a:pt x="37923" y="3482"/>
                      <a:pt x="37923" y="3482"/>
                    </a:cubicBezTo>
                    <a:cubicBezTo>
                      <a:pt x="38093" y="3357"/>
                      <a:pt x="38093" y="3357"/>
                      <a:pt x="38093" y="3357"/>
                    </a:cubicBezTo>
                    <a:cubicBezTo>
                      <a:pt x="38265" y="3233"/>
                      <a:pt x="38265" y="3233"/>
                      <a:pt x="38265" y="3233"/>
                    </a:cubicBezTo>
                    <a:cubicBezTo>
                      <a:pt x="38338" y="3181"/>
                      <a:pt x="38338" y="3181"/>
                      <a:pt x="38338" y="3181"/>
                    </a:cubicBezTo>
                    <a:cubicBezTo>
                      <a:pt x="38195" y="2981"/>
                      <a:pt x="38195" y="2981"/>
                      <a:pt x="38195" y="2981"/>
                    </a:cubicBezTo>
                    <a:close/>
                    <a:moveTo>
                      <a:pt x="37205" y="3723"/>
                    </a:moveTo>
                    <a:cubicBezTo>
                      <a:pt x="37095" y="3810"/>
                      <a:pt x="37095" y="3810"/>
                      <a:pt x="37095" y="3810"/>
                    </a:cubicBezTo>
                    <a:cubicBezTo>
                      <a:pt x="36927" y="3946"/>
                      <a:pt x="36927" y="3946"/>
                      <a:pt x="36927" y="3946"/>
                    </a:cubicBezTo>
                    <a:cubicBezTo>
                      <a:pt x="36759" y="4083"/>
                      <a:pt x="36759" y="4083"/>
                      <a:pt x="36759" y="4083"/>
                    </a:cubicBezTo>
                    <a:cubicBezTo>
                      <a:pt x="36630" y="4190"/>
                      <a:pt x="36630" y="4190"/>
                      <a:pt x="36630" y="4190"/>
                    </a:cubicBezTo>
                    <a:cubicBezTo>
                      <a:pt x="36788" y="4379"/>
                      <a:pt x="36788" y="4379"/>
                      <a:pt x="36788" y="4379"/>
                    </a:cubicBezTo>
                    <a:cubicBezTo>
                      <a:pt x="36916" y="4273"/>
                      <a:pt x="36916" y="4273"/>
                      <a:pt x="36916" y="4273"/>
                    </a:cubicBezTo>
                    <a:cubicBezTo>
                      <a:pt x="37082" y="4137"/>
                      <a:pt x="37082" y="4137"/>
                      <a:pt x="37082" y="4137"/>
                    </a:cubicBezTo>
                    <a:cubicBezTo>
                      <a:pt x="37249" y="4002"/>
                      <a:pt x="37249" y="4002"/>
                      <a:pt x="37249" y="4002"/>
                    </a:cubicBezTo>
                    <a:cubicBezTo>
                      <a:pt x="37359" y="3915"/>
                      <a:pt x="37359" y="3915"/>
                      <a:pt x="37359" y="3915"/>
                    </a:cubicBezTo>
                    <a:cubicBezTo>
                      <a:pt x="37205" y="3723"/>
                      <a:pt x="37205" y="3723"/>
                      <a:pt x="37205" y="3723"/>
                    </a:cubicBezTo>
                    <a:close/>
                    <a:moveTo>
                      <a:pt x="36252" y="4510"/>
                    </a:moveTo>
                    <a:cubicBezTo>
                      <a:pt x="36096" y="4646"/>
                      <a:pt x="36096" y="4646"/>
                      <a:pt x="36096" y="4646"/>
                    </a:cubicBezTo>
                    <a:cubicBezTo>
                      <a:pt x="35931" y="4791"/>
                      <a:pt x="35931" y="4791"/>
                      <a:pt x="35931" y="4791"/>
                    </a:cubicBezTo>
                    <a:cubicBezTo>
                      <a:pt x="35768" y="4937"/>
                      <a:pt x="35768" y="4937"/>
                      <a:pt x="35768" y="4937"/>
                    </a:cubicBezTo>
                    <a:cubicBezTo>
                      <a:pt x="35697" y="5001"/>
                      <a:pt x="35697" y="5001"/>
                      <a:pt x="35697" y="5001"/>
                    </a:cubicBezTo>
                    <a:cubicBezTo>
                      <a:pt x="35862" y="5183"/>
                      <a:pt x="35862" y="5183"/>
                      <a:pt x="35862" y="5183"/>
                    </a:cubicBezTo>
                    <a:cubicBezTo>
                      <a:pt x="35932" y="5120"/>
                      <a:pt x="35932" y="5120"/>
                      <a:pt x="35932" y="5120"/>
                    </a:cubicBezTo>
                    <a:cubicBezTo>
                      <a:pt x="36095" y="4975"/>
                      <a:pt x="36095" y="4975"/>
                      <a:pt x="36095" y="4975"/>
                    </a:cubicBezTo>
                    <a:cubicBezTo>
                      <a:pt x="36258" y="4832"/>
                      <a:pt x="36258" y="4832"/>
                      <a:pt x="36258" y="4832"/>
                    </a:cubicBezTo>
                    <a:cubicBezTo>
                      <a:pt x="36414" y="4696"/>
                      <a:pt x="36414" y="4696"/>
                      <a:pt x="36414" y="4696"/>
                    </a:cubicBezTo>
                    <a:cubicBezTo>
                      <a:pt x="36252" y="4510"/>
                      <a:pt x="36252" y="4510"/>
                      <a:pt x="36252" y="4510"/>
                    </a:cubicBezTo>
                    <a:close/>
                    <a:moveTo>
                      <a:pt x="35332" y="5334"/>
                    </a:moveTo>
                    <a:cubicBezTo>
                      <a:pt x="35280" y="5382"/>
                      <a:pt x="35280" y="5382"/>
                      <a:pt x="35280" y="5382"/>
                    </a:cubicBezTo>
                    <a:cubicBezTo>
                      <a:pt x="35118" y="5533"/>
                      <a:pt x="35118" y="5533"/>
                      <a:pt x="35118" y="5533"/>
                    </a:cubicBezTo>
                    <a:cubicBezTo>
                      <a:pt x="34957" y="5685"/>
                      <a:pt x="34957" y="5685"/>
                      <a:pt x="34957" y="5685"/>
                    </a:cubicBezTo>
                    <a:cubicBezTo>
                      <a:pt x="34793" y="5841"/>
                      <a:pt x="34793" y="5841"/>
                      <a:pt x="34793" y="5841"/>
                    </a:cubicBezTo>
                    <a:cubicBezTo>
                      <a:pt x="34964" y="6018"/>
                      <a:pt x="34964" y="6018"/>
                      <a:pt x="34964" y="6018"/>
                    </a:cubicBezTo>
                    <a:cubicBezTo>
                      <a:pt x="35127" y="5863"/>
                      <a:pt x="35127" y="5863"/>
                      <a:pt x="35127" y="5863"/>
                    </a:cubicBezTo>
                    <a:cubicBezTo>
                      <a:pt x="35287" y="5712"/>
                      <a:pt x="35287" y="5712"/>
                      <a:pt x="35287" y="5712"/>
                    </a:cubicBezTo>
                    <a:cubicBezTo>
                      <a:pt x="35447" y="5562"/>
                      <a:pt x="35447" y="5562"/>
                      <a:pt x="35447" y="5562"/>
                    </a:cubicBezTo>
                    <a:cubicBezTo>
                      <a:pt x="35500" y="5514"/>
                      <a:pt x="35500" y="5514"/>
                      <a:pt x="35500" y="5514"/>
                    </a:cubicBezTo>
                    <a:cubicBezTo>
                      <a:pt x="35332" y="5334"/>
                      <a:pt x="35332" y="5334"/>
                      <a:pt x="35332" y="5334"/>
                    </a:cubicBezTo>
                    <a:close/>
                    <a:moveTo>
                      <a:pt x="34438" y="6184"/>
                    </a:moveTo>
                    <a:cubicBezTo>
                      <a:pt x="34317" y="6303"/>
                      <a:pt x="34317" y="6303"/>
                      <a:pt x="34317" y="6303"/>
                    </a:cubicBezTo>
                    <a:cubicBezTo>
                      <a:pt x="34158" y="6461"/>
                      <a:pt x="34158" y="6461"/>
                      <a:pt x="34158" y="6461"/>
                    </a:cubicBezTo>
                    <a:cubicBezTo>
                      <a:pt x="33913" y="6705"/>
                      <a:pt x="33913" y="6705"/>
                      <a:pt x="33913" y="6705"/>
                    </a:cubicBezTo>
                    <a:cubicBezTo>
                      <a:pt x="34087" y="6878"/>
                      <a:pt x="34087" y="6878"/>
                      <a:pt x="34087" y="6878"/>
                    </a:cubicBezTo>
                    <a:cubicBezTo>
                      <a:pt x="34331" y="6635"/>
                      <a:pt x="34331" y="6635"/>
                      <a:pt x="34331" y="6635"/>
                    </a:cubicBezTo>
                    <a:cubicBezTo>
                      <a:pt x="34489" y="6479"/>
                      <a:pt x="34489" y="6479"/>
                      <a:pt x="34489" y="6479"/>
                    </a:cubicBezTo>
                    <a:cubicBezTo>
                      <a:pt x="34611" y="6360"/>
                      <a:pt x="34611" y="6360"/>
                      <a:pt x="34611" y="6360"/>
                    </a:cubicBezTo>
                    <a:cubicBezTo>
                      <a:pt x="34438" y="6184"/>
                      <a:pt x="34438" y="6184"/>
                      <a:pt x="34438" y="6184"/>
                    </a:cubicBezTo>
                    <a:close/>
                    <a:moveTo>
                      <a:pt x="33566" y="7055"/>
                    </a:moveTo>
                    <a:cubicBezTo>
                      <a:pt x="33367" y="7259"/>
                      <a:pt x="33367" y="7259"/>
                      <a:pt x="33367" y="7259"/>
                    </a:cubicBezTo>
                    <a:cubicBezTo>
                      <a:pt x="33209" y="7421"/>
                      <a:pt x="33209" y="7421"/>
                      <a:pt x="33209" y="7421"/>
                    </a:cubicBezTo>
                    <a:cubicBezTo>
                      <a:pt x="33050" y="7585"/>
                      <a:pt x="33050" y="7585"/>
                      <a:pt x="33050" y="7585"/>
                    </a:cubicBezTo>
                    <a:cubicBezTo>
                      <a:pt x="33227" y="7756"/>
                      <a:pt x="33227" y="7756"/>
                      <a:pt x="33227" y="7756"/>
                    </a:cubicBezTo>
                    <a:cubicBezTo>
                      <a:pt x="33386" y="7592"/>
                      <a:pt x="33386" y="7592"/>
                      <a:pt x="33386" y="7592"/>
                    </a:cubicBezTo>
                    <a:cubicBezTo>
                      <a:pt x="33543" y="7431"/>
                      <a:pt x="33543" y="7431"/>
                      <a:pt x="33543" y="7431"/>
                    </a:cubicBezTo>
                    <a:cubicBezTo>
                      <a:pt x="33742" y="7228"/>
                      <a:pt x="33742" y="7228"/>
                      <a:pt x="33742" y="7228"/>
                    </a:cubicBezTo>
                    <a:cubicBezTo>
                      <a:pt x="33566" y="7055"/>
                      <a:pt x="33566" y="7055"/>
                      <a:pt x="33566" y="7055"/>
                    </a:cubicBezTo>
                    <a:close/>
                    <a:moveTo>
                      <a:pt x="32709" y="7941"/>
                    </a:moveTo>
                    <a:cubicBezTo>
                      <a:pt x="32538" y="8119"/>
                      <a:pt x="32369" y="8298"/>
                      <a:pt x="32200" y="8477"/>
                    </a:cubicBezTo>
                    <a:cubicBezTo>
                      <a:pt x="32379" y="8646"/>
                      <a:pt x="32379" y="8646"/>
                      <a:pt x="32379" y="8646"/>
                    </a:cubicBezTo>
                    <a:cubicBezTo>
                      <a:pt x="32547" y="8467"/>
                      <a:pt x="32717" y="8289"/>
                      <a:pt x="32887" y="8111"/>
                    </a:cubicBezTo>
                    <a:cubicBezTo>
                      <a:pt x="32709" y="7941"/>
                      <a:pt x="32709" y="7941"/>
                      <a:pt x="32709" y="7941"/>
                    </a:cubicBezTo>
                    <a:close/>
                    <a:moveTo>
                      <a:pt x="31862" y="8835"/>
                    </a:moveTo>
                    <a:cubicBezTo>
                      <a:pt x="31693" y="9014"/>
                      <a:pt x="31525" y="9194"/>
                      <a:pt x="31356" y="9374"/>
                    </a:cubicBezTo>
                    <a:cubicBezTo>
                      <a:pt x="31536" y="9542"/>
                      <a:pt x="31536" y="9542"/>
                      <a:pt x="31536" y="9542"/>
                    </a:cubicBezTo>
                    <a:cubicBezTo>
                      <a:pt x="31704" y="9362"/>
                      <a:pt x="31872" y="9183"/>
                      <a:pt x="32041" y="9004"/>
                    </a:cubicBezTo>
                    <a:cubicBezTo>
                      <a:pt x="31862" y="8835"/>
                      <a:pt x="31862" y="8835"/>
                      <a:pt x="31862" y="8835"/>
                    </a:cubicBezTo>
                    <a:close/>
                    <a:moveTo>
                      <a:pt x="31020" y="9733"/>
                    </a:moveTo>
                    <a:cubicBezTo>
                      <a:pt x="30852" y="9913"/>
                      <a:pt x="30683" y="10092"/>
                      <a:pt x="30515" y="10271"/>
                    </a:cubicBezTo>
                    <a:cubicBezTo>
                      <a:pt x="30694" y="10440"/>
                      <a:pt x="30694" y="10440"/>
                      <a:pt x="30694" y="10440"/>
                    </a:cubicBezTo>
                    <a:cubicBezTo>
                      <a:pt x="30863" y="10261"/>
                      <a:pt x="31032" y="10081"/>
                      <a:pt x="31199" y="9901"/>
                    </a:cubicBezTo>
                    <a:cubicBezTo>
                      <a:pt x="31020" y="9733"/>
                      <a:pt x="31020" y="9733"/>
                      <a:pt x="31020" y="9733"/>
                    </a:cubicBezTo>
                    <a:close/>
                    <a:moveTo>
                      <a:pt x="30178" y="10630"/>
                    </a:moveTo>
                    <a:cubicBezTo>
                      <a:pt x="30009" y="10809"/>
                      <a:pt x="29840" y="10987"/>
                      <a:pt x="29670" y="11166"/>
                    </a:cubicBezTo>
                    <a:cubicBezTo>
                      <a:pt x="29848" y="11335"/>
                      <a:pt x="29848" y="11335"/>
                      <a:pt x="29848" y="11335"/>
                    </a:cubicBezTo>
                    <a:cubicBezTo>
                      <a:pt x="30018" y="11157"/>
                      <a:pt x="30187" y="10978"/>
                      <a:pt x="30357" y="10799"/>
                    </a:cubicBezTo>
                    <a:cubicBezTo>
                      <a:pt x="30178" y="10630"/>
                      <a:pt x="30178" y="10630"/>
                      <a:pt x="30178" y="10630"/>
                    </a:cubicBezTo>
                    <a:close/>
                    <a:moveTo>
                      <a:pt x="29330" y="11521"/>
                    </a:moveTo>
                    <a:cubicBezTo>
                      <a:pt x="29121" y="11739"/>
                      <a:pt x="29121" y="11739"/>
                      <a:pt x="29121" y="11739"/>
                    </a:cubicBezTo>
                    <a:cubicBezTo>
                      <a:pt x="28818" y="12051"/>
                      <a:pt x="28818" y="12051"/>
                      <a:pt x="28818" y="12051"/>
                    </a:cubicBezTo>
                    <a:cubicBezTo>
                      <a:pt x="28994" y="12223"/>
                      <a:pt x="28994" y="12223"/>
                      <a:pt x="28994" y="12223"/>
                    </a:cubicBezTo>
                    <a:cubicBezTo>
                      <a:pt x="29298" y="11910"/>
                      <a:pt x="29298" y="11910"/>
                      <a:pt x="29298" y="11910"/>
                    </a:cubicBezTo>
                    <a:cubicBezTo>
                      <a:pt x="29508" y="11692"/>
                      <a:pt x="29508" y="11692"/>
                      <a:pt x="29508" y="11692"/>
                    </a:cubicBezTo>
                    <a:cubicBezTo>
                      <a:pt x="29330" y="11521"/>
                      <a:pt x="29330" y="11521"/>
                      <a:pt x="29330" y="11521"/>
                    </a:cubicBezTo>
                    <a:close/>
                    <a:moveTo>
                      <a:pt x="28474" y="12402"/>
                    </a:moveTo>
                    <a:cubicBezTo>
                      <a:pt x="28318" y="12559"/>
                      <a:pt x="28318" y="12559"/>
                      <a:pt x="28318" y="12559"/>
                    </a:cubicBezTo>
                    <a:cubicBezTo>
                      <a:pt x="28156" y="12722"/>
                      <a:pt x="28156" y="12722"/>
                      <a:pt x="28156" y="12722"/>
                    </a:cubicBezTo>
                    <a:cubicBezTo>
                      <a:pt x="27953" y="12923"/>
                      <a:pt x="27953" y="12923"/>
                      <a:pt x="27953" y="12923"/>
                    </a:cubicBezTo>
                    <a:cubicBezTo>
                      <a:pt x="28125" y="13099"/>
                      <a:pt x="28125" y="13099"/>
                      <a:pt x="28125" y="13099"/>
                    </a:cubicBezTo>
                    <a:cubicBezTo>
                      <a:pt x="28330" y="12896"/>
                      <a:pt x="28330" y="12896"/>
                      <a:pt x="28330" y="12896"/>
                    </a:cubicBezTo>
                    <a:cubicBezTo>
                      <a:pt x="28492" y="12733"/>
                      <a:pt x="28492" y="12733"/>
                      <a:pt x="28492" y="12733"/>
                    </a:cubicBezTo>
                    <a:cubicBezTo>
                      <a:pt x="28648" y="12575"/>
                      <a:pt x="28648" y="12575"/>
                      <a:pt x="28648" y="12575"/>
                    </a:cubicBezTo>
                    <a:cubicBezTo>
                      <a:pt x="28474" y="12402"/>
                      <a:pt x="28474" y="12402"/>
                      <a:pt x="28474" y="12402"/>
                    </a:cubicBezTo>
                    <a:close/>
                    <a:moveTo>
                      <a:pt x="27602" y="13267"/>
                    </a:moveTo>
                    <a:cubicBezTo>
                      <a:pt x="27502" y="13364"/>
                      <a:pt x="27502" y="13364"/>
                      <a:pt x="27502" y="13364"/>
                    </a:cubicBezTo>
                    <a:cubicBezTo>
                      <a:pt x="27337" y="13523"/>
                      <a:pt x="27337" y="13523"/>
                      <a:pt x="27337" y="13523"/>
                    </a:cubicBezTo>
                    <a:cubicBezTo>
                      <a:pt x="27172" y="13681"/>
                      <a:pt x="27172" y="13681"/>
                      <a:pt x="27172" y="13681"/>
                    </a:cubicBezTo>
                    <a:cubicBezTo>
                      <a:pt x="27070" y="13777"/>
                      <a:pt x="27070" y="13777"/>
                      <a:pt x="27070" y="13777"/>
                    </a:cubicBezTo>
                    <a:cubicBezTo>
                      <a:pt x="27239" y="13956"/>
                      <a:pt x="27239" y="13956"/>
                      <a:pt x="27239" y="13956"/>
                    </a:cubicBezTo>
                    <a:cubicBezTo>
                      <a:pt x="27341" y="13860"/>
                      <a:pt x="27341" y="13860"/>
                      <a:pt x="27341" y="13860"/>
                    </a:cubicBezTo>
                    <a:cubicBezTo>
                      <a:pt x="27508" y="13701"/>
                      <a:pt x="27508" y="13701"/>
                      <a:pt x="27508" y="13701"/>
                    </a:cubicBezTo>
                    <a:cubicBezTo>
                      <a:pt x="27673" y="13541"/>
                      <a:pt x="27673" y="13541"/>
                      <a:pt x="27673" y="13541"/>
                    </a:cubicBezTo>
                    <a:cubicBezTo>
                      <a:pt x="27773" y="13444"/>
                      <a:pt x="27773" y="13444"/>
                      <a:pt x="27773" y="13444"/>
                    </a:cubicBezTo>
                    <a:cubicBezTo>
                      <a:pt x="27602" y="13267"/>
                      <a:pt x="27602" y="13267"/>
                      <a:pt x="27602" y="13267"/>
                    </a:cubicBezTo>
                    <a:close/>
                    <a:moveTo>
                      <a:pt x="26711" y="14112"/>
                    </a:moveTo>
                    <a:cubicBezTo>
                      <a:pt x="26503" y="14303"/>
                      <a:pt x="26503" y="14303"/>
                      <a:pt x="26503" y="14303"/>
                    </a:cubicBezTo>
                    <a:cubicBezTo>
                      <a:pt x="26335" y="14456"/>
                      <a:pt x="26335" y="14456"/>
                      <a:pt x="26335" y="14456"/>
                    </a:cubicBezTo>
                    <a:cubicBezTo>
                      <a:pt x="26166" y="14607"/>
                      <a:pt x="26166" y="14607"/>
                      <a:pt x="26166" y="14607"/>
                    </a:cubicBezTo>
                    <a:cubicBezTo>
                      <a:pt x="26330" y="14791"/>
                      <a:pt x="26330" y="14791"/>
                      <a:pt x="26330" y="14791"/>
                    </a:cubicBezTo>
                    <a:cubicBezTo>
                      <a:pt x="26499" y="14639"/>
                      <a:pt x="26499" y="14639"/>
                      <a:pt x="26499" y="14639"/>
                    </a:cubicBezTo>
                    <a:cubicBezTo>
                      <a:pt x="26669" y="14485"/>
                      <a:pt x="26669" y="14485"/>
                      <a:pt x="26669" y="14485"/>
                    </a:cubicBezTo>
                    <a:cubicBezTo>
                      <a:pt x="26878" y="14293"/>
                      <a:pt x="26878" y="14293"/>
                      <a:pt x="26878" y="14293"/>
                    </a:cubicBezTo>
                    <a:cubicBezTo>
                      <a:pt x="26711" y="14112"/>
                      <a:pt x="26711" y="14112"/>
                      <a:pt x="26711" y="14112"/>
                    </a:cubicBezTo>
                    <a:close/>
                    <a:moveTo>
                      <a:pt x="25798" y="14930"/>
                    </a:moveTo>
                    <a:cubicBezTo>
                      <a:pt x="25651" y="15056"/>
                      <a:pt x="25651" y="15056"/>
                      <a:pt x="25651" y="15056"/>
                    </a:cubicBezTo>
                    <a:cubicBezTo>
                      <a:pt x="25479" y="15203"/>
                      <a:pt x="25479" y="15203"/>
                      <a:pt x="25479" y="15203"/>
                    </a:cubicBezTo>
                    <a:cubicBezTo>
                      <a:pt x="25305" y="15349"/>
                      <a:pt x="25305" y="15349"/>
                      <a:pt x="25305" y="15349"/>
                    </a:cubicBezTo>
                    <a:cubicBezTo>
                      <a:pt x="25236" y="15406"/>
                      <a:pt x="25236" y="15406"/>
                      <a:pt x="25236" y="15406"/>
                    </a:cubicBezTo>
                    <a:cubicBezTo>
                      <a:pt x="25393" y="15596"/>
                      <a:pt x="25393" y="15596"/>
                      <a:pt x="25393" y="15596"/>
                    </a:cubicBezTo>
                    <a:cubicBezTo>
                      <a:pt x="25462" y="15538"/>
                      <a:pt x="25462" y="15538"/>
                      <a:pt x="25462" y="15538"/>
                    </a:cubicBezTo>
                    <a:cubicBezTo>
                      <a:pt x="25637" y="15391"/>
                      <a:pt x="25637" y="15391"/>
                      <a:pt x="25637" y="15391"/>
                    </a:cubicBezTo>
                    <a:cubicBezTo>
                      <a:pt x="25811" y="15243"/>
                      <a:pt x="25811" y="15243"/>
                      <a:pt x="25811" y="15243"/>
                    </a:cubicBezTo>
                    <a:cubicBezTo>
                      <a:pt x="25958" y="15117"/>
                      <a:pt x="25958" y="15117"/>
                      <a:pt x="25958" y="15117"/>
                    </a:cubicBezTo>
                    <a:cubicBezTo>
                      <a:pt x="25798" y="14930"/>
                      <a:pt x="25798" y="14930"/>
                      <a:pt x="25798" y="14930"/>
                    </a:cubicBezTo>
                    <a:close/>
                    <a:moveTo>
                      <a:pt x="24856" y="15716"/>
                    </a:moveTo>
                    <a:cubicBezTo>
                      <a:pt x="24778" y="15778"/>
                      <a:pt x="24778" y="15778"/>
                      <a:pt x="24778" y="15778"/>
                    </a:cubicBezTo>
                    <a:cubicBezTo>
                      <a:pt x="24601" y="15918"/>
                      <a:pt x="24601" y="15918"/>
                      <a:pt x="24601" y="15918"/>
                    </a:cubicBezTo>
                    <a:cubicBezTo>
                      <a:pt x="24423" y="16057"/>
                      <a:pt x="24423" y="16057"/>
                      <a:pt x="24423" y="16057"/>
                    </a:cubicBezTo>
                    <a:cubicBezTo>
                      <a:pt x="24277" y="16168"/>
                      <a:pt x="24277" y="16168"/>
                      <a:pt x="24277" y="16168"/>
                    </a:cubicBezTo>
                    <a:cubicBezTo>
                      <a:pt x="24425" y="16364"/>
                      <a:pt x="24425" y="16364"/>
                      <a:pt x="24425" y="16364"/>
                    </a:cubicBezTo>
                    <a:cubicBezTo>
                      <a:pt x="24573" y="16252"/>
                      <a:pt x="24573" y="16252"/>
                      <a:pt x="24573" y="16252"/>
                    </a:cubicBezTo>
                    <a:cubicBezTo>
                      <a:pt x="24753" y="16112"/>
                      <a:pt x="24753" y="16112"/>
                      <a:pt x="24753" y="16112"/>
                    </a:cubicBezTo>
                    <a:cubicBezTo>
                      <a:pt x="24932" y="15971"/>
                      <a:pt x="24932" y="15971"/>
                      <a:pt x="24932" y="15971"/>
                    </a:cubicBezTo>
                    <a:cubicBezTo>
                      <a:pt x="25010" y="15908"/>
                      <a:pt x="25010" y="15908"/>
                      <a:pt x="25010" y="15908"/>
                    </a:cubicBezTo>
                    <a:cubicBezTo>
                      <a:pt x="24856" y="15716"/>
                      <a:pt x="24856" y="15716"/>
                      <a:pt x="24856" y="15716"/>
                    </a:cubicBezTo>
                    <a:close/>
                    <a:moveTo>
                      <a:pt x="23884" y="16461"/>
                    </a:moveTo>
                    <a:cubicBezTo>
                      <a:pt x="23699" y="16595"/>
                      <a:pt x="23699" y="16595"/>
                      <a:pt x="23699" y="16595"/>
                    </a:cubicBezTo>
                    <a:cubicBezTo>
                      <a:pt x="23516" y="16725"/>
                      <a:pt x="23516" y="16725"/>
                      <a:pt x="23516" y="16725"/>
                    </a:cubicBezTo>
                    <a:cubicBezTo>
                      <a:pt x="23331" y="16854"/>
                      <a:pt x="23331" y="16854"/>
                      <a:pt x="23331" y="16854"/>
                    </a:cubicBezTo>
                    <a:cubicBezTo>
                      <a:pt x="23285" y="16886"/>
                      <a:pt x="23285" y="16886"/>
                      <a:pt x="23285" y="16886"/>
                    </a:cubicBezTo>
                    <a:cubicBezTo>
                      <a:pt x="23423" y="17089"/>
                      <a:pt x="23423" y="17089"/>
                      <a:pt x="23423" y="17089"/>
                    </a:cubicBezTo>
                    <a:cubicBezTo>
                      <a:pt x="23471" y="17056"/>
                      <a:pt x="23471" y="17056"/>
                      <a:pt x="23471" y="17056"/>
                    </a:cubicBezTo>
                    <a:cubicBezTo>
                      <a:pt x="23658" y="16926"/>
                      <a:pt x="23658" y="16926"/>
                      <a:pt x="23658" y="16926"/>
                    </a:cubicBezTo>
                    <a:cubicBezTo>
                      <a:pt x="23843" y="16795"/>
                      <a:pt x="23843" y="16795"/>
                      <a:pt x="23843" y="16795"/>
                    </a:cubicBezTo>
                    <a:cubicBezTo>
                      <a:pt x="24029" y="16660"/>
                      <a:pt x="24029" y="16660"/>
                      <a:pt x="24029" y="16660"/>
                    </a:cubicBezTo>
                    <a:cubicBezTo>
                      <a:pt x="23884" y="16461"/>
                      <a:pt x="23884" y="16461"/>
                      <a:pt x="23884" y="16461"/>
                    </a:cubicBezTo>
                    <a:close/>
                    <a:moveTo>
                      <a:pt x="22878" y="17158"/>
                    </a:moveTo>
                    <a:cubicBezTo>
                      <a:pt x="22771" y="17229"/>
                      <a:pt x="22771" y="17229"/>
                      <a:pt x="22771" y="17229"/>
                    </a:cubicBezTo>
                    <a:cubicBezTo>
                      <a:pt x="22582" y="17350"/>
                      <a:pt x="22582" y="17350"/>
                      <a:pt x="22582" y="17350"/>
                    </a:cubicBezTo>
                    <a:cubicBezTo>
                      <a:pt x="22391" y="17469"/>
                      <a:pt x="22391" y="17469"/>
                      <a:pt x="22391" y="17469"/>
                    </a:cubicBezTo>
                    <a:cubicBezTo>
                      <a:pt x="22257" y="17551"/>
                      <a:pt x="22257" y="17551"/>
                      <a:pt x="22257" y="17551"/>
                    </a:cubicBezTo>
                    <a:cubicBezTo>
                      <a:pt x="22385" y="17762"/>
                      <a:pt x="22385" y="17762"/>
                      <a:pt x="22385" y="17762"/>
                    </a:cubicBezTo>
                    <a:cubicBezTo>
                      <a:pt x="22521" y="17678"/>
                      <a:pt x="22521" y="17678"/>
                      <a:pt x="22521" y="17678"/>
                    </a:cubicBezTo>
                    <a:cubicBezTo>
                      <a:pt x="22713" y="17558"/>
                      <a:pt x="22713" y="17558"/>
                      <a:pt x="22713" y="17558"/>
                    </a:cubicBezTo>
                    <a:cubicBezTo>
                      <a:pt x="22905" y="17435"/>
                      <a:pt x="22905" y="17435"/>
                      <a:pt x="22905" y="17435"/>
                    </a:cubicBezTo>
                    <a:cubicBezTo>
                      <a:pt x="23012" y="17365"/>
                      <a:pt x="23012" y="17365"/>
                      <a:pt x="23012" y="17365"/>
                    </a:cubicBezTo>
                    <a:cubicBezTo>
                      <a:pt x="22878" y="17158"/>
                      <a:pt x="22878" y="17158"/>
                      <a:pt x="22878" y="17158"/>
                    </a:cubicBezTo>
                    <a:close/>
                    <a:moveTo>
                      <a:pt x="21836" y="17801"/>
                    </a:moveTo>
                    <a:cubicBezTo>
                      <a:pt x="21617" y="17926"/>
                      <a:pt x="21617" y="17926"/>
                      <a:pt x="21617" y="17926"/>
                    </a:cubicBezTo>
                    <a:cubicBezTo>
                      <a:pt x="21420" y="18035"/>
                      <a:pt x="21420" y="18035"/>
                      <a:pt x="21420" y="18035"/>
                    </a:cubicBezTo>
                    <a:cubicBezTo>
                      <a:pt x="21222" y="18141"/>
                      <a:pt x="21222" y="18141"/>
                      <a:pt x="21222" y="18141"/>
                    </a:cubicBezTo>
                    <a:cubicBezTo>
                      <a:pt x="21195" y="18155"/>
                      <a:pt x="21195" y="18155"/>
                      <a:pt x="21195" y="18155"/>
                    </a:cubicBezTo>
                    <a:cubicBezTo>
                      <a:pt x="21308" y="18374"/>
                      <a:pt x="21308" y="18374"/>
                      <a:pt x="21308" y="18374"/>
                    </a:cubicBezTo>
                    <a:cubicBezTo>
                      <a:pt x="21337" y="18359"/>
                      <a:pt x="21337" y="18359"/>
                      <a:pt x="21337" y="18359"/>
                    </a:cubicBezTo>
                    <a:cubicBezTo>
                      <a:pt x="21538" y="18251"/>
                      <a:pt x="21538" y="18251"/>
                      <a:pt x="21538" y="18251"/>
                    </a:cubicBezTo>
                    <a:cubicBezTo>
                      <a:pt x="21737" y="18140"/>
                      <a:pt x="21737" y="18140"/>
                      <a:pt x="21737" y="18140"/>
                    </a:cubicBezTo>
                    <a:cubicBezTo>
                      <a:pt x="21959" y="18014"/>
                      <a:pt x="21959" y="18014"/>
                      <a:pt x="21959" y="18014"/>
                    </a:cubicBezTo>
                    <a:cubicBezTo>
                      <a:pt x="21836" y="17801"/>
                      <a:pt x="21836" y="17801"/>
                      <a:pt x="21836" y="17801"/>
                    </a:cubicBezTo>
                    <a:close/>
                    <a:moveTo>
                      <a:pt x="20759" y="18379"/>
                    </a:moveTo>
                    <a:cubicBezTo>
                      <a:pt x="20619" y="18448"/>
                      <a:pt x="20619" y="18448"/>
                      <a:pt x="20619" y="18448"/>
                    </a:cubicBezTo>
                    <a:cubicBezTo>
                      <a:pt x="20416" y="18545"/>
                      <a:pt x="20416" y="18545"/>
                      <a:pt x="20416" y="18545"/>
                    </a:cubicBezTo>
                    <a:cubicBezTo>
                      <a:pt x="20210" y="18640"/>
                      <a:pt x="20210" y="18640"/>
                      <a:pt x="20210" y="18640"/>
                    </a:cubicBezTo>
                    <a:cubicBezTo>
                      <a:pt x="20096" y="18692"/>
                      <a:pt x="20096" y="18692"/>
                      <a:pt x="20096" y="18692"/>
                    </a:cubicBezTo>
                    <a:cubicBezTo>
                      <a:pt x="20195" y="18917"/>
                      <a:pt x="20195" y="18917"/>
                      <a:pt x="20195" y="18917"/>
                    </a:cubicBezTo>
                    <a:cubicBezTo>
                      <a:pt x="20313" y="18864"/>
                      <a:pt x="20313" y="18864"/>
                      <a:pt x="20313" y="18864"/>
                    </a:cubicBezTo>
                    <a:cubicBezTo>
                      <a:pt x="20521" y="18768"/>
                      <a:pt x="20521" y="18768"/>
                      <a:pt x="20521" y="18768"/>
                    </a:cubicBezTo>
                    <a:cubicBezTo>
                      <a:pt x="20727" y="18669"/>
                      <a:pt x="20727" y="18669"/>
                      <a:pt x="20727" y="18669"/>
                    </a:cubicBezTo>
                    <a:cubicBezTo>
                      <a:pt x="20867" y="18600"/>
                      <a:pt x="20867" y="18600"/>
                      <a:pt x="20867" y="18600"/>
                    </a:cubicBezTo>
                    <a:cubicBezTo>
                      <a:pt x="20759" y="18379"/>
                      <a:pt x="20759" y="18379"/>
                      <a:pt x="20759" y="18379"/>
                    </a:cubicBezTo>
                    <a:close/>
                    <a:moveTo>
                      <a:pt x="19647" y="18885"/>
                    </a:moveTo>
                    <a:cubicBezTo>
                      <a:pt x="19586" y="18911"/>
                      <a:pt x="19586" y="18911"/>
                      <a:pt x="19586" y="18911"/>
                    </a:cubicBezTo>
                    <a:cubicBezTo>
                      <a:pt x="19375" y="18996"/>
                      <a:pt x="19375" y="18996"/>
                      <a:pt x="19375" y="18996"/>
                    </a:cubicBezTo>
                    <a:cubicBezTo>
                      <a:pt x="19162" y="19078"/>
                      <a:pt x="19162" y="19078"/>
                      <a:pt x="19162" y="19078"/>
                    </a:cubicBezTo>
                    <a:cubicBezTo>
                      <a:pt x="18963" y="19152"/>
                      <a:pt x="18963" y="19152"/>
                      <a:pt x="18963" y="19152"/>
                    </a:cubicBezTo>
                    <a:cubicBezTo>
                      <a:pt x="19048" y="19383"/>
                      <a:pt x="19048" y="19383"/>
                      <a:pt x="19048" y="19383"/>
                    </a:cubicBezTo>
                    <a:cubicBezTo>
                      <a:pt x="19249" y="19308"/>
                      <a:pt x="19249" y="19308"/>
                      <a:pt x="19249" y="19308"/>
                    </a:cubicBezTo>
                    <a:cubicBezTo>
                      <a:pt x="19465" y="19225"/>
                      <a:pt x="19465" y="19225"/>
                      <a:pt x="19465" y="19225"/>
                    </a:cubicBezTo>
                    <a:cubicBezTo>
                      <a:pt x="19679" y="19138"/>
                      <a:pt x="19679" y="19138"/>
                      <a:pt x="19679" y="19138"/>
                    </a:cubicBezTo>
                    <a:cubicBezTo>
                      <a:pt x="19740" y="19113"/>
                      <a:pt x="19740" y="19113"/>
                      <a:pt x="19740" y="19113"/>
                    </a:cubicBezTo>
                    <a:cubicBezTo>
                      <a:pt x="19647" y="18885"/>
                      <a:pt x="19647" y="18885"/>
                      <a:pt x="19647" y="18885"/>
                    </a:cubicBezTo>
                    <a:close/>
                    <a:moveTo>
                      <a:pt x="18504" y="19313"/>
                    </a:moveTo>
                    <a:cubicBezTo>
                      <a:pt x="18295" y="19381"/>
                      <a:pt x="18295" y="19381"/>
                      <a:pt x="18295" y="19381"/>
                    </a:cubicBezTo>
                    <a:cubicBezTo>
                      <a:pt x="18074" y="19450"/>
                      <a:pt x="18074" y="19450"/>
                      <a:pt x="18074" y="19450"/>
                    </a:cubicBezTo>
                    <a:cubicBezTo>
                      <a:pt x="17851" y="19516"/>
                      <a:pt x="17851" y="19516"/>
                      <a:pt x="17851" y="19516"/>
                    </a:cubicBezTo>
                    <a:cubicBezTo>
                      <a:pt x="17803" y="19530"/>
                      <a:pt x="17803" y="19530"/>
                      <a:pt x="17803" y="19530"/>
                    </a:cubicBezTo>
                    <a:cubicBezTo>
                      <a:pt x="17868" y="19767"/>
                      <a:pt x="17868" y="19767"/>
                      <a:pt x="17868" y="19767"/>
                    </a:cubicBezTo>
                    <a:cubicBezTo>
                      <a:pt x="17919" y="19753"/>
                      <a:pt x="17919" y="19753"/>
                      <a:pt x="17919" y="19753"/>
                    </a:cubicBezTo>
                    <a:cubicBezTo>
                      <a:pt x="18145" y="19686"/>
                      <a:pt x="18145" y="19686"/>
                      <a:pt x="18145" y="19686"/>
                    </a:cubicBezTo>
                    <a:cubicBezTo>
                      <a:pt x="18370" y="19616"/>
                      <a:pt x="18370" y="19616"/>
                      <a:pt x="18370" y="19616"/>
                    </a:cubicBezTo>
                    <a:cubicBezTo>
                      <a:pt x="18578" y="19548"/>
                      <a:pt x="18578" y="19548"/>
                      <a:pt x="18578" y="19548"/>
                    </a:cubicBezTo>
                    <a:cubicBezTo>
                      <a:pt x="18504" y="19313"/>
                      <a:pt x="18504" y="19313"/>
                      <a:pt x="18504" y="19313"/>
                    </a:cubicBezTo>
                    <a:close/>
                    <a:moveTo>
                      <a:pt x="17331" y="19657"/>
                    </a:moveTo>
                    <a:cubicBezTo>
                      <a:pt x="17172" y="19697"/>
                      <a:pt x="17172" y="19697"/>
                      <a:pt x="17172" y="19697"/>
                    </a:cubicBezTo>
                    <a:cubicBezTo>
                      <a:pt x="16943" y="19752"/>
                      <a:pt x="16943" y="19752"/>
                      <a:pt x="16943" y="19752"/>
                    </a:cubicBezTo>
                    <a:cubicBezTo>
                      <a:pt x="16711" y="19803"/>
                      <a:pt x="16711" y="19803"/>
                      <a:pt x="16711" y="19803"/>
                    </a:cubicBezTo>
                    <a:cubicBezTo>
                      <a:pt x="16617" y="19822"/>
                      <a:pt x="16617" y="19822"/>
                      <a:pt x="16617" y="19822"/>
                    </a:cubicBezTo>
                    <a:cubicBezTo>
                      <a:pt x="16665" y="20064"/>
                      <a:pt x="16665" y="20064"/>
                      <a:pt x="16665" y="20064"/>
                    </a:cubicBezTo>
                    <a:cubicBezTo>
                      <a:pt x="16763" y="20043"/>
                      <a:pt x="16763" y="20043"/>
                      <a:pt x="16763" y="20043"/>
                    </a:cubicBezTo>
                    <a:cubicBezTo>
                      <a:pt x="16998" y="19991"/>
                      <a:pt x="16998" y="19991"/>
                      <a:pt x="16998" y="19991"/>
                    </a:cubicBezTo>
                    <a:cubicBezTo>
                      <a:pt x="17231" y="19936"/>
                      <a:pt x="17231" y="19936"/>
                      <a:pt x="17231" y="19936"/>
                    </a:cubicBezTo>
                    <a:cubicBezTo>
                      <a:pt x="17389" y="19896"/>
                      <a:pt x="17389" y="19896"/>
                      <a:pt x="17389" y="19896"/>
                    </a:cubicBezTo>
                    <a:cubicBezTo>
                      <a:pt x="17331" y="19657"/>
                      <a:pt x="17331" y="19657"/>
                      <a:pt x="17331" y="19657"/>
                    </a:cubicBezTo>
                    <a:close/>
                    <a:moveTo>
                      <a:pt x="16137" y="19915"/>
                    </a:moveTo>
                    <a:cubicBezTo>
                      <a:pt x="16005" y="19938"/>
                      <a:pt x="16005" y="19938"/>
                      <a:pt x="16005" y="19938"/>
                    </a:cubicBezTo>
                    <a:cubicBezTo>
                      <a:pt x="15766" y="19977"/>
                      <a:pt x="15766" y="19977"/>
                      <a:pt x="15766" y="19977"/>
                    </a:cubicBezTo>
                    <a:cubicBezTo>
                      <a:pt x="15525" y="20012"/>
                      <a:pt x="15525" y="20012"/>
                      <a:pt x="15525" y="20012"/>
                    </a:cubicBezTo>
                    <a:cubicBezTo>
                      <a:pt x="15413" y="20027"/>
                      <a:pt x="15413" y="20027"/>
                      <a:pt x="15413" y="20027"/>
                    </a:cubicBezTo>
                    <a:cubicBezTo>
                      <a:pt x="15443" y="20271"/>
                      <a:pt x="15443" y="20271"/>
                      <a:pt x="15443" y="20271"/>
                    </a:cubicBezTo>
                    <a:cubicBezTo>
                      <a:pt x="15559" y="20256"/>
                      <a:pt x="15559" y="20256"/>
                      <a:pt x="15559" y="20256"/>
                    </a:cubicBezTo>
                    <a:cubicBezTo>
                      <a:pt x="15804" y="20220"/>
                      <a:pt x="15804" y="20220"/>
                      <a:pt x="15804" y="20220"/>
                    </a:cubicBezTo>
                    <a:cubicBezTo>
                      <a:pt x="16046" y="20181"/>
                      <a:pt x="16046" y="20181"/>
                      <a:pt x="16046" y="20181"/>
                    </a:cubicBezTo>
                    <a:cubicBezTo>
                      <a:pt x="16178" y="20157"/>
                      <a:pt x="16178" y="20157"/>
                      <a:pt x="16178" y="20157"/>
                    </a:cubicBezTo>
                    <a:cubicBezTo>
                      <a:pt x="16137" y="19915"/>
                      <a:pt x="16137" y="19915"/>
                      <a:pt x="16137" y="19915"/>
                    </a:cubicBezTo>
                    <a:close/>
                    <a:moveTo>
                      <a:pt x="14927" y="20085"/>
                    </a:moveTo>
                    <a:cubicBezTo>
                      <a:pt x="14790" y="20099"/>
                      <a:pt x="14790" y="20099"/>
                      <a:pt x="14790" y="20099"/>
                    </a:cubicBezTo>
                    <a:cubicBezTo>
                      <a:pt x="14541" y="20121"/>
                      <a:pt x="14541" y="20121"/>
                      <a:pt x="14541" y="20121"/>
                    </a:cubicBezTo>
                    <a:cubicBezTo>
                      <a:pt x="14290" y="20140"/>
                      <a:pt x="14290" y="20140"/>
                      <a:pt x="14290" y="20140"/>
                    </a:cubicBezTo>
                    <a:cubicBezTo>
                      <a:pt x="14197" y="20145"/>
                      <a:pt x="14197" y="20145"/>
                      <a:pt x="14197" y="20145"/>
                    </a:cubicBezTo>
                    <a:cubicBezTo>
                      <a:pt x="14210" y="20391"/>
                      <a:pt x="14210" y="20391"/>
                      <a:pt x="14210" y="20391"/>
                    </a:cubicBezTo>
                    <a:cubicBezTo>
                      <a:pt x="14306" y="20385"/>
                      <a:pt x="14306" y="20385"/>
                      <a:pt x="14306" y="20385"/>
                    </a:cubicBezTo>
                    <a:cubicBezTo>
                      <a:pt x="14561" y="20366"/>
                      <a:pt x="14561" y="20366"/>
                      <a:pt x="14561" y="20366"/>
                    </a:cubicBezTo>
                    <a:cubicBezTo>
                      <a:pt x="14813" y="20344"/>
                      <a:pt x="14813" y="20344"/>
                      <a:pt x="14813" y="20344"/>
                    </a:cubicBezTo>
                    <a:cubicBezTo>
                      <a:pt x="14951" y="20330"/>
                      <a:pt x="14951" y="20330"/>
                      <a:pt x="14951" y="20330"/>
                    </a:cubicBezTo>
                    <a:cubicBezTo>
                      <a:pt x="14927" y="20085"/>
                      <a:pt x="14927" y="20085"/>
                      <a:pt x="14927" y="20085"/>
                    </a:cubicBezTo>
                    <a:close/>
                    <a:moveTo>
                      <a:pt x="13709" y="20169"/>
                    </a:moveTo>
                    <a:cubicBezTo>
                      <a:pt x="13524" y="20175"/>
                      <a:pt x="13524" y="20175"/>
                      <a:pt x="13524" y="20175"/>
                    </a:cubicBezTo>
                    <a:cubicBezTo>
                      <a:pt x="13264" y="20179"/>
                      <a:pt x="13264" y="20179"/>
                      <a:pt x="13264" y="20179"/>
                    </a:cubicBezTo>
                    <a:cubicBezTo>
                      <a:pt x="13002" y="20180"/>
                      <a:pt x="13002" y="20180"/>
                      <a:pt x="13002" y="20180"/>
                    </a:cubicBezTo>
                    <a:cubicBezTo>
                      <a:pt x="12975" y="20180"/>
                      <a:pt x="12975" y="20180"/>
                      <a:pt x="12975" y="20180"/>
                    </a:cubicBezTo>
                    <a:cubicBezTo>
                      <a:pt x="12971" y="20426"/>
                      <a:pt x="12971" y="20426"/>
                      <a:pt x="12971" y="20426"/>
                    </a:cubicBezTo>
                    <a:cubicBezTo>
                      <a:pt x="13001" y="20426"/>
                      <a:pt x="13001" y="20426"/>
                      <a:pt x="13001" y="20426"/>
                    </a:cubicBezTo>
                    <a:cubicBezTo>
                      <a:pt x="13267" y="20425"/>
                      <a:pt x="13267" y="20425"/>
                      <a:pt x="13267" y="20425"/>
                    </a:cubicBezTo>
                    <a:cubicBezTo>
                      <a:pt x="13530" y="20421"/>
                      <a:pt x="13530" y="20421"/>
                      <a:pt x="13530" y="20421"/>
                    </a:cubicBezTo>
                    <a:cubicBezTo>
                      <a:pt x="13715" y="20415"/>
                      <a:pt x="13715" y="20415"/>
                      <a:pt x="13715" y="20415"/>
                    </a:cubicBezTo>
                    <a:cubicBezTo>
                      <a:pt x="13709" y="20169"/>
                      <a:pt x="13709" y="20169"/>
                      <a:pt x="13709" y="20169"/>
                    </a:cubicBezTo>
                    <a:close/>
                    <a:moveTo>
                      <a:pt x="12485" y="20171"/>
                    </a:moveTo>
                    <a:cubicBezTo>
                      <a:pt x="12204" y="20160"/>
                      <a:pt x="12204" y="20160"/>
                      <a:pt x="12204" y="20160"/>
                    </a:cubicBezTo>
                    <a:cubicBezTo>
                      <a:pt x="11933" y="20146"/>
                      <a:pt x="11933" y="20146"/>
                      <a:pt x="11933" y="20146"/>
                    </a:cubicBezTo>
                    <a:cubicBezTo>
                      <a:pt x="11753" y="20134"/>
                      <a:pt x="11753" y="20134"/>
                      <a:pt x="11753" y="20134"/>
                    </a:cubicBezTo>
                    <a:cubicBezTo>
                      <a:pt x="11735" y="20379"/>
                      <a:pt x="11735" y="20379"/>
                      <a:pt x="11735" y="20379"/>
                    </a:cubicBezTo>
                    <a:cubicBezTo>
                      <a:pt x="11918" y="20392"/>
                      <a:pt x="11918" y="20392"/>
                      <a:pt x="11918" y="20392"/>
                    </a:cubicBezTo>
                    <a:cubicBezTo>
                      <a:pt x="12192" y="20406"/>
                      <a:pt x="12192" y="20406"/>
                      <a:pt x="12192" y="20406"/>
                    </a:cubicBezTo>
                    <a:cubicBezTo>
                      <a:pt x="12477" y="20417"/>
                      <a:pt x="12477" y="20417"/>
                      <a:pt x="12477" y="20417"/>
                    </a:cubicBezTo>
                    <a:cubicBezTo>
                      <a:pt x="12485" y="20171"/>
                      <a:pt x="12485" y="20171"/>
                      <a:pt x="12485" y="20171"/>
                    </a:cubicBezTo>
                    <a:close/>
                    <a:moveTo>
                      <a:pt x="11265" y="20095"/>
                    </a:moveTo>
                    <a:cubicBezTo>
                      <a:pt x="11107" y="20080"/>
                      <a:pt x="11107" y="20080"/>
                      <a:pt x="11107" y="20080"/>
                    </a:cubicBezTo>
                    <a:cubicBezTo>
                      <a:pt x="10827" y="20050"/>
                      <a:pt x="10827" y="20050"/>
                      <a:pt x="10827" y="20050"/>
                    </a:cubicBezTo>
                    <a:cubicBezTo>
                      <a:pt x="10536" y="20015"/>
                      <a:pt x="10536" y="20015"/>
                      <a:pt x="10536" y="20015"/>
                    </a:cubicBezTo>
                    <a:cubicBezTo>
                      <a:pt x="10502" y="20259"/>
                      <a:pt x="10502" y="20259"/>
                      <a:pt x="10502" y="20259"/>
                    </a:cubicBezTo>
                    <a:cubicBezTo>
                      <a:pt x="10799" y="20295"/>
                      <a:pt x="10799" y="20295"/>
                      <a:pt x="10799" y="20295"/>
                    </a:cubicBezTo>
                    <a:cubicBezTo>
                      <a:pt x="11082" y="20325"/>
                      <a:pt x="11082" y="20325"/>
                      <a:pt x="11082" y="20325"/>
                    </a:cubicBezTo>
                    <a:cubicBezTo>
                      <a:pt x="11241" y="20340"/>
                      <a:pt x="11241" y="20340"/>
                      <a:pt x="11241" y="20340"/>
                    </a:cubicBezTo>
                    <a:cubicBezTo>
                      <a:pt x="11265" y="20095"/>
                      <a:pt x="11265" y="20095"/>
                      <a:pt x="11265" y="20095"/>
                    </a:cubicBezTo>
                    <a:close/>
                    <a:moveTo>
                      <a:pt x="10050" y="19948"/>
                    </a:moveTo>
                    <a:cubicBezTo>
                      <a:pt x="9972" y="19936"/>
                      <a:pt x="9972" y="19936"/>
                      <a:pt x="9972" y="19936"/>
                    </a:cubicBezTo>
                    <a:cubicBezTo>
                      <a:pt x="9683" y="19890"/>
                      <a:pt x="9683" y="19890"/>
                      <a:pt x="9683" y="19890"/>
                    </a:cubicBezTo>
                    <a:cubicBezTo>
                      <a:pt x="9390" y="19840"/>
                      <a:pt x="9390" y="19840"/>
                      <a:pt x="9390" y="19840"/>
                    </a:cubicBezTo>
                    <a:cubicBezTo>
                      <a:pt x="9326" y="19828"/>
                      <a:pt x="9326" y="19828"/>
                      <a:pt x="9326" y="19828"/>
                    </a:cubicBezTo>
                    <a:cubicBezTo>
                      <a:pt x="9280" y="20069"/>
                      <a:pt x="9280" y="20069"/>
                      <a:pt x="9280" y="20069"/>
                    </a:cubicBezTo>
                    <a:cubicBezTo>
                      <a:pt x="9347" y="20082"/>
                      <a:pt x="9347" y="20082"/>
                      <a:pt x="9347" y="20082"/>
                    </a:cubicBezTo>
                    <a:cubicBezTo>
                      <a:pt x="9642" y="20133"/>
                      <a:pt x="9642" y="20133"/>
                      <a:pt x="9642" y="20133"/>
                    </a:cubicBezTo>
                    <a:cubicBezTo>
                      <a:pt x="9935" y="20179"/>
                      <a:pt x="9935" y="20179"/>
                      <a:pt x="9935" y="20179"/>
                    </a:cubicBezTo>
                    <a:cubicBezTo>
                      <a:pt x="10013" y="20191"/>
                      <a:pt x="10013" y="20191"/>
                      <a:pt x="10013" y="20191"/>
                    </a:cubicBezTo>
                    <a:cubicBezTo>
                      <a:pt x="10050" y="19948"/>
                      <a:pt x="10050" y="19948"/>
                      <a:pt x="10050" y="19948"/>
                    </a:cubicBezTo>
                    <a:close/>
                    <a:moveTo>
                      <a:pt x="8844" y="19735"/>
                    </a:moveTo>
                    <a:cubicBezTo>
                      <a:pt x="8798" y="19726"/>
                      <a:pt x="8798" y="19726"/>
                      <a:pt x="8798" y="19726"/>
                    </a:cubicBezTo>
                    <a:cubicBezTo>
                      <a:pt x="8499" y="19663"/>
                      <a:pt x="8499" y="19663"/>
                      <a:pt x="8499" y="19663"/>
                    </a:cubicBezTo>
                    <a:cubicBezTo>
                      <a:pt x="8196" y="19595"/>
                      <a:pt x="8196" y="19595"/>
                      <a:pt x="8196" y="19595"/>
                    </a:cubicBezTo>
                    <a:cubicBezTo>
                      <a:pt x="8127" y="19579"/>
                      <a:pt x="8127" y="19579"/>
                      <a:pt x="8127" y="19579"/>
                    </a:cubicBezTo>
                    <a:cubicBezTo>
                      <a:pt x="8069" y="19818"/>
                      <a:pt x="8069" y="19818"/>
                      <a:pt x="8069" y="19818"/>
                    </a:cubicBezTo>
                    <a:cubicBezTo>
                      <a:pt x="8141" y="19835"/>
                      <a:pt x="8141" y="19835"/>
                      <a:pt x="8141" y="19835"/>
                    </a:cubicBezTo>
                    <a:cubicBezTo>
                      <a:pt x="8446" y="19903"/>
                      <a:pt x="8446" y="19903"/>
                      <a:pt x="8446" y="19903"/>
                    </a:cubicBezTo>
                    <a:cubicBezTo>
                      <a:pt x="8749" y="19967"/>
                      <a:pt x="8749" y="19967"/>
                      <a:pt x="8749" y="19967"/>
                    </a:cubicBezTo>
                    <a:cubicBezTo>
                      <a:pt x="8795" y="19976"/>
                      <a:pt x="8795" y="19976"/>
                      <a:pt x="8795" y="19976"/>
                    </a:cubicBezTo>
                    <a:cubicBezTo>
                      <a:pt x="8844" y="19735"/>
                      <a:pt x="8844" y="19735"/>
                      <a:pt x="8844" y="19735"/>
                    </a:cubicBezTo>
                    <a:close/>
                    <a:moveTo>
                      <a:pt x="7650" y="19463"/>
                    </a:moveTo>
                    <a:cubicBezTo>
                      <a:pt x="7584" y="19447"/>
                      <a:pt x="7584" y="19447"/>
                      <a:pt x="7584" y="19447"/>
                    </a:cubicBezTo>
                    <a:cubicBezTo>
                      <a:pt x="7273" y="19366"/>
                      <a:pt x="7273" y="19366"/>
                      <a:pt x="7273" y="19366"/>
                    </a:cubicBezTo>
                    <a:cubicBezTo>
                      <a:pt x="6940" y="19275"/>
                      <a:pt x="6940" y="19275"/>
                      <a:pt x="6940" y="19275"/>
                    </a:cubicBezTo>
                    <a:cubicBezTo>
                      <a:pt x="6871" y="19511"/>
                      <a:pt x="6871" y="19511"/>
                      <a:pt x="6871" y="19511"/>
                    </a:cubicBezTo>
                    <a:cubicBezTo>
                      <a:pt x="7210" y="19604"/>
                      <a:pt x="7210" y="19604"/>
                      <a:pt x="7210" y="19604"/>
                    </a:cubicBezTo>
                    <a:cubicBezTo>
                      <a:pt x="7523" y="19685"/>
                      <a:pt x="7523" y="19685"/>
                      <a:pt x="7523" y="19685"/>
                    </a:cubicBezTo>
                    <a:cubicBezTo>
                      <a:pt x="7589" y="19702"/>
                      <a:pt x="7589" y="19702"/>
                      <a:pt x="7589" y="19702"/>
                    </a:cubicBezTo>
                    <a:cubicBezTo>
                      <a:pt x="7650" y="19463"/>
                      <a:pt x="7650" y="19463"/>
                      <a:pt x="7650" y="19463"/>
                    </a:cubicBezTo>
                    <a:close/>
                    <a:moveTo>
                      <a:pt x="6469" y="19138"/>
                    </a:moveTo>
                    <a:cubicBezTo>
                      <a:pt x="6327" y="19096"/>
                      <a:pt x="6327" y="19096"/>
                      <a:pt x="6327" y="19096"/>
                    </a:cubicBezTo>
                    <a:cubicBezTo>
                      <a:pt x="6006" y="18996"/>
                      <a:pt x="6006" y="18996"/>
                      <a:pt x="6006" y="18996"/>
                    </a:cubicBezTo>
                    <a:cubicBezTo>
                      <a:pt x="5766" y="18919"/>
                      <a:pt x="5766" y="18919"/>
                      <a:pt x="5766" y="18919"/>
                    </a:cubicBezTo>
                    <a:cubicBezTo>
                      <a:pt x="5690" y="19153"/>
                      <a:pt x="5690" y="19153"/>
                      <a:pt x="5690" y="19153"/>
                    </a:cubicBezTo>
                    <a:cubicBezTo>
                      <a:pt x="5932" y="19231"/>
                      <a:pt x="5932" y="19231"/>
                      <a:pt x="5932" y="19231"/>
                    </a:cubicBezTo>
                    <a:cubicBezTo>
                      <a:pt x="6255" y="19331"/>
                      <a:pt x="6255" y="19331"/>
                      <a:pt x="6255" y="19331"/>
                    </a:cubicBezTo>
                    <a:cubicBezTo>
                      <a:pt x="6397" y="19373"/>
                      <a:pt x="6397" y="19373"/>
                      <a:pt x="6397" y="19373"/>
                    </a:cubicBezTo>
                    <a:cubicBezTo>
                      <a:pt x="6469" y="19138"/>
                      <a:pt x="6469" y="19138"/>
                      <a:pt x="6469" y="19138"/>
                    </a:cubicBezTo>
                    <a:close/>
                    <a:moveTo>
                      <a:pt x="5301" y="18765"/>
                    </a:moveTo>
                    <a:cubicBezTo>
                      <a:pt x="5026" y="18670"/>
                      <a:pt x="5026" y="18670"/>
                      <a:pt x="5026" y="18670"/>
                    </a:cubicBezTo>
                    <a:cubicBezTo>
                      <a:pt x="4694" y="18552"/>
                      <a:pt x="4694" y="18552"/>
                      <a:pt x="4694" y="18552"/>
                    </a:cubicBezTo>
                    <a:cubicBezTo>
                      <a:pt x="4608" y="18520"/>
                      <a:pt x="4608" y="18520"/>
                      <a:pt x="4608" y="18520"/>
                    </a:cubicBezTo>
                    <a:cubicBezTo>
                      <a:pt x="4521" y="18751"/>
                      <a:pt x="4521" y="18751"/>
                      <a:pt x="4521" y="18751"/>
                    </a:cubicBezTo>
                    <a:cubicBezTo>
                      <a:pt x="4610" y="18783"/>
                      <a:pt x="4610" y="18783"/>
                      <a:pt x="4610" y="18783"/>
                    </a:cubicBezTo>
                    <a:cubicBezTo>
                      <a:pt x="4945" y="18903"/>
                      <a:pt x="4945" y="18903"/>
                      <a:pt x="4945" y="18903"/>
                    </a:cubicBezTo>
                    <a:cubicBezTo>
                      <a:pt x="5220" y="18997"/>
                      <a:pt x="5220" y="18997"/>
                      <a:pt x="5220" y="18997"/>
                    </a:cubicBezTo>
                    <a:cubicBezTo>
                      <a:pt x="5301" y="18765"/>
                      <a:pt x="5301" y="18765"/>
                      <a:pt x="5301" y="18765"/>
                    </a:cubicBezTo>
                    <a:close/>
                    <a:moveTo>
                      <a:pt x="4147" y="18348"/>
                    </a:moveTo>
                    <a:cubicBezTo>
                      <a:pt x="4021" y="18301"/>
                      <a:pt x="4021" y="18301"/>
                      <a:pt x="4021" y="18301"/>
                    </a:cubicBezTo>
                    <a:cubicBezTo>
                      <a:pt x="3681" y="18168"/>
                      <a:pt x="3681" y="18168"/>
                      <a:pt x="3681" y="18168"/>
                    </a:cubicBezTo>
                    <a:cubicBezTo>
                      <a:pt x="3462" y="18080"/>
                      <a:pt x="3462" y="18080"/>
                      <a:pt x="3462" y="18080"/>
                    </a:cubicBezTo>
                    <a:cubicBezTo>
                      <a:pt x="3369" y="18308"/>
                      <a:pt x="3369" y="18308"/>
                      <a:pt x="3369" y="18308"/>
                    </a:cubicBezTo>
                    <a:cubicBezTo>
                      <a:pt x="3590" y="18397"/>
                      <a:pt x="3590" y="18397"/>
                      <a:pt x="3590" y="18397"/>
                    </a:cubicBezTo>
                    <a:cubicBezTo>
                      <a:pt x="3933" y="18530"/>
                      <a:pt x="3933" y="18530"/>
                      <a:pt x="3933" y="18530"/>
                    </a:cubicBezTo>
                    <a:cubicBezTo>
                      <a:pt x="4059" y="18578"/>
                      <a:pt x="4059" y="18578"/>
                      <a:pt x="4059" y="18578"/>
                    </a:cubicBezTo>
                    <a:cubicBezTo>
                      <a:pt x="4147" y="18348"/>
                      <a:pt x="4147" y="18348"/>
                      <a:pt x="4147" y="18348"/>
                    </a:cubicBezTo>
                    <a:close/>
                    <a:moveTo>
                      <a:pt x="3008" y="17894"/>
                    </a:moveTo>
                    <a:cubicBezTo>
                      <a:pt x="2641" y="17739"/>
                      <a:pt x="2641" y="17739"/>
                      <a:pt x="2641" y="17739"/>
                    </a:cubicBezTo>
                    <a:cubicBezTo>
                      <a:pt x="2331" y="17604"/>
                      <a:pt x="2331" y="17604"/>
                      <a:pt x="2331" y="17604"/>
                    </a:cubicBezTo>
                    <a:cubicBezTo>
                      <a:pt x="2232" y="17829"/>
                      <a:pt x="2232" y="17829"/>
                      <a:pt x="2232" y="17829"/>
                    </a:cubicBezTo>
                    <a:cubicBezTo>
                      <a:pt x="2544" y="17965"/>
                      <a:pt x="2544" y="17965"/>
                      <a:pt x="2544" y="17965"/>
                    </a:cubicBezTo>
                    <a:cubicBezTo>
                      <a:pt x="2913" y="18121"/>
                      <a:pt x="2913" y="18121"/>
                      <a:pt x="2913" y="18121"/>
                    </a:cubicBezTo>
                    <a:cubicBezTo>
                      <a:pt x="3008" y="17894"/>
                      <a:pt x="3008" y="17894"/>
                      <a:pt x="3008" y="17894"/>
                    </a:cubicBezTo>
                    <a:close/>
                    <a:moveTo>
                      <a:pt x="1883" y="17404"/>
                    </a:moveTo>
                    <a:cubicBezTo>
                      <a:pt x="1575" y="17264"/>
                      <a:pt x="1575" y="17264"/>
                      <a:pt x="1575" y="17264"/>
                    </a:cubicBezTo>
                    <a:cubicBezTo>
                      <a:pt x="1214" y="17095"/>
                      <a:pt x="1214" y="17095"/>
                      <a:pt x="1214" y="17095"/>
                    </a:cubicBezTo>
                    <a:cubicBezTo>
                      <a:pt x="1109" y="17318"/>
                      <a:pt x="1109" y="17318"/>
                      <a:pt x="1109" y="17318"/>
                    </a:cubicBezTo>
                    <a:cubicBezTo>
                      <a:pt x="1472" y="17487"/>
                      <a:pt x="1472" y="17487"/>
                      <a:pt x="1472" y="17487"/>
                    </a:cubicBezTo>
                    <a:cubicBezTo>
                      <a:pt x="1780" y="17628"/>
                      <a:pt x="1780" y="17628"/>
                      <a:pt x="1780" y="17628"/>
                    </a:cubicBezTo>
                    <a:lnTo>
                      <a:pt x="1883" y="1740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5" name="Google Shape;695;p31"/>
            <p:cNvGrpSpPr/>
            <p:nvPr/>
          </p:nvGrpSpPr>
          <p:grpSpPr>
            <a:xfrm rot="8999956">
              <a:off x="82885" y="3509839"/>
              <a:ext cx="146303" cy="261934"/>
              <a:chOff x="7419591" y="3612333"/>
              <a:chExt cx="146306" cy="261940"/>
            </a:xfrm>
          </p:grpSpPr>
          <p:sp>
            <p:nvSpPr>
              <p:cNvPr id="696" name="Google Shape;696;p31"/>
              <p:cNvSpPr/>
              <p:nvPr/>
            </p:nvSpPr>
            <p:spPr>
              <a:xfrm>
                <a:off x="7426735" y="3612333"/>
                <a:ext cx="132160" cy="26194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002" extrusionOk="0">
                    <a:moveTo>
                      <a:pt x="0" y="2644"/>
                    </a:moveTo>
                    <a:cubicBezTo>
                      <a:pt x="0" y="184"/>
                      <a:pt x="0" y="184"/>
                      <a:pt x="0" y="184"/>
                    </a:cubicBezTo>
                    <a:cubicBezTo>
                      <a:pt x="0" y="82"/>
                      <a:pt x="83" y="0"/>
                      <a:pt x="184" y="0"/>
                    </a:cubicBezTo>
                    <a:cubicBezTo>
                      <a:pt x="1323" y="0"/>
                      <a:pt x="1323" y="0"/>
                      <a:pt x="1323" y="0"/>
                    </a:cubicBezTo>
                    <a:cubicBezTo>
                      <a:pt x="1424" y="0"/>
                      <a:pt x="1507" y="82"/>
                      <a:pt x="1507" y="184"/>
                    </a:cubicBezTo>
                    <a:cubicBezTo>
                      <a:pt x="1507" y="2644"/>
                      <a:pt x="1507" y="2644"/>
                      <a:pt x="1507" y="2644"/>
                    </a:cubicBezTo>
                    <a:cubicBezTo>
                      <a:pt x="1507" y="2821"/>
                      <a:pt x="1377" y="2969"/>
                      <a:pt x="1208" y="2997"/>
                    </a:cubicBezTo>
                    <a:cubicBezTo>
                      <a:pt x="1189" y="3001"/>
                      <a:pt x="1169" y="3002"/>
                      <a:pt x="1149" y="3002"/>
                    </a:cubicBezTo>
                    <a:cubicBezTo>
                      <a:pt x="358" y="3002"/>
                      <a:pt x="358" y="3002"/>
                      <a:pt x="358" y="3002"/>
                    </a:cubicBezTo>
                    <a:cubicBezTo>
                      <a:pt x="161" y="3002"/>
                      <a:pt x="0" y="2841"/>
                      <a:pt x="0" y="264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" name="Google Shape;697;p31"/>
              <p:cNvSpPr/>
              <p:nvPr/>
            </p:nvSpPr>
            <p:spPr>
              <a:xfrm>
                <a:off x="7523175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283" y="0"/>
                    </a:moveTo>
                    <a:cubicBezTo>
                      <a:pt x="308" y="0"/>
                      <a:pt x="328" y="20"/>
                      <a:pt x="328" y="44"/>
                    </a:cubicBezTo>
                    <a:cubicBezTo>
                      <a:pt x="328" y="201"/>
                      <a:pt x="201" y="328"/>
                      <a:pt x="44" y="328"/>
                    </a:cubicBezTo>
                    <a:cubicBezTo>
                      <a:pt x="20" y="328"/>
                      <a:pt x="0" y="308"/>
                      <a:pt x="0" y="283"/>
                    </a:cubicBezTo>
                    <a:cubicBezTo>
                      <a:pt x="0" y="258"/>
                      <a:pt x="20" y="238"/>
                      <a:pt x="44" y="238"/>
                    </a:cubicBezTo>
                    <a:cubicBezTo>
                      <a:pt x="151" y="238"/>
                      <a:pt x="238" y="151"/>
                      <a:pt x="238" y="44"/>
                    </a:cubicBezTo>
                    <a:cubicBezTo>
                      <a:pt x="238" y="20"/>
                      <a:pt x="258" y="0"/>
                      <a:pt x="283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31"/>
              <p:cNvSpPr/>
              <p:nvPr/>
            </p:nvSpPr>
            <p:spPr>
              <a:xfrm>
                <a:off x="7433879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45" y="0"/>
                    </a:moveTo>
                    <a:cubicBezTo>
                      <a:pt x="70" y="0"/>
                      <a:pt x="90" y="20"/>
                      <a:pt x="90" y="44"/>
                    </a:cubicBezTo>
                    <a:cubicBezTo>
                      <a:pt x="90" y="151"/>
                      <a:pt x="177" y="238"/>
                      <a:pt x="284" y="238"/>
                    </a:cubicBezTo>
                    <a:cubicBezTo>
                      <a:pt x="308" y="238"/>
                      <a:pt x="328" y="258"/>
                      <a:pt x="328" y="283"/>
                    </a:cubicBezTo>
                    <a:cubicBezTo>
                      <a:pt x="328" y="308"/>
                      <a:pt x="308" y="328"/>
                      <a:pt x="284" y="328"/>
                    </a:cubicBezTo>
                    <a:cubicBezTo>
                      <a:pt x="128" y="328"/>
                      <a:pt x="0" y="201"/>
                      <a:pt x="0" y="44"/>
                    </a:cubicBezTo>
                    <a:cubicBezTo>
                      <a:pt x="0" y="20"/>
                      <a:pt x="20" y="0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31"/>
              <p:cNvSpPr/>
              <p:nvPr/>
            </p:nvSpPr>
            <p:spPr>
              <a:xfrm>
                <a:off x="7519603" y="3619477"/>
                <a:ext cx="238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2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63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3" y="104"/>
                      <a:pt x="262" y="104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31"/>
              <p:cNvSpPr/>
              <p:nvPr/>
            </p:nvSpPr>
            <p:spPr>
              <a:xfrm>
                <a:off x="7445785" y="3619477"/>
                <a:ext cx="226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1" y="0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62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2" y="104"/>
                      <a:pt x="261" y="104"/>
                    </a:cubicBezTo>
                    <a:cubicBezTo>
                      <a:pt x="1" y="104"/>
                      <a:pt x="1" y="104"/>
                      <a:pt x="1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31"/>
              <p:cNvSpPr/>
              <p:nvPr/>
            </p:nvSpPr>
            <p:spPr>
              <a:xfrm>
                <a:off x="7455310" y="3649243"/>
                <a:ext cx="7858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31" extrusionOk="0">
                    <a:moveTo>
                      <a:pt x="94" y="131"/>
                    </a:moveTo>
                    <a:cubicBezTo>
                      <a:pt x="33" y="80"/>
                      <a:pt x="33" y="80"/>
                      <a:pt x="33" y="80"/>
                    </a:cubicBezTo>
                    <a:cubicBezTo>
                      <a:pt x="0" y="53"/>
                      <a:pt x="19" y="0"/>
                      <a:pt x="61" y="0"/>
                    </a:cubicBezTo>
                    <a:cubicBezTo>
                      <a:pt x="840" y="0"/>
                      <a:pt x="840" y="0"/>
                      <a:pt x="840" y="0"/>
                    </a:cubicBezTo>
                    <a:cubicBezTo>
                      <a:pt x="882" y="0"/>
                      <a:pt x="901" y="53"/>
                      <a:pt x="868" y="80"/>
                    </a:cubicBezTo>
                    <a:cubicBezTo>
                      <a:pt x="807" y="131"/>
                      <a:pt x="807" y="131"/>
                      <a:pt x="807" y="131"/>
                    </a:cubicBezTo>
                    <a:lnTo>
                      <a:pt x="94" y="131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31"/>
              <p:cNvSpPr/>
              <p:nvPr/>
            </p:nvSpPr>
            <p:spPr>
              <a:xfrm>
                <a:off x="7452928" y="3770686"/>
                <a:ext cx="82152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941" h="450" extrusionOk="0">
                    <a:moveTo>
                      <a:pt x="36" y="257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807" y="0"/>
                      <a:pt x="807" y="0"/>
                      <a:pt x="807" y="0"/>
                    </a:cubicBezTo>
                    <a:cubicBezTo>
                      <a:pt x="905" y="257"/>
                      <a:pt x="905" y="257"/>
                      <a:pt x="905" y="257"/>
                    </a:cubicBezTo>
                    <a:cubicBezTo>
                      <a:pt x="941" y="350"/>
                      <a:pt x="872" y="450"/>
                      <a:pt x="772" y="450"/>
                    </a:cubicBezTo>
                    <a:cubicBezTo>
                      <a:pt x="169" y="450"/>
                      <a:pt x="169" y="450"/>
                      <a:pt x="169" y="450"/>
                    </a:cubicBezTo>
                    <a:cubicBezTo>
                      <a:pt x="69" y="450"/>
                      <a:pt x="0" y="350"/>
                      <a:pt x="36" y="257"/>
                    </a:cubicBezTo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31"/>
              <p:cNvSpPr/>
              <p:nvPr/>
            </p:nvSpPr>
            <p:spPr>
              <a:xfrm>
                <a:off x="7449356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0"/>
                    </a:moveTo>
                    <a:lnTo>
                      <a:pt x="7" y="30"/>
                    </a:lnTo>
                    <a:lnTo>
                      <a:pt x="0" y="33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31"/>
              <p:cNvSpPr/>
              <p:nvPr/>
            </p:nvSpPr>
            <p:spPr>
              <a:xfrm>
                <a:off x="7449356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33"/>
                    </a:moveTo>
                    <a:lnTo>
                      <a:pt x="7" y="3"/>
                    </a:lnTo>
                    <a:lnTo>
                      <a:pt x="0" y="0"/>
                    </a:lnTo>
                    <a:lnTo>
                      <a:pt x="0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31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31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31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31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31"/>
              <p:cNvSpPr/>
              <p:nvPr/>
            </p:nvSpPr>
            <p:spPr>
              <a:xfrm>
                <a:off x="7529128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151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84"/>
                      <a:pt x="112" y="84"/>
                      <a:pt x="112" y="84"/>
                    </a:cubicBezTo>
                    <a:cubicBezTo>
                      <a:pt x="157" y="84"/>
                      <a:pt x="157" y="84"/>
                      <a:pt x="157" y="84"/>
                    </a:cubicBezTo>
                    <a:cubicBezTo>
                      <a:pt x="158" y="84"/>
                      <a:pt x="158" y="85"/>
                      <a:pt x="158" y="86"/>
                    </a:cubicBezTo>
                    <a:cubicBezTo>
                      <a:pt x="158" y="187"/>
                      <a:pt x="158" y="187"/>
                      <a:pt x="158" y="187"/>
                    </a:cubicBezTo>
                    <a:cubicBezTo>
                      <a:pt x="158" y="188"/>
                      <a:pt x="158" y="188"/>
                      <a:pt x="157" y="188"/>
                    </a:cubicBezTo>
                    <a:cubicBezTo>
                      <a:pt x="112" y="188"/>
                      <a:pt x="112" y="188"/>
                      <a:pt x="112" y="188"/>
                    </a:cubicBezTo>
                    <a:cubicBezTo>
                      <a:pt x="112" y="1541"/>
                      <a:pt x="112" y="1541"/>
                      <a:pt x="112" y="1541"/>
                    </a:cubicBezTo>
                    <a:cubicBezTo>
                      <a:pt x="112" y="1542"/>
                      <a:pt x="112" y="1542"/>
                      <a:pt x="112" y="1542"/>
                    </a:cubicBezTo>
                    <a:cubicBezTo>
                      <a:pt x="112" y="1685"/>
                      <a:pt x="112" y="1685"/>
                      <a:pt x="112" y="1685"/>
                    </a:cubicBezTo>
                    <a:cubicBezTo>
                      <a:pt x="95" y="1678"/>
                      <a:pt x="95" y="1678"/>
                      <a:pt x="95" y="1678"/>
                    </a:cubicBezTo>
                    <a:cubicBezTo>
                      <a:pt x="41" y="2107"/>
                      <a:pt x="41" y="2107"/>
                      <a:pt x="41" y="2107"/>
                    </a:cubicBezTo>
                    <a:cubicBezTo>
                      <a:pt x="43" y="2130"/>
                      <a:pt x="40" y="2154"/>
                      <a:pt x="32" y="2175"/>
                    </a:cubicBezTo>
                    <a:cubicBezTo>
                      <a:pt x="32" y="2175"/>
                      <a:pt x="32" y="2175"/>
                      <a:pt x="32" y="2175"/>
                    </a:cubicBezTo>
                    <a:cubicBezTo>
                      <a:pt x="0" y="2373"/>
                      <a:pt x="4" y="2615"/>
                      <a:pt x="21" y="2833"/>
                    </a:cubicBezTo>
                    <a:cubicBezTo>
                      <a:pt x="107" y="2814"/>
                      <a:pt x="171" y="2736"/>
                      <a:pt x="171" y="2644"/>
                    </a:cubicBezTo>
                    <a:cubicBezTo>
                      <a:pt x="171" y="2620"/>
                      <a:pt x="191" y="2600"/>
                      <a:pt x="216" y="2600"/>
                    </a:cubicBezTo>
                    <a:cubicBezTo>
                      <a:pt x="241" y="2600"/>
                      <a:pt x="261" y="2620"/>
                      <a:pt x="261" y="2644"/>
                    </a:cubicBezTo>
                    <a:cubicBezTo>
                      <a:pt x="261" y="2783"/>
                      <a:pt x="160" y="2899"/>
                      <a:pt x="28" y="2923"/>
                    </a:cubicBezTo>
                    <a:cubicBezTo>
                      <a:pt x="31" y="2948"/>
                      <a:pt x="33" y="2973"/>
                      <a:pt x="36" y="2997"/>
                    </a:cubicBezTo>
                    <a:cubicBezTo>
                      <a:pt x="205" y="2969"/>
                      <a:pt x="335" y="2821"/>
                      <a:pt x="335" y="2644"/>
                    </a:cubicBezTo>
                    <a:cubicBezTo>
                      <a:pt x="335" y="184"/>
                      <a:pt x="335" y="184"/>
                      <a:pt x="335" y="184"/>
                    </a:cubicBezTo>
                    <a:cubicBezTo>
                      <a:pt x="335" y="82"/>
                      <a:pt x="252" y="0"/>
                      <a:pt x="151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" name="Google Shape;710;p31"/>
              <p:cNvSpPr/>
              <p:nvPr/>
            </p:nvSpPr>
            <p:spPr>
              <a:xfrm>
                <a:off x="7538653" y="3619477"/>
                <a:ext cx="47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" h="104" extrusionOk="0">
                    <a:moveTo>
                      <a:pt x="4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6" y="104"/>
                      <a:pt x="46" y="104"/>
                      <a:pt x="46" y="103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6" y="1"/>
                      <a:pt x="46" y="0"/>
                      <a:pt x="45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" name="Google Shape;711;p31"/>
              <p:cNvSpPr/>
              <p:nvPr/>
            </p:nvSpPr>
            <p:spPr>
              <a:xfrm>
                <a:off x="7532700" y="3795688"/>
                <a:ext cx="0" cy="5953"/>
              </a:xfrm>
              <a:custGeom>
                <a:avLst/>
                <a:gdLst/>
                <a:ahLst/>
                <a:cxnLst/>
                <a:rect l="l" t="t" r="r" b="b"/>
                <a:pathLst>
                  <a:path w="11" h="68" extrusionOk="0">
                    <a:moveTo>
                      <a:pt x="0" y="0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47"/>
                      <a:pt x="0" y="23"/>
                      <a:pt x="0" y="0"/>
                    </a:cubicBezTo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" name="Google Shape;712;p31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" name="Google Shape;713;p31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31"/>
              <p:cNvSpPr/>
              <p:nvPr/>
            </p:nvSpPr>
            <p:spPr>
              <a:xfrm>
                <a:off x="7426735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223" y="0"/>
                    </a:moveTo>
                    <a:cubicBezTo>
                      <a:pt x="184" y="0"/>
                      <a:pt x="184" y="0"/>
                      <a:pt x="184" y="0"/>
                    </a:cubicBezTo>
                    <a:cubicBezTo>
                      <a:pt x="83" y="0"/>
                      <a:pt x="0" y="82"/>
                      <a:pt x="0" y="184"/>
                    </a:cubicBezTo>
                    <a:cubicBezTo>
                      <a:pt x="0" y="2644"/>
                      <a:pt x="0" y="2644"/>
                      <a:pt x="0" y="2644"/>
                    </a:cubicBezTo>
                    <a:cubicBezTo>
                      <a:pt x="0" y="2821"/>
                      <a:pt x="130" y="2969"/>
                      <a:pt x="299" y="2997"/>
                    </a:cubicBezTo>
                    <a:cubicBezTo>
                      <a:pt x="302" y="2973"/>
                      <a:pt x="304" y="2949"/>
                      <a:pt x="307" y="2923"/>
                    </a:cubicBezTo>
                    <a:cubicBezTo>
                      <a:pt x="174" y="2900"/>
                      <a:pt x="72" y="2784"/>
                      <a:pt x="72" y="2644"/>
                    </a:cubicBezTo>
                    <a:cubicBezTo>
                      <a:pt x="72" y="2620"/>
                      <a:pt x="92" y="2600"/>
                      <a:pt x="117" y="2600"/>
                    </a:cubicBezTo>
                    <a:cubicBezTo>
                      <a:pt x="142" y="2600"/>
                      <a:pt x="162" y="2620"/>
                      <a:pt x="162" y="2644"/>
                    </a:cubicBezTo>
                    <a:cubicBezTo>
                      <a:pt x="162" y="2737"/>
                      <a:pt x="227" y="2815"/>
                      <a:pt x="314" y="2834"/>
                    </a:cubicBezTo>
                    <a:cubicBezTo>
                      <a:pt x="331" y="2615"/>
                      <a:pt x="335" y="2373"/>
                      <a:pt x="303" y="2175"/>
                    </a:cubicBezTo>
                    <a:cubicBezTo>
                      <a:pt x="223" y="1541"/>
                      <a:pt x="223" y="1541"/>
                      <a:pt x="223" y="1541"/>
                    </a:cubicBezTo>
                    <a:cubicBezTo>
                      <a:pt x="223" y="188"/>
                      <a:pt x="223" y="188"/>
                      <a:pt x="223" y="188"/>
                    </a:cubicBezTo>
                    <a:cubicBezTo>
                      <a:pt x="208" y="188"/>
                      <a:pt x="208" y="188"/>
                      <a:pt x="208" y="188"/>
                    </a:cubicBezTo>
                    <a:cubicBezTo>
                      <a:pt x="208" y="188"/>
                      <a:pt x="207" y="188"/>
                      <a:pt x="207" y="187"/>
                    </a:cubicBezTo>
                    <a:cubicBezTo>
                      <a:pt x="207" y="86"/>
                      <a:pt x="207" y="86"/>
                      <a:pt x="207" y="86"/>
                    </a:cubicBezTo>
                    <a:cubicBezTo>
                      <a:pt x="207" y="85"/>
                      <a:pt x="208" y="84"/>
                      <a:pt x="208" y="84"/>
                    </a:cubicBezTo>
                    <a:cubicBezTo>
                      <a:pt x="223" y="84"/>
                      <a:pt x="223" y="84"/>
                      <a:pt x="223" y="84"/>
                    </a:cubicBezTo>
                    <a:cubicBezTo>
                      <a:pt x="223" y="0"/>
                      <a:pt x="223" y="0"/>
                      <a:pt x="223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31"/>
              <p:cNvSpPr/>
              <p:nvPr/>
            </p:nvSpPr>
            <p:spPr>
              <a:xfrm>
                <a:off x="7445785" y="3619477"/>
                <a:ext cx="11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04" extrusionOk="0">
                    <a:moveTo>
                      <a:pt x="16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1" y="104"/>
                      <a:pt x="1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31"/>
              <p:cNvSpPr/>
              <p:nvPr/>
            </p:nvSpPr>
            <p:spPr>
              <a:xfrm>
                <a:off x="7545797" y="3780211"/>
                <a:ext cx="20100" cy="15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31"/>
              <p:cNvSpPr/>
              <p:nvPr/>
            </p:nvSpPr>
            <p:spPr>
              <a:xfrm>
                <a:off x="7419591" y="3780211"/>
                <a:ext cx="20100" cy="15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8" name="Google Shape;718;p31"/>
            <p:cNvGrpSpPr/>
            <p:nvPr/>
          </p:nvGrpSpPr>
          <p:grpSpPr>
            <a:xfrm rot="-1800044" flipH="1">
              <a:off x="494603" y="4783183"/>
              <a:ext cx="146303" cy="261934"/>
              <a:chOff x="7419591" y="3612333"/>
              <a:chExt cx="146306" cy="261940"/>
            </a:xfrm>
          </p:grpSpPr>
          <p:sp>
            <p:nvSpPr>
              <p:cNvPr id="719" name="Google Shape;719;p31"/>
              <p:cNvSpPr/>
              <p:nvPr/>
            </p:nvSpPr>
            <p:spPr>
              <a:xfrm>
                <a:off x="7426735" y="3612333"/>
                <a:ext cx="132160" cy="26194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002" extrusionOk="0">
                    <a:moveTo>
                      <a:pt x="0" y="2644"/>
                    </a:moveTo>
                    <a:cubicBezTo>
                      <a:pt x="0" y="184"/>
                      <a:pt x="0" y="184"/>
                      <a:pt x="0" y="184"/>
                    </a:cubicBezTo>
                    <a:cubicBezTo>
                      <a:pt x="0" y="82"/>
                      <a:pt x="83" y="0"/>
                      <a:pt x="184" y="0"/>
                    </a:cubicBezTo>
                    <a:cubicBezTo>
                      <a:pt x="1323" y="0"/>
                      <a:pt x="1323" y="0"/>
                      <a:pt x="1323" y="0"/>
                    </a:cubicBezTo>
                    <a:cubicBezTo>
                      <a:pt x="1424" y="0"/>
                      <a:pt x="1507" y="82"/>
                      <a:pt x="1507" y="184"/>
                    </a:cubicBezTo>
                    <a:cubicBezTo>
                      <a:pt x="1507" y="2644"/>
                      <a:pt x="1507" y="2644"/>
                      <a:pt x="1507" y="2644"/>
                    </a:cubicBezTo>
                    <a:cubicBezTo>
                      <a:pt x="1507" y="2821"/>
                      <a:pt x="1377" y="2969"/>
                      <a:pt x="1208" y="2997"/>
                    </a:cubicBezTo>
                    <a:cubicBezTo>
                      <a:pt x="1189" y="3001"/>
                      <a:pt x="1169" y="3002"/>
                      <a:pt x="1149" y="3002"/>
                    </a:cubicBezTo>
                    <a:cubicBezTo>
                      <a:pt x="358" y="3002"/>
                      <a:pt x="358" y="3002"/>
                      <a:pt x="358" y="3002"/>
                    </a:cubicBezTo>
                    <a:cubicBezTo>
                      <a:pt x="161" y="3002"/>
                      <a:pt x="0" y="2841"/>
                      <a:pt x="0" y="2644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31"/>
              <p:cNvSpPr/>
              <p:nvPr/>
            </p:nvSpPr>
            <p:spPr>
              <a:xfrm>
                <a:off x="7523175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283" y="0"/>
                    </a:moveTo>
                    <a:cubicBezTo>
                      <a:pt x="308" y="0"/>
                      <a:pt x="328" y="20"/>
                      <a:pt x="328" y="44"/>
                    </a:cubicBezTo>
                    <a:cubicBezTo>
                      <a:pt x="328" y="201"/>
                      <a:pt x="201" y="328"/>
                      <a:pt x="44" y="328"/>
                    </a:cubicBezTo>
                    <a:cubicBezTo>
                      <a:pt x="20" y="328"/>
                      <a:pt x="0" y="308"/>
                      <a:pt x="0" y="283"/>
                    </a:cubicBezTo>
                    <a:cubicBezTo>
                      <a:pt x="0" y="258"/>
                      <a:pt x="20" y="238"/>
                      <a:pt x="44" y="238"/>
                    </a:cubicBezTo>
                    <a:cubicBezTo>
                      <a:pt x="151" y="238"/>
                      <a:pt x="238" y="151"/>
                      <a:pt x="238" y="44"/>
                    </a:cubicBezTo>
                    <a:cubicBezTo>
                      <a:pt x="238" y="20"/>
                      <a:pt x="258" y="0"/>
                      <a:pt x="283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31"/>
              <p:cNvSpPr/>
              <p:nvPr/>
            </p:nvSpPr>
            <p:spPr>
              <a:xfrm>
                <a:off x="7433879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45" y="0"/>
                    </a:moveTo>
                    <a:cubicBezTo>
                      <a:pt x="70" y="0"/>
                      <a:pt x="90" y="20"/>
                      <a:pt x="90" y="44"/>
                    </a:cubicBezTo>
                    <a:cubicBezTo>
                      <a:pt x="90" y="151"/>
                      <a:pt x="177" y="238"/>
                      <a:pt x="284" y="238"/>
                    </a:cubicBezTo>
                    <a:cubicBezTo>
                      <a:pt x="308" y="238"/>
                      <a:pt x="328" y="258"/>
                      <a:pt x="328" y="283"/>
                    </a:cubicBezTo>
                    <a:cubicBezTo>
                      <a:pt x="328" y="308"/>
                      <a:pt x="308" y="328"/>
                      <a:pt x="284" y="328"/>
                    </a:cubicBezTo>
                    <a:cubicBezTo>
                      <a:pt x="128" y="328"/>
                      <a:pt x="0" y="201"/>
                      <a:pt x="0" y="44"/>
                    </a:cubicBezTo>
                    <a:cubicBezTo>
                      <a:pt x="0" y="20"/>
                      <a:pt x="20" y="0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31"/>
              <p:cNvSpPr/>
              <p:nvPr/>
            </p:nvSpPr>
            <p:spPr>
              <a:xfrm>
                <a:off x="7519603" y="3619477"/>
                <a:ext cx="238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2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63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3" y="104"/>
                      <a:pt x="262" y="104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31"/>
              <p:cNvSpPr/>
              <p:nvPr/>
            </p:nvSpPr>
            <p:spPr>
              <a:xfrm>
                <a:off x="7445785" y="3619477"/>
                <a:ext cx="226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1" y="0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62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2" y="104"/>
                      <a:pt x="261" y="104"/>
                    </a:cubicBezTo>
                    <a:cubicBezTo>
                      <a:pt x="1" y="104"/>
                      <a:pt x="1" y="104"/>
                      <a:pt x="1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31"/>
              <p:cNvSpPr/>
              <p:nvPr/>
            </p:nvSpPr>
            <p:spPr>
              <a:xfrm>
                <a:off x="7455310" y="3649243"/>
                <a:ext cx="7858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31" extrusionOk="0">
                    <a:moveTo>
                      <a:pt x="94" y="131"/>
                    </a:moveTo>
                    <a:cubicBezTo>
                      <a:pt x="33" y="80"/>
                      <a:pt x="33" y="80"/>
                      <a:pt x="33" y="80"/>
                    </a:cubicBezTo>
                    <a:cubicBezTo>
                      <a:pt x="0" y="53"/>
                      <a:pt x="19" y="0"/>
                      <a:pt x="61" y="0"/>
                    </a:cubicBezTo>
                    <a:cubicBezTo>
                      <a:pt x="840" y="0"/>
                      <a:pt x="840" y="0"/>
                      <a:pt x="840" y="0"/>
                    </a:cubicBezTo>
                    <a:cubicBezTo>
                      <a:pt x="882" y="0"/>
                      <a:pt x="901" y="53"/>
                      <a:pt x="868" y="80"/>
                    </a:cubicBezTo>
                    <a:cubicBezTo>
                      <a:pt x="807" y="131"/>
                      <a:pt x="807" y="131"/>
                      <a:pt x="807" y="131"/>
                    </a:cubicBezTo>
                    <a:lnTo>
                      <a:pt x="94" y="131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31"/>
              <p:cNvSpPr/>
              <p:nvPr/>
            </p:nvSpPr>
            <p:spPr>
              <a:xfrm>
                <a:off x="7452928" y="3770686"/>
                <a:ext cx="82152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941" h="450" extrusionOk="0">
                    <a:moveTo>
                      <a:pt x="36" y="257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807" y="0"/>
                      <a:pt x="807" y="0"/>
                      <a:pt x="807" y="0"/>
                    </a:cubicBezTo>
                    <a:cubicBezTo>
                      <a:pt x="905" y="257"/>
                      <a:pt x="905" y="257"/>
                      <a:pt x="905" y="257"/>
                    </a:cubicBezTo>
                    <a:cubicBezTo>
                      <a:pt x="941" y="350"/>
                      <a:pt x="872" y="450"/>
                      <a:pt x="772" y="450"/>
                    </a:cubicBezTo>
                    <a:cubicBezTo>
                      <a:pt x="169" y="450"/>
                      <a:pt x="169" y="450"/>
                      <a:pt x="169" y="450"/>
                    </a:cubicBezTo>
                    <a:cubicBezTo>
                      <a:pt x="69" y="450"/>
                      <a:pt x="0" y="350"/>
                      <a:pt x="36" y="257"/>
                    </a:cubicBezTo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31"/>
              <p:cNvSpPr/>
              <p:nvPr/>
            </p:nvSpPr>
            <p:spPr>
              <a:xfrm>
                <a:off x="7449356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0"/>
                    </a:moveTo>
                    <a:lnTo>
                      <a:pt x="7" y="30"/>
                    </a:lnTo>
                    <a:lnTo>
                      <a:pt x="0" y="33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31"/>
              <p:cNvSpPr/>
              <p:nvPr/>
            </p:nvSpPr>
            <p:spPr>
              <a:xfrm>
                <a:off x="7449356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33"/>
                    </a:moveTo>
                    <a:lnTo>
                      <a:pt x="7" y="3"/>
                    </a:lnTo>
                    <a:lnTo>
                      <a:pt x="0" y="0"/>
                    </a:lnTo>
                    <a:lnTo>
                      <a:pt x="0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31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31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31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31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31"/>
              <p:cNvSpPr/>
              <p:nvPr/>
            </p:nvSpPr>
            <p:spPr>
              <a:xfrm>
                <a:off x="7529128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151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84"/>
                      <a:pt x="112" y="84"/>
                      <a:pt x="112" y="84"/>
                    </a:cubicBezTo>
                    <a:cubicBezTo>
                      <a:pt x="157" y="84"/>
                      <a:pt x="157" y="84"/>
                      <a:pt x="157" y="84"/>
                    </a:cubicBezTo>
                    <a:cubicBezTo>
                      <a:pt x="158" y="84"/>
                      <a:pt x="158" y="85"/>
                      <a:pt x="158" y="86"/>
                    </a:cubicBezTo>
                    <a:cubicBezTo>
                      <a:pt x="158" y="187"/>
                      <a:pt x="158" y="187"/>
                      <a:pt x="158" y="187"/>
                    </a:cubicBezTo>
                    <a:cubicBezTo>
                      <a:pt x="158" y="188"/>
                      <a:pt x="158" y="188"/>
                      <a:pt x="157" y="188"/>
                    </a:cubicBezTo>
                    <a:cubicBezTo>
                      <a:pt x="112" y="188"/>
                      <a:pt x="112" y="188"/>
                      <a:pt x="112" y="188"/>
                    </a:cubicBezTo>
                    <a:cubicBezTo>
                      <a:pt x="112" y="1541"/>
                      <a:pt x="112" y="1541"/>
                      <a:pt x="112" y="1541"/>
                    </a:cubicBezTo>
                    <a:cubicBezTo>
                      <a:pt x="112" y="1542"/>
                      <a:pt x="112" y="1542"/>
                      <a:pt x="112" y="1542"/>
                    </a:cubicBezTo>
                    <a:cubicBezTo>
                      <a:pt x="112" y="1685"/>
                      <a:pt x="112" y="1685"/>
                      <a:pt x="112" y="1685"/>
                    </a:cubicBezTo>
                    <a:cubicBezTo>
                      <a:pt x="95" y="1678"/>
                      <a:pt x="95" y="1678"/>
                      <a:pt x="95" y="1678"/>
                    </a:cubicBezTo>
                    <a:cubicBezTo>
                      <a:pt x="41" y="2107"/>
                      <a:pt x="41" y="2107"/>
                      <a:pt x="41" y="2107"/>
                    </a:cubicBezTo>
                    <a:cubicBezTo>
                      <a:pt x="43" y="2130"/>
                      <a:pt x="40" y="2154"/>
                      <a:pt x="32" y="2175"/>
                    </a:cubicBezTo>
                    <a:cubicBezTo>
                      <a:pt x="32" y="2175"/>
                      <a:pt x="32" y="2175"/>
                      <a:pt x="32" y="2175"/>
                    </a:cubicBezTo>
                    <a:cubicBezTo>
                      <a:pt x="0" y="2373"/>
                      <a:pt x="4" y="2615"/>
                      <a:pt x="21" y="2833"/>
                    </a:cubicBezTo>
                    <a:cubicBezTo>
                      <a:pt x="107" y="2814"/>
                      <a:pt x="171" y="2736"/>
                      <a:pt x="171" y="2644"/>
                    </a:cubicBezTo>
                    <a:cubicBezTo>
                      <a:pt x="171" y="2620"/>
                      <a:pt x="191" y="2600"/>
                      <a:pt x="216" y="2600"/>
                    </a:cubicBezTo>
                    <a:cubicBezTo>
                      <a:pt x="241" y="2600"/>
                      <a:pt x="261" y="2620"/>
                      <a:pt x="261" y="2644"/>
                    </a:cubicBezTo>
                    <a:cubicBezTo>
                      <a:pt x="261" y="2783"/>
                      <a:pt x="160" y="2899"/>
                      <a:pt x="28" y="2923"/>
                    </a:cubicBezTo>
                    <a:cubicBezTo>
                      <a:pt x="31" y="2948"/>
                      <a:pt x="33" y="2973"/>
                      <a:pt x="36" y="2997"/>
                    </a:cubicBezTo>
                    <a:cubicBezTo>
                      <a:pt x="205" y="2969"/>
                      <a:pt x="335" y="2821"/>
                      <a:pt x="335" y="2644"/>
                    </a:cubicBezTo>
                    <a:cubicBezTo>
                      <a:pt x="335" y="184"/>
                      <a:pt x="335" y="184"/>
                      <a:pt x="335" y="184"/>
                    </a:cubicBezTo>
                    <a:cubicBezTo>
                      <a:pt x="335" y="82"/>
                      <a:pt x="252" y="0"/>
                      <a:pt x="151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31"/>
              <p:cNvSpPr/>
              <p:nvPr/>
            </p:nvSpPr>
            <p:spPr>
              <a:xfrm>
                <a:off x="7538653" y="3619477"/>
                <a:ext cx="47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" h="104" extrusionOk="0">
                    <a:moveTo>
                      <a:pt x="4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6" y="104"/>
                      <a:pt x="46" y="104"/>
                      <a:pt x="46" y="103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6" y="1"/>
                      <a:pt x="46" y="0"/>
                      <a:pt x="45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31"/>
              <p:cNvSpPr/>
              <p:nvPr/>
            </p:nvSpPr>
            <p:spPr>
              <a:xfrm>
                <a:off x="7532700" y="3795688"/>
                <a:ext cx="0" cy="5953"/>
              </a:xfrm>
              <a:custGeom>
                <a:avLst/>
                <a:gdLst/>
                <a:ahLst/>
                <a:cxnLst/>
                <a:rect l="l" t="t" r="r" b="b"/>
                <a:pathLst>
                  <a:path w="11" h="68" extrusionOk="0">
                    <a:moveTo>
                      <a:pt x="0" y="0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47"/>
                      <a:pt x="0" y="23"/>
                      <a:pt x="0" y="0"/>
                    </a:cubicBezTo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31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31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31"/>
              <p:cNvSpPr/>
              <p:nvPr/>
            </p:nvSpPr>
            <p:spPr>
              <a:xfrm>
                <a:off x="7426735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223" y="0"/>
                    </a:moveTo>
                    <a:cubicBezTo>
                      <a:pt x="184" y="0"/>
                      <a:pt x="184" y="0"/>
                      <a:pt x="184" y="0"/>
                    </a:cubicBezTo>
                    <a:cubicBezTo>
                      <a:pt x="83" y="0"/>
                      <a:pt x="0" y="82"/>
                      <a:pt x="0" y="184"/>
                    </a:cubicBezTo>
                    <a:cubicBezTo>
                      <a:pt x="0" y="2644"/>
                      <a:pt x="0" y="2644"/>
                      <a:pt x="0" y="2644"/>
                    </a:cubicBezTo>
                    <a:cubicBezTo>
                      <a:pt x="0" y="2821"/>
                      <a:pt x="130" y="2969"/>
                      <a:pt x="299" y="2997"/>
                    </a:cubicBezTo>
                    <a:cubicBezTo>
                      <a:pt x="302" y="2973"/>
                      <a:pt x="304" y="2949"/>
                      <a:pt x="307" y="2923"/>
                    </a:cubicBezTo>
                    <a:cubicBezTo>
                      <a:pt x="174" y="2900"/>
                      <a:pt x="72" y="2784"/>
                      <a:pt x="72" y="2644"/>
                    </a:cubicBezTo>
                    <a:cubicBezTo>
                      <a:pt x="72" y="2620"/>
                      <a:pt x="92" y="2600"/>
                      <a:pt x="117" y="2600"/>
                    </a:cubicBezTo>
                    <a:cubicBezTo>
                      <a:pt x="142" y="2600"/>
                      <a:pt x="162" y="2620"/>
                      <a:pt x="162" y="2644"/>
                    </a:cubicBezTo>
                    <a:cubicBezTo>
                      <a:pt x="162" y="2737"/>
                      <a:pt x="227" y="2815"/>
                      <a:pt x="314" y="2834"/>
                    </a:cubicBezTo>
                    <a:cubicBezTo>
                      <a:pt x="331" y="2615"/>
                      <a:pt x="335" y="2373"/>
                      <a:pt x="303" y="2175"/>
                    </a:cubicBezTo>
                    <a:cubicBezTo>
                      <a:pt x="223" y="1541"/>
                      <a:pt x="223" y="1541"/>
                      <a:pt x="223" y="1541"/>
                    </a:cubicBezTo>
                    <a:cubicBezTo>
                      <a:pt x="223" y="188"/>
                      <a:pt x="223" y="188"/>
                      <a:pt x="223" y="188"/>
                    </a:cubicBezTo>
                    <a:cubicBezTo>
                      <a:pt x="208" y="188"/>
                      <a:pt x="208" y="188"/>
                      <a:pt x="208" y="188"/>
                    </a:cubicBezTo>
                    <a:cubicBezTo>
                      <a:pt x="208" y="188"/>
                      <a:pt x="207" y="188"/>
                      <a:pt x="207" y="187"/>
                    </a:cubicBezTo>
                    <a:cubicBezTo>
                      <a:pt x="207" y="86"/>
                      <a:pt x="207" y="86"/>
                      <a:pt x="207" y="86"/>
                    </a:cubicBezTo>
                    <a:cubicBezTo>
                      <a:pt x="207" y="85"/>
                      <a:pt x="208" y="84"/>
                      <a:pt x="208" y="84"/>
                    </a:cubicBezTo>
                    <a:cubicBezTo>
                      <a:pt x="223" y="84"/>
                      <a:pt x="223" y="84"/>
                      <a:pt x="223" y="84"/>
                    </a:cubicBezTo>
                    <a:cubicBezTo>
                      <a:pt x="223" y="0"/>
                      <a:pt x="223" y="0"/>
                      <a:pt x="223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31"/>
              <p:cNvSpPr/>
              <p:nvPr/>
            </p:nvSpPr>
            <p:spPr>
              <a:xfrm>
                <a:off x="7445785" y="3619477"/>
                <a:ext cx="11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04" extrusionOk="0">
                    <a:moveTo>
                      <a:pt x="16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1" y="104"/>
                      <a:pt x="1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31"/>
              <p:cNvSpPr/>
              <p:nvPr/>
            </p:nvSpPr>
            <p:spPr>
              <a:xfrm>
                <a:off x="7545797" y="3780211"/>
                <a:ext cx="20100" cy="156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31"/>
              <p:cNvSpPr/>
              <p:nvPr/>
            </p:nvSpPr>
            <p:spPr>
              <a:xfrm>
                <a:off x="7419591" y="3780211"/>
                <a:ext cx="20100" cy="156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41" name="Google Shape;741;p31"/>
          <p:cNvGrpSpPr/>
          <p:nvPr/>
        </p:nvGrpSpPr>
        <p:grpSpPr>
          <a:xfrm rot="3599956">
            <a:off x="5419771" y="-3317558"/>
            <a:ext cx="11007328" cy="8074761"/>
            <a:chOff x="4371876" y="1396513"/>
            <a:chExt cx="8255678" cy="6056204"/>
          </a:xfrm>
        </p:grpSpPr>
        <p:grpSp>
          <p:nvGrpSpPr>
            <p:cNvPr id="742" name="Google Shape;742;p31"/>
            <p:cNvGrpSpPr/>
            <p:nvPr/>
          </p:nvGrpSpPr>
          <p:grpSpPr>
            <a:xfrm rot="-899960">
              <a:off x="4800679" y="2280810"/>
              <a:ext cx="7398072" cy="4287609"/>
              <a:chOff x="-2979150" y="-1440600"/>
              <a:chExt cx="7398293" cy="4287738"/>
            </a:xfrm>
          </p:grpSpPr>
          <p:sp>
            <p:nvSpPr>
              <p:cNvPr id="743" name="Google Shape;743;p31"/>
              <p:cNvSpPr/>
              <p:nvPr/>
            </p:nvSpPr>
            <p:spPr>
              <a:xfrm>
                <a:off x="-2979150" y="-1440600"/>
                <a:ext cx="7398293" cy="4287738"/>
              </a:xfrm>
              <a:custGeom>
                <a:avLst/>
                <a:gdLst/>
                <a:ahLst/>
                <a:cxnLst/>
                <a:rect l="l" t="t" r="r" b="b"/>
                <a:pathLst>
                  <a:path w="57682" h="33432" extrusionOk="0">
                    <a:moveTo>
                      <a:pt x="1769" y="20835"/>
                    </a:moveTo>
                    <a:cubicBezTo>
                      <a:pt x="17205" y="28606"/>
                      <a:pt x="24064" y="21282"/>
                      <a:pt x="30602" y="14299"/>
                    </a:cubicBezTo>
                    <a:cubicBezTo>
                      <a:pt x="37449" y="6988"/>
                      <a:pt x="43994" y="0"/>
                      <a:pt x="57682" y="6680"/>
                    </a:cubicBezTo>
                    <a:cubicBezTo>
                      <a:pt x="55959" y="10218"/>
                      <a:pt x="55959" y="10218"/>
                      <a:pt x="55959" y="10218"/>
                    </a:cubicBezTo>
                    <a:cubicBezTo>
                      <a:pt x="44863" y="4804"/>
                      <a:pt x="39292" y="10753"/>
                      <a:pt x="33464" y="16976"/>
                    </a:cubicBezTo>
                    <a:cubicBezTo>
                      <a:pt x="25943" y="25007"/>
                      <a:pt x="18054" y="33432"/>
                      <a:pt x="0" y="24343"/>
                    </a:cubicBezTo>
                    <a:lnTo>
                      <a:pt x="1769" y="2083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" name="Google Shape;744;p31"/>
              <p:cNvSpPr/>
              <p:nvPr/>
            </p:nvSpPr>
            <p:spPr>
              <a:xfrm>
                <a:off x="-2873185" y="-681503"/>
                <a:ext cx="7153629" cy="2620247"/>
              </a:xfrm>
              <a:custGeom>
                <a:avLst/>
                <a:gdLst/>
                <a:ahLst/>
                <a:cxnLst/>
                <a:rect l="l" t="t" r="r" b="b"/>
                <a:pathLst>
                  <a:path w="55769" h="20426" extrusionOk="0">
                    <a:moveTo>
                      <a:pt x="772" y="16883"/>
                    </a:moveTo>
                    <a:cubicBezTo>
                      <a:pt x="482" y="16741"/>
                      <a:pt x="482" y="16741"/>
                      <a:pt x="482" y="16741"/>
                    </a:cubicBezTo>
                    <a:cubicBezTo>
                      <a:pt x="111" y="16557"/>
                      <a:pt x="111" y="16557"/>
                      <a:pt x="111" y="16557"/>
                    </a:cubicBezTo>
                    <a:cubicBezTo>
                      <a:pt x="0" y="16777"/>
                      <a:pt x="0" y="16777"/>
                      <a:pt x="0" y="16777"/>
                    </a:cubicBezTo>
                    <a:cubicBezTo>
                      <a:pt x="373" y="16962"/>
                      <a:pt x="373" y="16962"/>
                      <a:pt x="373" y="16962"/>
                    </a:cubicBezTo>
                    <a:cubicBezTo>
                      <a:pt x="663" y="17104"/>
                      <a:pt x="663" y="17104"/>
                      <a:pt x="663" y="17104"/>
                    </a:cubicBezTo>
                    <a:cubicBezTo>
                      <a:pt x="772" y="16883"/>
                      <a:pt x="772" y="16883"/>
                      <a:pt x="772" y="16883"/>
                    </a:cubicBezTo>
                    <a:close/>
                    <a:moveTo>
                      <a:pt x="55769" y="2283"/>
                    </a:moveTo>
                    <a:cubicBezTo>
                      <a:pt x="55739" y="2269"/>
                      <a:pt x="55739" y="2269"/>
                      <a:pt x="55739" y="2269"/>
                    </a:cubicBezTo>
                    <a:cubicBezTo>
                      <a:pt x="55436" y="2126"/>
                      <a:pt x="55436" y="2126"/>
                      <a:pt x="55436" y="2126"/>
                    </a:cubicBezTo>
                    <a:cubicBezTo>
                      <a:pt x="55135" y="1989"/>
                      <a:pt x="55135" y="1989"/>
                      <a:pt x="55135" y="1989"/>
                    </a:cubicBezTo>
                    <a:cubicBezTo>
                      <a:pt x="55096" y="1972"/>
                      <a:pt x="55096" y="1972"/>
                      <a:pt x="55096" y="1972"/>
                    </a:cubicBezTo>
                    <a:cubicBezTo>
                      <a:pt x="54997" y="2197"/>
                      <a:pt x="54997" y="2197"/>
                      <a:pt x="54997" y="2197"/>
                    </a:cubicBezTo>
                    <a:cubicBezTo>
                      <a:pt x="55034" y="2214"/>
                      <a:pt x="55034" y="2214"/>
                      <a:pt x="55034" y="2214"/>
                    </a:cubicBezTo>
                    <a:cubicBezTo>
                      <a:pt x="55332" y="2350"/>
                      <a:pt x="55332" y="2350"/>
                      <a:pt x="55332" y="2350"/>
                    </a:cubicBezTo>
                    <a:cubicBezTo>
                      <a:pt x="55634" y="2491"/>
                      <a:pt x="55634" y="2491"/>
                      <a:pt x="55634" y="2491"/>
                    </a:cubicBezTo>
                    <a:cubicBezTo>
                      <a:pt x="55664" y="2506"/>
                      <a:pt x="55664" y="2506"/>
                      <a:pt x="55664" y="2506"/>
                    </a:cubicBezTo>
                    <a:cubicBezTo>
                      <a:pt x="55769" y="2283"/>
                      <a:pt x="55769" y="2283"/>
                      <a:pt x="55769" y="2283"/>
                    </a:cubicBezTo>
                    <a:close/>
                    <a:moveTo>
                      <a:pt x="54643" y="1774"/>
                    </a:moveTo>
                    <a:cubicBezTo>
                      <a:pt x="54540" y="1729"/>
                      <a:pt x="54540" y="1729"/>
                      <a:pt x="54540" y="1729"/>
                    </a:cubicBezTo>
                    <a:cubicBezTo>
                      <a:pt x="54246" y="1607"/>
                      <a:pt x="54246" y="1607"/>
                      <a:pt x="54246" y="1607"/>
                    </a:cubicBezTo>
                    <a:cubicBezTo>
                      <a:pt x="53959" y="1490"/>
                      <a:pt x="53959" y="1490"/>
                      <a:pt x="53959" y="1490"/>
                    </a:cubicBezTo>
                    <a:cubicBezTo>
                      <a:pt x="53868" y="1719"/>
                      <a:pt x="53868" y="1719"/>
                      <a:pt x="53868" y="1719"/>
                    </a:cubicBezTo>
                    <a:cubicBezTo>
                      <a:pt x="54153" y="1834"/>
                      <a:pt x="54153" y="1834"/>
                      <a:pt x="54153" y="1834"/>
                    </a:cubicBezTo>
                    <a:cubicBezTo>
                      <a:pt x="54444" y="1956"/>
                      <a:pt x="54444" y="1956"/>
                      <a:pt x="54444" y="1956"/>
                    </a:cubicBezTo>
                    <a:cubicBezTo>
                      <a:pt x="54547" y="2000"/>
                      <a:pt x="54547" y="2000"/>
                      <a:pt x="54547" y="2000"/>
                    </a:cubicBezTo>
                    <a:cubicBezTo>
                      <a:pt x="54643" y="1774"/>
                      <a:pt x="54643" y="1774"/>
                      <a:pt x="54643" y="1774"/>
                    </a:cubicBezTo>
                    <a:close/>
                    <a:moveTo>
                      <a:pt x="53497" y="1312"/>
                    </a:moveTo>
                    <a:cubicBezTo>
                      <a:pt x="53379" y="1268"/>
                      <a:pt x="53379" y="1268"/>
                      <a:pt x="53379" y="1268"/>
                    </a:cubicBezTo>
                    <a:cubicBezTo>
                      <a:pt x="53095" y="1164"/>
                      <a:pt x="53095" y="1164"/>
                      <a:pt x="53095" y="1164"/>
                    </a:cubicBezTo>
                    <a:cubicBezTo>
                      <a:pt x="52798" y="1060"/>
                      <a:pt x="52798" y="1060"/>
                      <a:pt x="52798" y="1060"/>
                    </a:cubicBezTo>
                    <a:cubicBezTo>
                      <a:pt x="52721" y="1294"/>
                      <a:pt x="52721" y="1294"/>
                      <a:pt x="52721" y="1294"/>
                    </a:cubicBezTo>
                    <a:cubicBezTo>
                      <a:pt x="53013" y="1396"/>
                      <a:pt x="53013" y="1396"/>
                      <a:pt x="53013" y="1396"/>
                    </a:cubicBezTo>
                    <a:cubicBezTo>
                      <a:pt x="53294" y="1499"/>
                      <a:pt x="53294" y="1499"/>
                      <a:pt x="53294" y="1499"/>
                    </a:cubicBezTo>
                    <a:cubicBezTo>
                      <a:pt x="53411" y="1543"/>
                      <a:pt x="53411" y="1543"/>
                      <a:pt x="53411" y="1543"/>
                    </a:cubicBezTo>
                    <a:cubicBezTo>
                      <a:pt x="53497" y="1312"/>
                      <a:pt x="53497" y="1312"/>
                      <a:pt x="53497" y="1312"/>
                    </a:cubicBezTo>
                    <a:close/>
                    <a:moveTo>
                      <a:pt x="52329" y="905"/>
                    </a:moveTo>
                    <a:cubicBezTo>
                      <a:pt x="52257" y="882"/>
                      <a:pt x="52257" y="882"/>
                      <a:pt x="52257" y="882"/>
                    </a:cubicBezTo>
                    <a:cubicBezTo>
                      <a:pt x="51982" y="797"/>
                      <a:pt x="51982" y="797"/>
                      <a:pt x="51982" y="797"/>
                    </a:cubicBezTo>
                    <a:cubicBezTo>
                      <a:pt x="51709" y="717"/>
                      <a:pt x="51709" y="717"/>
                      <a:pt x="51709" y="717"/>
                    </a:cubicBezTo>
                    <a:cubicBezTo>
                      <a:pt x="51617" y="691"/>
                      <a:pt x="51617" y="691"/>
                      <a:pt x="51617" y="691"/>
                    </a:cubicBezTo>
                    <a:cubicBezTo>
                      <a:pt x="51552" y="929"/>
                      <a:pt x="51552" y="929"/>
                      <a:pt x="51552" y="929"/>
                    </a:cubicBezTo>
                    <a:cubicBezTo>
                      <a:pt x="51641" y="954"/>
                      <a:pt x="51641" y="954"/>
                      <a:pt x="51641" y="954"/>
                    </a:cubicBezTo>
                    <a:cubicBezTo>
                      <a:pt x="51911" y="1033"/>
                      <a:pt x="51911" y="1033"/>
                      <a:pt x="51911" y="1033"/>
                    </a:cubicBezTo>
                    <a:cubicBezTo>
                      <a:pt x="52183" y="1117"/>
                      <a:pt x="52183" y="1117"/>
                      <a:pt x="52183" y="1117"/>
                    </a:cubicBezTo>
                    <a:cubicBezTo>
                      <a:pt x="52255" y="1140"/>
                      <a:pt x="52255" y="1140"/>
                      <a:pt x="52255" y="1140"/>
                    </a:cubicBezTo>
                    <a:cubicBezTo>
                      <a:pt x="52329" y="905"/>
                      <a:pt x="52329" y="905"/>
                      <a:pt x="52329" y="905"/>
                    </a:cubicBezTo>
                    <a:close/>
                    <a:moveTo>
                      <a:pt x="51139" y="562"/>
                    </a:moveTo>
                    <a:cubicBezTo>
                      <a:pt x="50904" y="503"/>
                      <a:pt x="50904" y="503"/>
                      <a:pt x="50904" y="503"/>
                    </a:cubicBezTo>
                    <a:cubicBezTo>
                      <a:pt x="50640" y="440"/>
                      <a:pt x="50640" y="440"/>
                      <a:pt x="50640" y="440"/>
                    </a:cubicBezTo>
                    <a:cubicBezTo>
                      <a:pt x="50417" y="391"/>
                      <a:pt x="50417" y="391"/>
                      <a:pt x="50417" y="391"/>
                    </a:cubicBezTo>
                    <a:cubicBezTo>
                      <a:pt x="50365" y="631"/>
                      <a:pt x="50365" y="631"/>
                      <a:pt x="50365" y="631"/>
                    </a:cubicBezTo>
                    <a:cubicBezTo>
                      <a:pt x="50585" y="680"/>
                      <a:pt x="50585" y="680"/>
                      <a:pt x="50585" y="680"/>
                    </a:cubicBezTo>
                    <a:cubicBezTo>
                      <a:pt x="50845" y="742"/>
                      <a:pt x="50845" y="742"/>
                      <a:pt x="50845" y="742"/>
                    </a:cubicBezTo>
                    <a:cubicBezTo>
                      <a:pt x="51080" y="801"/>
                      <a:pt x="51080" y="801"/>
                      <a:pt x="51080" y="801"/>
                    </a:cubicBezTo>
                    <a:cubicBezTo>
                      <a:pt x="51139" y="562"/>
                      <a:pt x="51139" y="562"/>
                      <a:pt x="51139" y="562"/>
                    </a:cubicBezTo>
                    <a:close/>
                    <a:moveTo>
                      <a:pt x="49931" y="292"/>
                    </a:moveTo>
                    <a:cubicBezTo>
                      <a:pt x="49860" y="279"/>
                      <a:pt x="49860" y="279"/>
                      <a:pt x="49860" y="279"/>
                    </a:cubicBezTo>
                    <a:cubicBezTo>
                      <a:pt x="49605" y="233"/>
                      <a:pt x="49605" y="233"/>
                      <a:pt x="49605" y="233"/>
                    </a:cubicBezTo>
                    <a:cubicBezTo>
                      <a:pt x="49351" y="192"/>
                      <a:pt x="49351" y="192"/>
                      <a:pt x="49351" y="192"/>
                    </a:cubicBezTo>
                    <a:cubicBezTo>
                      <a:pt x="49197" y="169"/>
                      <a:pt x="49197" y="169"/>
                      <a:pt x="49197" y="169"/>
                    </a:cubicBezTo>
                    <a:cubicBezTo>
                      <a:pt x="49163" y="413"/>
                      <a:pt x="49163" y="413"/>
                      <a:pt x="49163" y="413"/>
                    </a:cubicBezTo>
                    <a:cubicBezTo>
                      <a:pt x="49313" y="435"/>
                      <a:pt x="49313" y="435"/>
                      <a:pt x="49313" y="435"/>
                    </a:cubicBezTo>
                    <a:cubicBezTo>
                      <a:pt x="49563" y="476"/>
                      <a:pt x="49563" y="476"/>
                      <a:pt x="49563" y="476"/>
                    </a:cubicBezTo>
                    <a:cubicBezTo>
                      <a:pt x="49816" y="521"/>
                      <a:pt x="49816" y="521"/>
                      <a:pt x="49816" y="521"/>
                    </a:cubicBezTo>
                    <a:cubicBezTo>
                      <a:pt x="49886" y="534"/>
                      <a:pt x="49886" y="534"/>
                      <a:pt x="49886" y="534"/>
                    </a:cubicBezTo>
                    <a:cubicBezTo>
                      <a:pt x="49931" y="292"/>
                      <a:pt x="49931" y="292"/>
                      <a:pt x="49931" y="292"/>
                    </a:cubicBezTo>
                    <a:close/>
                    <a:moveTo>
                      <a:pt x="48706" y="105"/>
                    </a:moveTo>
                    <a:cubicBezTo>
                      <a:pt x="48602" y="93"/>
                      <a:pt x="48602" y="93"/>
                      <a:pt x="48602" y="93"/>
                    </a:cubicBezTo>
                    <a:cubicBezTo>
                      <a:pt x="48357" y="68"/>
                      <a:pt x="48357" y="68"/>
                      <a:pt x="48357" y="68"/>
                    </a:cubicBezTo>
                    <a:cubicBezTo>
                      <a:pt x="48113" y="47"/>
                      <a:pt x="48113" y="47"/>
                      <a:pt x="48113" y="47"/>
                    </a:cubicBezTo>
                    <a:cubicBezTo>
                      <a:pt x="47965" y="36"/>
                      <a:pt x="47965" y="36"/>
                      <a:pt x="47965" y="36"/>
                    </a:cubicBezTo>
                    <a:cubicBezTo>
                      <a:pt x="47949" y="282"/>
                      <a:pt x="47949" y="282"/>
                      <a:pt x="47949" y="282"/>
                    </a:cubicBezTo>
                    <a:cubicBezTo>
                      <a:pt x="48094" y="292"/>
                      <a:pt x="48094" y="292"/>
                      <a:pt x="48094" y="292"/>
                    </a:cubicBezTo>
                    <a:cubicBezTo>
                      <a:pt x="48334" y="313"/>
                      <a:pt x="48334" y="313"/>
                      <a:pt x="48334" y="313"/>
                    </a:cubicBezTo>
                    <a:cubicBezTo>
                      <a:pt x="48576" y="337"/>
                      <a:pt x="48576" y="337"/>
                      <a:pt x="48576" y="337"/>
                    </a:cubicBezTo>
                    <a:cubicBezTo>
                      <a:pt x="48679" y="349"/>
                      <a:pt x="48679" y="349"/>
                      <a:pt x="48679" y="349"/>
                    </a:cubicBezTo>
                    <a:cubicBezTo>
                      <a:pt x="48706" y="105"/>
                      <a:pt x="48706" y="105"/>
                      <a:pt x="48706" y="105"/>
                    </a:cubicBezTo>
                    <a:close/>
                    <a:moveTo>
                      <a:pt x="47469" y="10"/>
                    </a:moveTo>
                    <a:cubicBezTo>
                      <a:pt x="47394" y="7"/>
                      <a:pt x="47394" y="7"/>
                      <a:pt x="47394" y="7"/>
                    </a:cubicBezTo>
                    <a:cubicBezTo>
                      <a:pt x="47157" y="2"/>
                      <a:pt x="47157" y="2"/>
                      <a:pt x="47157" y="2"/>
                    </a:cubicBezTo>
                    <a:cubicBezTo>
                      <a:pt x="46923" y="0"/>
                      <a:pt x="46923" y="0"/>
                      <a:pt x="46923" y="0"/>
                    </a:cubicBezTo>
                    <a:cubicBezTo>
                      <a:pt x="46725" y="2"/>
                      <a:pt x="46725" y="2"/>
                      <a:pt x="46725" y="2"/>
                    </a:cubicBezTo>
                    <a:cubicBezTo>
                      <a:pt x="46729" y="248"/>
                      <a:pt x="46729" y="248"/>
                      <a:pt x="46729" y="248"/>
                    </a:cubicBezTo>
                    <a:cubicBezTo>
                      <a:pt x="46923" y="246"/>
                      <a:pt x="46923" y="246"/>
                      <a:pt x="46923" y="246"/>
                    </a:cubicBezTo>
                    <a:cubicBezTo>
                      <a:pt x="47154" y="248"/>
                      <a:pt x="47154" y="248"/>
                      <a:pt x="47154" y="248"/>
                    </a:cubicBezTo>
                    <a:cubicBezTo>
                      <a:pt x="47386" y="253"/>
                      <a:pt x="47386" y="253"/>
                      <a:pt x="47386" y="253"/>
                    </a:cubicBezTo>
                    <a:cubicBezTo>
                      <a:pt x="47462" y="256"/>
                      <a:pt x="47462" y="256"/>
                      <a:pt x="47462" y="256"/>
                    </a:cubicBezTo>
                    <a:cubicBezTo>
                      <a:pt x="47469" y="10"/>
                      <a:pt x="47469" y="10"/>
                      <a:pt x="47469" y="10"/>
                    </a:cubicBezTo>
                    <a:close/>
                    <a:moveTo>
                      <a:pt x="46227" y="17"/>
                    </a:moveTo>
                    <a:cubicBezTo>
                      <a:pt x="46004" y="30"/>
                      <a:pt x="46004" y="30"/>
                      <a:pt x="46004" y="30"/>
                    </a:cubicBezTo>
                    <a:cubicBezTo>
                      <a:pt x="45779" y="47"/>
                      <a:pt x="45779" y="47"/>
                      <a:pt x="45779" y="47"/>
                    </a:cubicBezTo>
                    <a:cubicBezTo>
                      <a:pt x="45555" y="67"/>
                      <a:pt x="45555" y="67"/>
                      <a:pt x="45555" y="67"/>
                    </a:cubicBezTo>
                    <a:cubicBezTo>
                      <a:pt x="45485" y="74"/>
                      <a:pt x="45485" y="74"/>
                      <a:pt x="45485" y="74"/>
                    </a:cubicBezTo>
                    <a:cubicBezTo>
                      <a:pt x="45513" y="319"/>
                      <a:pt x="45513" y="319"/>
                      <a:pt x="45513" y="319"/>
                    </a:cubicBezTo>
                    <a:cubicBezTo>
                      <a:pt x="45579" y="312"/>
                      <a:pt x="45579" y="312"/>
                      <a:pt x="45579" y="312"/>
                    </a:cubicBezTo>
                    <a:cubicBezTo>
                      <a:pt x="45799" y="292"/>
                      <a:pt x="45799" y="292"/>
                      <a:pt x="45799" y="292"/>
                    </a:cubicBezTo>
                    <a:cubicBezTo>
                      <a:pt x="46020" y="276"/>
                      <a:pt x="46020" y="276"/>
                      <a:pt x="46020" y="276"/>
                    </a:cubicBezTo>
                    <a:cubicBezTo>
                      <a:pt x="46243" y="263"/>
                      <a:pt x="46243" y="263"/>
                      <a:pt x="46243" y="263"/>
                    </a:cubicBezTo>
                    <a:cubicBezTo>
                      <a:pt x="46227" y="17"/>
                      <a:pt x="46227" y="17"/>
                      <a:pt x="46227" y="17"/>
                    </a:cubicBezTo>
                    <a:close/>
                    <a:moveTo>
                      <a:pt x="44992" y="134"/>
                    </a:moveTo>
                    <a:cubicBezTo>
                      <a:pt x="44894" y="148"/>
                      <a:pt x="44894" y="148"/>
                      <a:pt x="44894" y="148"/>
                    </a:cubicBezTo>
                    <a:cubicBezTo>
                      <a:pt x="44677" y="181"/>
                      <a:pt x="44677" y="181"/>
                      <a:pt x="44677" y="181"/>
                    </a:cubicBezTo>
                    <a:cubicBezTo>
                      <a:pt x="44461" y="219"/>
                      <a:pt x="44461" y="219"/>
                      <a:pt x="44461" y="219"/>
                    </a:cubicBezTo>
                    <a:cubicBezTo>
                      <a:pt x="44258" y="257"/>
                      <a:pt x="44258" y="257"/>
                      <a:pt x="44258" y="257"/>
                    </a:cubicBezTo>
                    <a:cubicBezTo>
                      <a:pt x="44306" y="498"/>
                      <a:pt x="44306" y="498"/>
                      <a:pt x="44306" y="498"/>
                    </a:cubicBezTo>
                    <a:cubicBezTo>
                      <a:pt x="44505" y="461"/>
                      <a:pt x="44505" y="461"/>
                      <a:pt x="44505" y="461"/>
                    </a:cubicBezTo>
                    <a:cubicBezTo>
                      <a:pt x="44717" y="424"/>
                      <a:pt x="44717" y="424"/>
                      <a:pt x="44717" y="424"/>
                    </a:cubicBezTo>
                    <a:cubicBezTo>
                      <a:pt x="44930" y="391"/>
                      <a:pt x="44930" y="391"/>
                      <a:pt x="44930" y="391"/>
                    </a:cubicBezTo>
                    <a:cubicBezTo>
                      <a:pt x="45028" y="377"/>
                      <a:pt x="45028" y="377"/>
                      <a:pt x="45028" y="377"/>
                    </a:cubicBezTo>
                    <a:cubicBezTo>
                      <a:pt x="44992" y="134"/>
                      <a:pt x="44992" y="134"/>
                      <a:pt x="44992" y="134"/>
                    </a:cubicBezTo>
                    <a:close/>
                    <a:moveTo>
                      <a:pt x="43771" y="362"/>
                    </a:moveTo>
                    <a:cubicBezTo>
                      <a:pt x="43615" y="399"/>
                      <a:pt x="43615" y="399"/>
                      <a:pt x="43615" y="399"/>
                    </a:cubicBezTo>
                    <a:cubicBezTo>
                      <a:pt x="43408" y="453"/>
                      <a:pt x="43408" y="453"/>
                      <a:pt x="43408" y="453"/>
                    </a:cubicBezTo>
                    <a:cubicBezTo>
                      <a:pt x="43202" y="509"/>
                      <a:pt x="43202" y="509"/>
                      <a:pt x="43202" y="509"/>
                    </a:cubicBezTo>
                    <a:cubicBezTo>
                      <a:pt x="43052" y="552"/>
                      <a:pt x="43052" y="552"/>
                      <a:pt x="43052" y="552"/>
                    </a:cubicBezTo>
                    <a:cubicBezTo>
                      <a:pt x="43122" y="788"/>
                      <a:pt x="43122" y="788"/>
                      <a:pt x="43122" y="788"/>
                    </a:cubicBezTo>
                    <a:cubicBezTo>
                      <a:pt x="43268" y="746"/>
                      <a:pt x="43268" y="746"/>
                      <a:pt x="43268" y="746"/>
                    </a:cubicBezTo>
                    <a:cubicBezTo>
                      <a:pt x="43471" y="691"/>
                      <a:pt x="43471" y="691"/>
                      <a:pt x="43471" y="691"/>
                    </a:cubicBezTo>
                    <a:cubicBezTo>
                      <a:pt x="43675" y="638"/>
                      <a:pt x="43675" y="638"/>
                      <a:pt x="43675" y="638"/>
                    </a:cubicBezTo>
                    <a:cubicBezTo>
                      <a:pt x="43831" y="601"/>
                      <a:pt x="43831" y="601"/>
                      <a:pt x="43831" y="601"/>
                    </a:cubicBezTo>
                    <a:cubicBezTo>
                      <a:pt x="43771" y="362"/>
                      <a:pt x="43771" y="362"/>
                      <a:pt x="43771" y="362"/>
                    </a:cubicBezTo>
                    <a:close/>
                    <a:moveTo>
                      <a:pt x="42577" y="700"/>
                    </a:moveTo>
                    <a:cubicBezTo>
                      <a:pt x="42391" y="763"/>
                      <a:pt x="42391" y="763"/>
                      <a:pt x="42391" y="763"/>
                    </a:cubicBezTo>
                    <a:cubicBezTo>
                      <a:pt x="42192" y="834"/>
                      <a:pt x="42192" y="834"/>
                      <a:pt x="42192" y="834"/>
                    </a:cubicBezTo>
                    <a:cubicBezTo>
                      <a:pt x="41995" y="908"/>
                      <a:pt x="41995" y="908"/>
                      <a:pt x="41995" y="908"/>
                    </a:cubicBezTo>
                    <a:cubicBezTo>
                      <a:pt x="41877" y="954"/>
                      <a:pt x="41877" y="954"/>
                      <a:pt x="41877" y="954"/>
                    </a:cubicBezTo>
                    <a:cubicBezTo>
                      <a:pt x="41968" y="1182"/>
                      <a:pt x="41968" y="1182"/>
                      <a:pt x="41968" y="1182"/>
                    </a:cubicBezTo>
                    <a:cubicBezTo>
                      <a:pt x="42082" y="1138"/>
                      <a:pt x="42082" y="1138"/>
                      <a:pt x="42082" y="1138"/>
                    </a:cubicBezTo>
                    <a:cubicBezTo>
                      <a:pt x="42277" y="1065"/>
                      <a:pt x="42277" y="1065"/>
                      <a:pt x="42277" y="1065"/>
                    </a:cubicBezTo>
                    <a:cubicBezTo>
                      <a:pt x="42472" y="996"/>
                      <a:pt x="42472" y="996"/>
                      <a:pt x="42472" y="996"/>
                    </a:cubicBezTo>
                    <a:cubicBezTo>
                      <a:pt x="42658" y="933"/>
                      <a:pt x="42658" y="933"/>
                      <a:pt x="42658" y="933"/>
                    </a:cubicBezTo>
                    <a:cubicBezTo>
                      <a:pt x="42577" y="700"/>
                      <a:pt x="42577" y="700"/>
                      <a:pt x="42577" y="700"/>
                    </a:cubicBezTo>
                    <a:close/>
                    <a:moveTo>
                      <a:pt x="41419" y="1142"/>
                    </a:moveTo>
                    <a:cubicBezTo>
                      <a:pt x="41217" y="1230"/>
                      <a:pt x="41217" y="1230"/>
                      <a:pt x="41217" y="1230"/>
                    </a:cubicBezTo>
                    <a:cubicBezTo>
                      <a:pt x="41026" y="1317"/>
                      <a:pt x="41026" y="1317"/>
                      <a:pt x="41026" y="1317"/>
                    </a:cubicBezTo>
                    <a:cubicBezTo>
                      <a:pt x="40836" y="1407"/>
                      <a:pt x="40836" y="1407"/>
                      <a:pt x="40836" y="1407"/>
                    </a:cubicBezTo>
                    <a:cubicBezTo>
                      <a:pt x="40742" y="1453"/>
                      <a:pt x="40742" y="1453"/>
                      <a:pt x="40742" y="1453"/>
                    </a:cubicBezTo>
                    <a:cubicBezTo>
                      <a:pt x="40852" y="1674"/>
                      <a:pt x="40852" y="1674"/>
                      <a:pt x="40852" y="1674"/>
                    </a:cubicBezTo>
                    <a:cubicBezTo>
                      <a:pt x="40943" y="1629"/>
                      <a:pt x="40943" y="1629"/>
                      <a:pt x="40943" y="1629"/>
                    </a:cubicBezTo>
                    <a:cubicBezTo>
                      <a:pt x="41130" y="1541"/>
                      <a:pt x="41130" y="1541"/>
                      <a:pt x="41130" y="1541"/>
                    </a:cubicBezTo>
                    <a:cubicBezTo>
                      <a:pt x="41318" y="1455"/>
                      <a:pt x="41318" y="1455"/>
                      <a:pt x="41318" y="1455"/>
                    </a:cubicBezTo>
                    <a:cubicBezTo>
                      <a:pt x="41516" y="1368"/>
                      <a:pt x="41516" y="1368"/>
                      <a:pt x="41516" y="1368"/>
                    </a:cubicBezTo>
                    <a:cubicBezTo>
                      <a:pt x="41419" y="1142"/>
                      <a:pt x="41419" y="1142"/>
                      <a:pt x="41419" y="1142"/>
                    </a:cubicBezTo>
                    <a:close/>
                    <a:moveTo>
                      <a:pt x="40300" y="1678"/>
                    </a:moveTo>
                    <a:cubicBezTo>
                      <a:pt x="40274" y="1692"/>
                      <a:pt x="40274" y="1692"/>
                      <a:pt x="40274" y="1692"/>
                    </a:cubicBezTo>
                    <a:cubicBezTo>
                      <a:pt x="40089" y="1791"/>
                      <a:pt x="40089" y="1791"/>
                      <a:pt x="40089" y="1791"/>
                    </a:cubicBezTo>
                    <a:cubicBezTo>
                      <a:pt x="39905" y="1893"/>
                      <a:pt x="39905" y="1893"/>
                      <a:pt x="39905" y="1893"/>
                    </a:cubicBezTo>
                    <a:cubicBezTo>
                      <a:pt x="39722" y="1997"/>
                      <a:pt x="39722" y="1997"/>
                      <a:pt x="39722" y="1997"/>
                    </a:cubicBezTo>
                    <a:cubicBezTo>
                      <a:pt x="39650" y="2040"/>
                      <a:pt x="39650" y="2040"/>
                      <a:pt x="39650" y="2040"/>
                    </a:cubicBezTo>
                    <a:cubicBezTo>
                      <a:pt x="39775" y="2251"/>
                      <a:pt x="39775" y="2251"/>
                      <a:pt x="39775" y="2251"/>
                    </a:cubicBezTo>
                    <a:cubicBezTo>
                      <a:pt x="39845" y="2210"/>
                      <a:pt x="39845" y="2210"/>
                      <a:pt x="39845" y="2210"/>
                    </a:cubicBezTo>
                    <a:cubicBezTo>
                      <a:pt x="40025" y="2108"/>
                      <a:pt x="40025" y="2108"/>
                      <a:pt x="40025" y="2108"/>
                    </a:cubicBezTo>
                    <a:cubicBezTo>
                      <a:pt x="40207" y="2007"/>
                      <a:pt x="40207" y="2007"/>
                      <a:pt x="40207" y="2007"/>
                    </a:cubicBezTo>
                    <a:cubicBezTo>
                      <a:pt x="40389" y="1909"/>
                      <a:pt x="40389" y="1909"/>
                      <a:pt x="40389" y="1909"/>
                    </a:cubicBezTo>
                    <a:cubicBezTo>
                      <a:pt x="40416" y="1895"/>
                      <a:pt x="40416" y="1895"/>
                      <a:pt x="40416" y="1895"/>
                    </a:cubicBezTo>
                    <a:cubicBezTo>
                      <a:pt x="40300" y="1678"/>
                      <a:pt x="40300" y="1678"/>
                      <a:pt x="40300" y="1678"/>
                    </a:cubicBezTo>
                    <a:close/>
                    <a:moveTo>
                      <a:pt x="39226" y="2295"/>
                    </a:moveTo>
                    <a:cubicBezTo>
                      <a:pt x="39179" y="2324"/>
                      <a:pt x="39179" y="2324"/>
                      <a:pt x="39179" y="2324"/>
                    </a:cubicBezTo>
                    <a:cubicBezTo>
                      <a:pt x="39001" y="2437"/>
                      <a:pt x="39001" y="2437"/>
                      <a:pt x="39001" y="2437"/>
                    </a:cubicBezTo>
                    <a:cubicBezTo>
                      <a:pt x="38823" y="2552"/>
                      <a:pt x="38823" y="2552"/>
                      <a:pt x="38823" y="2552"/>
                    </a:cubicBezTo>
                    <a:cubicBezTo>
                      <a:pt x="38646" y="2669"/>
                      <a:pt x="38646" y="2669"/>
                      <a:pt x="38646" y="2669"/>
                    </a:cubicBezTo>
                    <a:cubicBezTo>
                      <a:pt x="38602" y="2699"/>
                      <a:pt x="38602" y="2699"/>
                      <a:pt x="38602" y="2699"/>
                    </a:cubicBezTo>
                    <a:cubicBezTo>
                      <a:pt x="38741" y="2902"/>
                      <a:pt x="38741" y="2902"/>
                      <a:pt x="38741" y="2902"/>
                    </a:cubicBezTo>
                    <a:cubicBezTo>
                      <a:pt x="38783" y="2874"/>
                      <a:pt x="38783" y="2874"/>
                      <a:pt x="38783" y="2874"/>
                    </a:cubicBezTo>
                    <a:cubicBezTo>
                      <a:pt x="38958" y="2758"/>
                      <a:pt x="38958" y="2758"/>
                      <a:pt x="38958" y="2758"/>
                    </a:cubicBezTo>
                    <a:cubicBezTo>
                      <a:pt x="39133" y="2644"/>
                      <a:pt x="39133" y="2644"/>
                      <a:pt x="39133" y="2644"/>
                    </a:cubicBezTo>
                    <a:cubicBezTo>
                      <a:pt x="39310" y="2532"/>
                      <a:pt x="39310" y="2532"/>
                      <a:pt x="39310" y="2532"/>
                    </a:cubicBezTo>
                    <a:cubicBezTo>
                      <a:pt x="39356" y="2504"/>
                      <a:pt x="39356" y="2504"/>
                      <a:pt x="39356" y="2504"/>
                    </a:cubicBezTo>
                    <a:cubicBezTo>
                      <a:pt x="39226" y="2295"/>
                      <a:pt x="39226" y="2295"/>
                      <a:pt x="39226" y="2295"/>
                    </a:cubicBezTo>
                    <a:close/>
                    <a:moveTo>
                      <a:pt x="38195" y="2981"/>
                    </a:moveTo>
                    <a:cubicBezTo>
                      <a:pt x="38121" y="3033"/>
                      <a:pt x="38121" y="3033"/>
                      <a:pt x="38121" y="3033"/>
                    </a:cubicBezTo>
                    <a:cubicBezTo>
                      <a:pt x="37948" y="3158"/>
                      <a:pt x="37948" y="3158"/>
                      <a:pt x="37948" y="3158"/>
                    </a:cubicBezTo>
                    <a:cubicBezTo>
                      <a:pt x="37776" y="3285"/>
                      <a:pt x="37776" y="3285"/>
                      <a:pt x="37776" y="3285"/>
                    </a:cubicBezTo>
                    <a:cubicBezTo>
                      <a:pt x="37596" y="3420"/>
                      <a:pt x="37596" y="3420"/>
                      <a:pt x="37596" y="3420"/>
                    </a:cubicBezTo>
                    <a:cubicBezTo>
                      <a:pt x="37746" y="3615"/>
                      <a:pt x="37746" y="3615"/>
                      <a:pt x="37746" y="3615"/>
                    </a:cubicBezTo>
                    <a:cubicBezTo>
                      <a:pt x="37923" y="3482"/>
                      <a:pt x="37923" y="3482"/>
                      <a:pt x="37923" y="3482"/>
                    </a:cubicBezTo>
                    <a:cubicBezTo>
                      <a:pt x="38093" y="3357"/>
                      <a:pt x="38093" y="3357"/>
                      <a:pt x="38093" y="3357"/>
                    </a:cubicBezTo>
                    <a:cubicBezTo>
                      <a:pt x="38265" y="3233"/>
                      <a:pt x="38265" y="3233"/>
                      <a:pt x="38265" y="3233"/>
                    </a:cubicBezTo>
                    <a:cubicBezTo>
                      <a:pt x="38338" y="3181"/>
                      <a:pt x="38338" y="3181"/>
                      <a:pt x="38338" y="3181"/>
                    </a:cubicBezTo>
                    <a:cubicBezTo>
                      <a:pt x="38195" y="2981"/>
                      <a:pt x="38195" y="2981"/>
                      <a:pt x="38195" y="2981"/>
                    </a:cubicBezTo>
                    <a:close/>
                    <a:moveTo>
                      <a:pt x="37205" y="3723"/>
                    </a:moveTo>
                    <a:cubicBezTo>
                      <a:pt x="37095" y="3810"/>
                      <a:pt x="37095" y="3810"/>
                      <a:pt x="37095" y="3810"/>
                    </a:cubicBezTo>
                    <a:cubicBezTo>
                      <a:pt x="36927" y="3946"/>
                      <a:pt x="36927" y="3946"/>
                      <a:pt x="36927" y="3946"/>
                    </a:cubicBezTo>
                    <a:cubicBezTo>
                      <a:pt x="36759" y="4083"/>
                      <a:pt x="36759" y="4083"/>
                      <a:pt x="36759" y="4083"/>
                    </a:cubicBezTo>
                    <a:cubicBezTo>
                      <a:pt x="36630" y="4190"/>
                      <a:pt x="36630" y="4190"/>
                      <a:pt x="36630" y="4190"/>
                    </a:cubicBezTo>
                    <a:cubicBezTo>
                      <a:pt x="36788" y="4379"/>
                      <a:pt x="36788" y="4379"/>
                      <a:pt x="36788" y="4379"/>
                    </a:cubicBezTo>
                    <a:cubicBezTo>
                      <a:pt x="36916" y="4273"/>
                      <a:pt x="36916" y="4273"/>
                      <a:pt x="36916" y="4273"/>
                    </a:cubicBezTo>
                    <a:cubicBezTo>
                      <a:pt x="37082" y="4137"/>
                      <a:pt x="37082" y="4137"/>
                      <a:pt x="37082" y="4137"/>
                    </a:cubicBezTo>
                    <a:cubicBezTo>
                      <a:pt x="37249" y="4002"/>
                      <a:pt x="37249" y="4002"/>
                      <a:pt x="37249" y="4002"/>
                    </a:cubicBezTo>
                    <a:cubicBezTo>
                      <a:pt x="37359" y="3915"/>
                      <a:pt x="37359" y="3915"/>
                      <a:pt x="37359" y="3915"/>
                    </a:cubicBezTo>
                    <a:cubicBezTo>
                      <a:pt x="37205" y="3723"/>
                      <a:pt x="37205" y="3723"/>
                      <a:pt x="37205" y="3723"/>
                    </a:cubicBezTo>
                    <a:close/>
                    <a:moveTo>
                      <a:pt x="36252" y="4510"/>
                    </a:moveTo>
                    <a:cubicBezTo>
                      <a:pt x="36096" y="4646"/>
                      <a:pt x="36096" y="4646"/>
                      <a:pt x="36096" y="4646"/>
                    </a:cubicBezTo>
                    <a:cubicBezTo>
                      <a:pt x="35931" y="4791"/>
                      <a:pt x="35931" y="4791"/>
                      <a:pt x="35931" y="4791"/>
                    </a:cubicBezTo>
                    <a:cubicBezTo>
                      <a:pt x="35768" y="4937"/>
                      <a:pt x="35768" y="4937"/>
                      <a:pt x="35768" y="4937"/>
                    </a:cubicBezTo>
                    <a:cubicBezTo>
                      <a:pt x="35697" y="5001"/>
                      <a:pt x="35697" y="5001"/>
                      <a:pt x="35697" y="5001"/>
                    </a:cubicBezTo>
                    <a:cubicBezTo>
                      <a:pt x="35862" y="5183"/>
                      <a:pt x="35862" y="5183"/>
                      <a:pt x="35862" y="5183"/>
                    </a:cubicBezTo>
                    <a:cubicBezTo>
                      <a:pt x="35932" y="5120"/>
                      <a:pt x="35932" y="5120"/>
                      <a:pt x="35932" y="5120"/>
                    </a:cubicBezTo>
                    <a:cubicBezTo>
                      <a:pt x="36095" y="4975"/>
                      <a:pt x="36095" y="4975"/>
                      <a:pt x="36095" y="4975"/>
                    </a:cubicBezTo>
                    <a:cubicBezTo>
                      <a:pt x="36258" y="4832"/>
                      <a:pt x="36258" y="4832"/>
                      <a:pt x="36258" y="4832"/>
                    </a:cubicBezTo>
                    <a:cubicBezTo>
                      <a:pt x="36414" y="4696"/>
                      <a:pt x="36414" y="4696"/>
                      <a:pt x="36414" y="4696"/>
                    </a:cubicBezTo>
                    <a:cubicBezTo>
                      <a:pt x="36252" y="4510"/>
                      <a:pt x="36252" y="4510"/>
                      <a:pt x="36252" y="4510"/>
                    </a:cubicBezTo>
                    <a:close/>
                    <a:moveTo>
                      <a:pt x="35332" y="5334"/>
                    </a:moveTo>
                    <a:cubicBezTo>
                      <a:pt x="35280" y="5382"/>
                      <a:pt x="35280" y="5382"/>
                      <a:pt x="35280" y="5382"/>
                    </a:cubicBezTo>
                    <a:cubicBezTo>
                      <a:pt x="35118" y="5533"/>
                      <a:pt x="35118" y="5533"/>
                      <a:pt x="35118" y="5533"/>
                    </a:cubicBezTo>
                    <a:cubicBezTo>
                      <a:pt x="34957" y="5685"/>
                      <a:pt x="34957" y="5685"/>
                      <a:pt x="34957" y="5685"/>
                    </a:cubicBezTo>
                    <a:cubicBezTo>
                      <a:pt x="34793" y="5841"/>
                      <a:pt x="34793" y="5841"/>
                      <a:pt x="34793" y="5841"/>
                    </a:cubicBezTo>
                    <a:cubicBezTo>
                      <a:pt x="34964" y="6018"/>
                      <a:pt x="34964" y="6018"/>
                      <a:pt x="34964" y="6018"/>
                    </a:cubicBezTo>
                    <a:cubicBezTo>
                      <a:pt x="35127" y="5863"/>
                      <a:pt x="35127" y="5863"/>
                      <a:pt x="35127" y="5863"/>
                    </a:cubicBezTo>
                    <a:cubicBezTo>
                      <a:pt x="35287" y="5712"/>
                      <a:pt x="35287" y="5712"/>
                      <a:pt x="35287" y="5712"/>
                    </a:cubicBezTo>
                    <a:cubicBezTo>
                      <a:pt x="35447" y="5562"/>
                      <a:pt x="35447" y="5562"/>
                      <a:pt x="35447" y="5562"/>
                    </a:cubicBezTo>
                    <a:cubicBezTo>
                      <a:pt x="35500" y="5514"/>
                      <a:pt x="35500" y="5514"/>
                      <a:pt x="35500" y="5514"/>
                    </a:cubicBezTo>
                    <a:cubicBezTo>
                      <a:pt x="35332" y="5334"/>
                      <a:pt x="35332" y="5334"/>
                      <a:pt x="35332" y="5334"/>
                    </a:cubicBezTo>
                    <a:close/>
                    <a:moveTo>
                      <a:pt x="34438" y="6184"/>
                    </a:moveTo>
                    <a:cubicBezTo>
                      <a:pt x="34317" y="6303"/>
                      <a:pt x="34317" y="6303"/>
                      <a:pt x="34317" y="6303"/>
                    </a:cubicBezTo>
                    <a:cubicBezTo>
                      <a:pt x="34158" y="6461"/>
                      <a:pt x="34158" y="6461"/>
                      <a:pt x="34158" y="6461"/>
                    </a:cubicBezTo>
                    <a:cubicBezTo>
                      <a:pt x="33913" y="6705"/>
                      <a:pt x="33913" y="6705"/>
                      <a:pt x="33913" y="6705"/>
                    </a:cubicBezTo>
                    <a:cubicBezTo>
                      <a:pt x="34087" y="6878"/>
                      <a:pt x="34087" y="6878"/>
                      <a:pt x="34087" y="6878"/>
                    </a:cubicBezTo>
                    <a:cubicBezTo>
                      <a:pt x="34331" y="6635"/>
                      <a:pt x="34331" y="6635"/>
                      <a:pt x="34331" y="6635"/>
                    </a:cubicBezTo>
                    <a:cubicBezTo>
                      <a:pt x="34489" y="6479"/>
                      <a:pt x="34489" y="6479"/>
                      <a:pt x="34489" y="6479"/>
                    </a:cubicBezTo>
                    <a:cubicBezTo>
                      <a:pt x="34611" y="6360"/>
                      <a:pt x="34611" y="6360"/>
                      <a:pt x="34611" y="6360"/>
                    </a:cubicBezTo>
                    <a:cubicBezTo>
                      <a:pt x="34438" y="6184"/>
                      <a:pt x="34438" y="6184"/>
                      <a:pt x="34438" y="6184"/>
                    </a:cubicBezTo>
                    <a:close/>
                    <a:moveTo>
                      <a:pt x="33566" y="7055"/>
                    </a:moveTo>
                    <a:cubicBezTo>
                      <a:pt x="33367" y="7259"/>
                      <a:pt x="33367" y="7259"/>
                      <a:pt x="33367" y="7259"/>
                    </a:cubicBezTo>
                    <a:cubicBezTo>
                      <a:pt x="33209" y="7421"/>
                      <a:pt x="33209" y="7421"/>
                      <a:pt x="33209" y="7421"/>
                    </a:cubicBezTo>
                    <a:cubicBezTo>
                      <a:pt x="33050" y="7585"/>
                      <a:pt x="33050" y="7585"/>
                      <a:pt x="33050" y="7585"/>
                    </a:cubicBezTo>
                    <a:cubicBezTo>
                      <a:pt x="33227" y="7756"/>
                      <a:pt x="33227" y="7756"/>
                      <a:pt x="33227" y="7756"/>
                    </a:cubicBezTo>
                    <a:cubicBezTo>
                      <a:pt x="33386" y="7592"/>
                      <a:pt x="33386" y="7592"/>
                      <a:pt x="33386" y="7592"/>
                    </a:cubicBezTo>
                    <a:cubicBezTo>
                      <a:pt x="33543" y="7431"/>
                      <a:pt x="33543" y="7431"/>
                      <a:pt x="33543" y="7431"/>
                    </a:cubicBezTo>
                    <a:cubicBezTo>
                      <a:pt x="33742" y="7228"/>
                      <a:pt x="33742" y="7228"/>
                      <a:pt x="33742" y="7228"/>
                    </a:cubicBezTo>
                    <a:cubicBezTo>
                      <a:pt x="33566" y="7055"/>
                      <a:pt x="33566" y="7055"/>
                      <a:pt x="33566" y="7055"/>
                    </a:cubicBezTo>
                    <a:close/>
                    <a:moveTo>
                      <a:pt x="32709" y="7941"/>
                    </a:moveTo>
                    <a:cubicBezTo>
                      <a:pt x="32538" y="8119"/>
                      <a:pt x="32369" y="8298"/>
                      <a:pt x="32200" y="8477"/>
                    </a:cubicBezTo>
                    <a:cubicBezTo>
                      <a:pt x="32379" y="8646"/>
                      <a:pt x="32379" y="8646"/>
                      <a:pt x="32379" y="8646"/>
                    </a:cubicBezTo>
                    <a:cubicBezTo>
                      <a:pt x="32547" y="8467"/>
                      <a:pt x="32717" y="8289"/>
                      <a:pt x="32887" y="8111"/>
                    </a:cubicBezTo>
                    <a:cubicBezTo>
                      <a:pt x="32709" y="7941"/>
                      <a:pt x="32709" y="7941"/>
                      <a:pt x="32709" y="7941"/>
                    </a:cubicBezTo>
                    <a:close/>
                    <a:moveTo>
                      <a:pt x="31862" y="8835"/>
                    </a:moveTo>
                    <a:cubicBezTo>
                      <a:pt x="31693" y="9014"/>
                      <a:pt x="31525" y="9194"/>
                      <a:pt x="31356" y="9374"/>
                    </a:cubicBezTo>
                    <a:cubicBezTo>
                      <a:pt x="31536" y="9542"/>
                      <a:pt x="31536" y="9542"/>
                      <a:pt x="31536" y="9542"/>
                    </a:cubicBezTo>
                    <a:cubicBezTo>
                      <a:pt x="31704" y="9362"/>
                      <a:pt x="31872" y="9183"/>
                      <a:pt x="32041" y="9004"/>
                    </a:cubicBezTo>
                    <a:cubicBezTo>
                      <a:pt x="31862" y="8835"/>
                      <a:pt x="31862" y="8835"/>
                      <a:pt x="31862" y="8835"/>
                    </a:cubicBezTo>
                    <a:close/>
                    <a:moveTo>
                      <a:pt x="31020" y="9733"/>
                    </a:moveTo>
                    <a:cubicBezTo>
                      <a:pt x="30852" y="9913"/>
                      <a:pt x="30683" y="10092"/>
                      <a:pt x="30515" y="10271"/>
                    </a:cubicBezTo>
                    <a:cubicBezTo>
                      <a:pt x="30694" y="10440"/>
                      <a:pt x="30694" y="10440"/>
                      <a:pt x="30694" y="10440"/>
                    </a:cubicBezTo>
                    <a:cubicBezTo>
                      <a:pt x="30863" y="10261"/>
                      <a:pt x="31032" y="10081"/>
                      <a:pt x="31199" y="9901"/>
                    </a:cubicBezTo>
                    <a:cubicBezTo>
                      <a:pt x="31020" y="9733"/>
                      <a:pt x="31020" y="9733"/>
                      <a:pt x="31020" y="9733"/>
                    </a:cubicBezTo>
                    <a:close/>
                    <a:moveTo>
                      <a:pt x="30178" y="10630"/>
                    </a:moveTo>
                    <a:cubicBezTo>
                      <a:pt x="30009" y="10809"/>
                      <a:pt x="29840" y="10987"/>
                      <a:pt x="29670" y="11166"/>
                    </a:cubicBezTo>
                    <a:cubicBezTo>
                      <a:pt x="29848" y="11335"/>
                      <a:pt x="29848" y="11335"/>
                      <a:pt x="29848" y="11335"/>
                    </a:cubicBezTo>
                    <a:cubicBezTo>
                      <a:pt x="30018" y="11157"/>
                      <a:pt x="30187" y="10978"/>
                      <a:pt x="30357" y="10799"/>
                    </a:cubicBezTo>
                    <a:cubicBezTo>
                      <a:pt x="30178" y="10630"/>
                      <a:pt x="30178" y="10630"/>
                      <a:pt x="30178" y="10630"/>
                    </a:cubicBezTo>
                    <a:close/>
                    <a:moveTo>
                      <a:pt x="29330" y="11521"/>
                    </a:moveTo>
                    <a:cubicBezTo>
                      <a:pt x="29121" y="11739"/>
                      <a:pt x="29121" y="11739"/>
                      <a:pt x="29121" y="11739"/>
                    </a:cubicBezTo>
                    <a:cubicBezTo>
                      <a:pt x="28818" y="12051"/>
                      <a:pt x="28818" y="12051"/>
                      <a:pt x="28818" y="12051"/>
                    </a:cubicBezTo>
                    <a:cubicBezTo>
                      <a:pt x="28994" y="12223"/>
                      <a:pt x="28994" y="12223"/>
                      <a:pt x="28994" y="12223"/>
                    </a:cubicBezTo>
                    <a:cubicBezTo>
                      <a:pt x="29298" y="11910"/>
                      <a:pt x="29298" y="11910"/>
                      <a:pt x="29298" y="11910"/>
                    </a:cubicBezTo>
                    <a:cubicBezTo>
                      <a:pt x="29508" y="11692"/>
                      <a:pt x="29508" y="11692"/>
                      <a:pt x="29508" y="11692"/>
                    </a:cubicBezTo>
                    <a:cubicBezTo>
                      <a:pt x="29330" y="11521"/>
                      <a:pt x="29330" y="11521"/>
                      <a:pt x="29330" y="11521"/>
                    </a:cubicBezTo>
                    <a:close/>
                    <a:moveTo>
                      <a:pt x="28474" y="12402"/>
                    </a:moveTo>
                    <a:cubicBezTo>
                      <a:pt x="28318" y="12559"/>
                      <a:pt x="28318" y="12559"/>
                      <a:pt x="28318" y="12559"/>
                    </a:cubicBezTo>
                    <a:cubicBezTo>
                      <a:pt x="28156" y="12722"/>
                      <a:pt x="28156" y="12722"/>
                      <a:pt x="28156" y="12722"/>
                    </a:cubicBezTo>
                    <a:cubicBezTo>
                      <a:pt x="27953" y="12923"/>
                      <a:pt x="27953" y="12923"/>
                      <a:pt x="27953" y="12923"/>
                    </a:cubicBezTo>
                    <a:cubicBezTo>
                      <a:pt x="28125" y="13099"/>
                      <a:pt x="28125" y="13099"/>
                      <a:pt x="28125" y="13099"/>
                    </a:cubicBezTo>
                    <a:cubicBezTo>
                      <a:pt x="28330" y="12896"/>
                      <a:pt x="28330" y="12896"/>
                      <a:pt x="28330" y="12896"/>
                    </a:cubicBezTo>
                    <a:cubicBezTo>
                      <a:pt x="28492" y="12733"/>
                      <a:pt x="28492" y="12733"/>
                      <a:pt x="28492" y="12733"/>
                    </a:cubicBezTo>
                    <a:cubicBezTo>
                      <a:pt x="28648" y="12575"/>
                      <a:pt x="28648" y="12575"/>
                      <a:pt x="28648" y="12575"/>
                    </a:cubicBezTo>
                    <a:cubicBezTo>
                      <a:pt x="28474" y="12402"/>
                      <a:pt x="28474" y="12402"/>
                      <a:pt x="28474" y="12402"/>
                    </a:cubicBezTo>
                    <a:close/>
                    <a:moveTo>
                      <a:pt x="27602" y="13267"/>
                    </a:moveTo>
                    <a:cubicBezTo>
                      <a:pt x="27502" y="13364"/>
                      <a:pt x="27502" y="13364"/>
                      <a:pt x="27502" y="13364"/>
                    </a:cubicBezTo>
                    <a:cubicBezTo>
                      <a:pt x="27337" y="13523"/>
                      <a:pt x="27337" y="13523"/>
                      <a:pt x="27337" y="13523"/>
                    </a:cubicBezTo>
                    <a:cubicBezTo>
                      <a:pt x="27172" y="13681"/>
                      <a:pt x="27172" y="13681"/>
                      <a:pt x="27172" y="13681"/>
                    </a:cubicBezTo>
                    <a:cubicBezTo>
                      <a:pt x="27070" y="13777"/>
                      <a:pt x="27070" y="13777"/>
                      <a:pt x="27070" y="13777"/>
                    </a:cubicBezTo>
                    <a:cubicBezTo>
                      <a:pt x="27239" y="13956"/>
                      <a:pt x="27239" y="13956"/>
                      <a:pt x="27239" y="13956"/>
                    </a:cubicBezTo>
                    <a:cubicBezTo>
                      <a:pt x="27341" y="13860"/>
                      <a:pt x="27341" y="13860"/>
                      <a:pt x="27341" y="13860"/>
                    </a:cubicBezTo>
                    <a:cubicBezTo>
                      <a:pt x="27508" y="13701"/>
                      <a:pt x="27508" y="13701"/>
                      <a:pt x="27508" y="13701"/>
                    </a:cubicBezTo>
                    <a:cubicBezTo>
                      <a:pt x="27673" y="13541"/>
                      <a:pt x="27673" y="13541"/>
                      <a:pt x="27673" y="13541"/>
                    </a:cubicBezTo>
                    <a:cubicBezTo>
                      <a:pt x="27773" y="13444"/>
                      <a:pt x="27773" y="13444"/>
                      <a:pt x="27773" y="13444"/>
                    </a:cubicBezTo>
                    <a:cubicBezTo>
                      <a:pt x="27602" y="13267"/>
                      <a:pt x="27602" y="13267"/>
                      <a:pt x="27602" y="13267"/>
                    </a:cubicBezTo>
                    <a:close/>
                    <a:moveTo>
                      <a:pt x="26711" y="14112"/>
                    </a:moveTo>
                    <a:cubicBezTo>
                      <a:pt x="26503" y="14303"/>
                      <a:pt x="26503" y="14303"/>
                      <a:pt x="26503" y="14303"/>
                    </a:cubicBezTo>
                    <a:cubicBezTo>
                      <a:pt x="26335" y="14456"/>
                      <a:pt x="26335" y="14456"/>
                      <a:pt x="26335" y="14456"/>
                    </a:cubicBezTo>
                    <a:cubicBezTo>
                      <a:pt x="26166" y="14607"/>
                      <a:pt x="26166" y="14607"/>
                      <a:pt x="26166" y="14607"/>
                    </a:cubicBezTo>
                    <a:cubicBezTo>
                      <a:pt x="26330" y="14791"/>
                      <a:pt x="26330" y="14791"/>
                      <a:pt x="26330" y="14791"/>
                    </a:cubicBezTo>
                    <a:cubicBezTo>
                      <a:pt x="26499" y="14639"/>
                      <a:pt x="26499" y="14639"/>
                      <a:pt x="26499" y="14639"/>
                    </a:cubicBezTo>
                    <a:cubicBezTo>
                      <a:pt x="26669" y="14485"/>
                      <a:pt x="26669" y="14485"/>
                      <a:pt x="26669" y="14485"/>
                    </a:cubicBezTo>
                    <a:cubicBezTo>
                      <a:pt x="26878" y="14293"/>
                      <a:pt x="26878" y="14293"/>
                      <a:pt x="26878" y="14293"/>
                    </a:cubicBezTo>
                    <a:cubicBezTo>
                      <a:pt x="26711" y="14112"/>
                      <a:pt x="26711" y="14112"/>
                      <a:pt x="26711" y="14112"/>
                    </a:cubicBezTo>
                    <a:close/>
                    <a:moveTo>
                      <a:pt x="25798" y="14930"/>
                    </a:moveTo>
                    <a:cubicBezTo>
                      <a:pt x="25651" y="15056"/>
                      <a:pt x="25651" y="15056"/>
                      <a:pt x="25651" y="15056"/>
                    </a:cubicBezTo>
                    <a:cubicBezTo>
                      <a:pt x="25479" y="15203"/>
                      <a:pt x="25479" y="15203"/>
                      <a:pt x="25479" y="15203"/>
                    </a:cubicBezTo>
                    <a:cubicBezTo>
                      <a:pt x="25305" y="15349"/>
                      <a:pt x="25305" y="15349"/>
                      <a:pt x="25305" y="15349"/>
                    </a:cubicBezTo>
                    <a:cubicBezTo>
                      <a:pt x="25236" y="15406"/>
                      <a:pt x="25236" y="15406"/>
                      <a:pt x="25236" y="15406"/>
                    </a:cubicBezTo>
                    <a:cubicBezTo>
                      <a:pt x="25393" y="15596"/>
                      <a:pt x="25393" y="15596"/>
                      <a:pt x="25393" y="15596"/>
                    </a:cubicBezTo>
                    <a:cubicBezTo>
                      <a:pt x="25462" y="15538"/>
                      <a:pt x="25462" y="15538"/>
                      <a:pt x="25462" y="15538"/>
                    </a:cubicBezTo>
                    <a:cubicBezTo>
                      <a:pt x="25637" y="15391"/>
                      <a:pt x="25637" y="15391"/>
                      <a:pt x="25637" y="15391"/>
                    </a:cubicBezTo>
                    <a:cubicBezTo>
                      <a:pt x="25811" y="15243"/>
                      <a:pt x="25811" y="15243"/>
                      <a:pt x="25811" y="15243"/>
                    </a:cubicBezTo>
                    <a:cubicBezTo>
                      <a:pt x="25958" y="15117"/>
                      <a:pt x="25958" y="15117"/>
                      <a:pt x="25958" y="15117"/>
                    </a:cubicBezTo>
                    <a:cubicBezTo>
                      <a:pt x="25798" y="14930"/>
                      <a:pt x="25798" y="14930"/>
                      <a:pt x="25798" y="14930"/>
                    </a:cubicBezTo>
                    <a:close/>
                    <a:moveTo>
                      <a:pt x="24856" y="15716"/>
                    </a:moveTo>
                    <a:cubicBezTo>
                      <a:pt x="24778" y="15778"/>
                      <a:pt x="24778" y="15778"/>
                      <a:pt x="24778" y="15778"/>
                    </a:cubicBezTo>
                    <a:cubicBezTo>
                      <a:pt x="24601" y="15918"/>
                      <a:pt x="24601" y="15918"/>
                      <a:pt x="24601" y="15918"/>
                    </a:cubicBezTo>
                    <a:cubicBezTo>
                      <a:pt x="24423" y="16057"/>
                      <a:pt x="24423" y="16057"/>
                      <a:pt x="24423" y="16057"/>
                    </a:cubicBezTo>
                    <a:cubicBezTo>
                      <a:pt x="24277" y="16168"/>
                      <a:pt x="24277" y="16168"/>
                      <a:pt x="24277" y="16168"/>
                    </a:cubicBezTo>
                    <a:cubicBezTo>
                      <a:pt x="24425" y="16364"/>
                      <a:pt x="24425" y="16364"/>
                      <a:pt x="24425" y="16364"/>
                    </a:cubicBezTo>
                    <a:cubicBezTo>
                      <a:pt x="24573" y="16252"/>
                      <a:pt x="24573" y="16252"/>
                      <a:pt x="24573" y="16252"/>
                    </a:cubicBezTo>
                    <a:cubicBezTo>
                      <a:pt x="24753" y="16112"/>
                      <a:pt x="24753" y="16112"/>
                      <a:pt x="24753" y="16112"/>
                    </a:cubicBezTo>
                    <a:cubicBezTo>
                      <a:pt x="24932" y="15971"/>
                      <a:pt x="24932" y="15971"/>
                      <a:pt x="24932" y="15971"/>
                    </a:cubicBezTo>
                    <a:cubicBezTo>
                      <a:pt x="25010" y="15908"/>
                      <a:pt x="25010" y="15908"/>
                      <a:pt x="25010" y="15908"/>
                    </a:cubicBezTo>
                    <a:cubicBezTo>
                      <a:pt x="24856" y="15716"/>
                      <a:pt x="24856" y="15716"/>
                      <a:pt x="24856" y="15716"/>
                    </a:cubicBezTo>
                    <a:close/>
                    <a:moveTo>
                      <a:pt x="23884" y="16461"/>
                    </a:moveTo>
                    <a:cubicBezTo>
                      <a:pt x="23699" y="16595"/>
                      <a:pt x="23699" y="16595"/>
                      <a:pt x="23699" y="16595"/>
                    </a:cubicBezTo>
                    <a:cubicBezTo>
                      <a:pt x="23516" y="16725"/>
                      <a:pt x="23516" y="16725"/>
                      <a:pt x="23516" y="16725"/>
                    </a:cubicBezTo>
                    <a:cubicBezTo>
                      <a:pt x="23331" y="16854"/>
                      <a:pt x="23331" y="16854"/>
                      <a:pt x="23331" y="16854"/>
                    </a:cubicBezTo>
                    <a:cubicBezTo>
                      <a:pt x="23285" y="16886"/>
                      <a:pt x="23285" y="16886"/>
                      <a:pt x="23285" y="16886"/>
                    </a:cubicBezTo>
                    <a:cubicBezTo>
                      <a:pt x="23423" y="17089"/>
                      <a:pt x="23423" y="17089"/>
                      <a:pt x="23423" y="17089"/>
                    </a:cubicBezTo>
                    <a:cubicBezTo>
                      <a:pt x="23471" y="17056"/>
                      <a:pt x="23471" y="17056"/>
                      <a:pt x="23471" y="17056"/>
                    </a:cubicBezTo>
                    <a:cubicBezTo>
                      <a:pt x="23658" y="16926"/>
                      <a:pt x="23658" y="16926"/>
                      <a:pt x="23658" y="16926"/>
                    </a:cubicBezTo>
                    <a:cubicBezTo>
                      <a:pt x="23843" y="16795"/>
                      <a:pt x="23843" y="16795"/>
                      <a:pt x="23843" y="16795"/>
                    </a:cubicBezTo>
                    <a:cubicBezTo>
                      <a:pt x="24029" y="16660"/>
                      <a:pt x="24029" y="16660"/>
                      <a:pt x="24029" y="16660"/>
                    </a:cubicBezTo>
                    <a:cubicBezTo>
                      <a:pt x="23884" y="16461"/>
                      <a:pt x="23884" y="16461"/>
                      <a:pt x="23884" y="16461"/>
                    </a:cubicBezTo>
                    <a:close/>
                    <a:moveTo>
                      <a:pt x="22878" y="17158"/>
                    </a:moveTo>
                    <a:cubicBezTo>
                      <a:pt x="22771" y="17229"/>
                      <a:pt x="22771" y="17229"/>
                      <a:pt x="22771" y="17229"/>
                    </a:cubicBezTo>
                    <a:cubicBezTo>
                      <a:pt x="22582" y="17350"/>
                      <a:pt x="22582" y="17350"/>
                      <a:pt x="22582" y="17350"/>
                    </a:cubicBezTo>
                    <a:cubicBezTo>
                      <a:pt x="22391" y="17469"/>
                      <a:pt x="22391" y="17469"/>
                      <a:pt x="22391" y="17469"/>
                    </a:cubicBezTo>
                    <a:cubicBezTo>
                      <a:pt x="22257" y="17551"/>
                      <a:pt x="22257" y="17551"/>
                      <a:pt x="22257" y="17551"/>
                    </a:cubicBezTo>
                    <a:cubicBezTo>
                      <a:pt x="22385" y="17762"/>
                      <a:pt x="22385" y="17762"/>
                      <a:pt x="22385" y="17762"/>
                    </a:cubicBezTo>
                    <a:cubicBezTo>
                      <a:pt x="22521" y="17678"/>
                      <a:pt x="22521" y="17678"/>
                      <a:pt x="22521" y="17678"/>
                    </a:cubicBezTo>
                    <a:cubicBezTo>
                      <a:pt x="22713" y="17558"/>
                      <a:pt x="22713" y="17558"/>
                      <a:pt x="22713" y="17558"/>
                    </a:cubicBezTo>
                    <a:cubicBezTo>
                      <a:pt x="22905" y="17435"/>
                      <a:pt x="22905" y="17435"/>
                      <a:pt x="22905" y="17435"/>
                    </a:cubicBezTo>
                    <a:cubicBezTo>
                      <a:pt x="23012" y="17365"/>
                      <a:pt x="23012" y="17365"/>
                      <a:pt x="23012" y="17365"/>
                    </a:cubicBezTo>
                    <a:cubicBezTo>
                      <a:pt x="22878" y="17158"/>
                      <a:pt x="22878" y="17158"/>
                      <a:pt x="22878" y="17158"/>
                    </a:cubicBezTo>
                    <a:close/>
                    <a:moveTo>
                      <a:pt x="21836" y="17801"/>
                    </a:moveTo>
                    <a:cubicBezTo>
                      <a:pt x="21617" y="17926"/>
                      <a:pt x="21617" y="17926"/>
                      <a:pt x="21617" y="17926"/>
                    </a:cubicBezTo>
                    <a:cubicBezTo>
                      <a:pt x="21420" y="18035"/>
                      <a:pt x="21420" y="18035"/>
                      <a:pt x="21420" y="18035"/>
                    </a:cubicBezTo>
                    <a:cubicBezTo>
                      <a:pt x="21222" y="18141"/>
                      <a:pt x="21222" y="18141"/>
                      <a:pt x="21222" y="18141"/>
                    </a:cubicBezTo>
                    <a:cubicBezTo>
                      <a:pt x="21195" y="18155"/>
                      <a:pt x="21195" y="18155"/>
                      <a:pt x="21195" y="18155"/>
                    </a:cubicBezTo>
                    <a:cubicBezTo>
                      <a:pt x="21308" y="18374"/>
                      <a:pt x="21308" y="18374"/>
                      <a:pt x="21308" y="18374"/>
                    </a:cubicBezTo>
                    <a:cubicBezTo>
                      <a:pt x="21337" y="18359"/>
                      <a:pt x="21337" y="18359"/>
                      <a:pt x="21337" y="18359"/>
                    </a:cubicBezTo>
                    <a:cubicBezTo>
                      <a:pt x="21538" y="18251"/>
                      <a:pt x="21538" y="18251"/>
                      <a:pt x="21538" y="18251"/>
                    </a:cubicBezTo>
                    <a:cubicBezTo>
                      <a:pt x="21737" y="18140"/>
                      <a:pt x="21737" y="18140"/>
                      <a:pt x="21737" y="18140"/>
                    </a:cubicBezTo>
                    <a:cubicBezTo>
                      <a:pt x="21959" y="18014"/>
                      <a:pt x="21959" y="18014"/>
                      <a:pt x="21959" y="18014"/>
                    </a:cubicBezTo>
                    <a:cubicBezTo>
                      <a:pt x="21836" y="17801"/>
                      <a:pt x="21836" y="17801"/>
                      <a:pt x="21836" y="17801"/>
                    </a:cubicBezTo>
                    <a:close/>
                    <a:moveTo>
                      <a:pt x="20759" y="18379"/>
                    </a:moveTo>
                    <a:cubicBezTo>
                      <a:pt x="20619" y="18448"/>
                      <a:pt x="20619" y="18448"/>
                      <a:pt x="20619" y="18448"/>
                    </a:cubicBezTo>
                    <a:cubicBezTo>
                      <a:pt x="20416" y="18545"/>
                      <a:pt x="20416" y="18545"/>
                      <a:pt x="20416" y="18545"/>
                    </a:cubicBezTo>
                    <a:cubicBezTo>
                      <a:pt x="20210" y="18640"/>
                      <a:pt x="20210" y="18640"/>
                      <a:pt x="20210" y="18640"/>
                    </a:cubicBezTo>
                    <a:cubicBezTo>
                      <a:pt x="20096" y="18692"/>
                      <a:pt x="20096" y="18692"/>
                      <a:pt x="20096" y="18692"/>
                    </a:cubicBezTo>
                    <a:cubicBezTo>
                      <a:pt x="20195" y="18917"/>
                      <a:pt x="20195" y="18917"/>
                      <a:pt x="20195" y="18917"/>
                    </a:cubicBezTo>
                    <a:cubicBezTo>
                      <a:pt x="20313" y="18864"/>
                      <a:pt x="20313" y="18864"/>
                      <a:pt x="20313" y="18864"/>
                    </a:cubicBezTo>
                    <a:cubicBezTo>
                      <a:pt x="20521" y="18768"/>
                      <a:pt x="20521" y="18768"/>
                      <a:pt x="20521" y="18768"/>
                    </a:cubicBezTo>
                    <a:cubicBezTo>
                      <a:pt x="20727" y="18669"/>
                      <a:pt x="20727" y="18669"/>
                      <a:pt x="20727" y="18669"/>
                    </a:cubicBezTo>
                    <a:cubicBezTo>
                      <a:pt x="20867" y="18600"/>
                      <a:pt x="20867" y="18600"/>
                      <a:pt x="20867" y="18600"/>
                    </a:cubicBezTo>
                    <a:cubicBezTo>
                      <a:pt x="20759" y="18379"/>
                      <a:pt x="20759" y="18379"/>
                      <a:pt x="20759" y="18379"/>
                    </a:cubicBezTo>
                    <a:close/>
                    <a:moveTo>
                      <a:pt x="19647" y="18885"/>
                    </a:moveTo>
                    <a:cubicBezTo>
                      <a:pt x="19586" y="18911"/>
                      <a:pt x="19586" y="18911"/>
                      <a:pt x="19586" y="18911"/>
                    </a:cubicBezTo>
                    <a:cubicBezTo>
                      <a:pt x="19375" y="18996"/>
                      <a:pt x="19375" y="18996"/>
                      <a:pt x="19375" y="18996"/>
                    </a:cubicBezTo>
                    <a:cubicBezTo>
                      <a:pt x="19162" y="19078"/>
                      <a:pt x="19162" y="19078"/>
                      <a:pt x="19162" y="19078"/>
                    </a:cubicBezTo>
                    <a:cubicBezTo>
                      <a:pt x="18963" y="19152"/>
                      <a:pt x="18963" y="19152"/>
                      <a:pt x="18963" y="19152"/>
                    </a:cubicBezTo>
                    <a:cubicBezTo>
                      <a:pt x="19048" y="19383"/>
                      <a:pt x="19048" y="19383"/>
                      <a:pt x="19048" y="19383"/>
                    </a:cubicBezTo>
                    <a:cubicBezTo>
                      <a:pt x="19249" y="19308"/>
                      <a:pt x="19249" y="19308"/>
                      <a:pt x="19249" y="19308"/>
                    </a:cubicBezTo>
                    <a:cubicBezTo>
                      <a:pt x="19465" y="19225"/>
                      <a:pt x="19465" y="19225"/>
                      <a:pt x="19465" y="19225"/>
                    </a:cubicBezTo>
                    <a:cubicBezTo>
                      <a:pt x="19679" y="19138"/>
                      <a:pt x="19679" y="19138"/>
                      <a:pt x="19679" y="19138"/>
                    </a:cubicBezTo>
                    <a:cubicBezTo>
                      <a:pt x="19740" y="19113"/>
                      <a:pt x="19740" y="19113"/>
                      <a:pt x="19740" y="19113"/>
                    </a:cubicBezTo>
                    <a:cubicBezTo>
                      <a:pt x="19647" y="18885"/>
                      <a:pt x="19647" y="18885"/>
                      <a:pt x="19647" y="18885"/>
                    </a:cubicBezTo>
                    <a:close/>
                    <a:moveTo>
                      <a:pt x="18504" y="19313"/>
                    </a:moveTo>
                    <a:cubicBezTo>
                      <a:pt x="18295" y="19381"/>
                      <a:pt x="18295" y="19381"/>
                      <a:pt x="18295" y="19381"/>
                    </a:cubicBezTo>
                    <a:cubicBezTo>
                      <a:pt x="18074" y="19450"/>
                      <a:pt x="18074" y="19450"/>
                      <a:pt x="18074" y="19450"/>
                    </a:cubicBezTo>
                    <a:cubicBezTo>
                      <a:pt x="17851" y="19516"/>
                      <a:pt x="17851" y="19516"/>
                      <a:pt x="17851" y="19516"/>
                    </a:cubicBezTo>
                    <a:cubicBezTo>
                      <a:pt x="17803" y="19530"/>
                      <a:pt x="17803" y="19530"/>
                      <a:pt x="17803" y="19530"/>
                    </a:cubicBezTo>
                    <a:cubicBezTo>
                      <a:pt x="17868" y="19767"/>
                      <a:pt x="17868" y="19767"/>
                      <a:pt x="17868" y="19767"/>
                    </a:cubicBezTo>
                    <a:cubicBezTo>
                      <a:pt x="17919" y="19753"/>
                      <a:pt x="17919" y="19753"/>
                      <a:pt x="17919" y="19753"/>
                    </a:cubicBezTo>
                    <a:cubicBezTo>
                      <a:pt x="18145" y="19686"/>
                      <a:pt x="18145" y="19686"/>
                      <a:pt x="18145" y="19686"/>
                    </a:cubicBezTo>
                    <a:cubicBezTo>
                      <a:pt x="18370" y="19616"/>
                      <a:pt x="18370" y="19616"/>
                      <a:pt x="18370" y="19616"/>
                    </a:cubicBezTo>
                    <a:cubicBezTo>
                      <a:pt x="18578" y="19548"/>
                      <a:pt x="18578" y="19548"/>
                      <a:pt x="18578" y="19548"/>
                    </a:cubicBezTo>
                    <a:cubicBezTo>
                      <a:pt x="18504" y="19313"/>
                      <a:pt x="18504" y="19313"/>
                      <a:pt x="18504" y="19313"/>
                    </a:cubicBezTo>
                    <a:close/>
                    <a:moveTo>
                      <a:pt x="17331" y="19657"/>
                    </a:moveTo>
                    <a:cubicBezTo>
                      <a:pt x="17172" y="19697"/>
                      <a:pt x="17172" y="19697"/>
                      <a:pt x="17172" y="19697"/>
                    </a:cubicBezTo>
                    <a:cubicBezTo>
                      <a:pt x="16943" y="19752"/>
                      <a:pt x="16943" y="19752"/>
                      <a:pt x="16943" y="19752"/>
                    </a:cubicBezTo>
                    <a:cubicBezTo>
                      <a:pt x="16711" y="19803"/>
                      <a:pt x="16711" y="19803"/>
                      <a:pt x="16711" y="19803"/>
                    </a:cubicBezTo>
                    <a:cubicBezTo>
                      <a:pt x="16617" y="19822"/>
                      <a:pt x="16617" y="19822"/>
                      <a:pt x="16617" y="19822"/>
                    </a:cubicBezTo>
                    <a:cubicBezTo>
                      <a:pt x="16665" y="20064"/>
                      <a:pt x="16665" y="20064"/>
                      <a:pt x="16665" y="20064"/>
                    </a:cubicBezTo>
                    <a:cubicBezTo>
                      <a:pt x="16763" y="20043"/>
                      <a:pt x="16763" y="20043"/>
                      <a:pt x="16763" y="20043"/>
                    </a:cubicBezTo>
                    <a:cubicBezTo>
                      <a:pt x="16998" y="19991"/>
                      <a:pt x="16998" y="19991"/>
                      <a:pt x="16998" y="19991"/>
                    </a:cubicBezTo>
                    <a:cubicBezTo>
                      <a:pt x="17231" y="19936"/>
                      <a:pt x="17231" y="19936"/>
                      <a:pt x="17231" y="19936"/>
                    </a:cubicBezTo>
                    <a:cubicBezTo>
                      <a:pt x="17389" y="19896"/>
                      <a:pt x="17389" y="19896"/>
                      <a:pt x="17389" y="19896"/>
                    </a:cubicBezTo>
                    <a:cubicBezTo>
                      <a:pt x="17331" y="19657"/>
                      <a:pt x="17331" y="19657"/>
                      <a:pt x="17331" y="19657"/>
                    </a:cubicBezTo>
                    <a:close/>
                    <a:moveTo>
                      <a:pt x="16137" y="19915"/>
                    </a:moveTo>
                    <a:cubicBezTo>
                      <a:pt x="16005" y="19938"/>
                      <a:pt x="16005" y="19938"/>
                      <a:pt x="16005" y="19938"/>
                    </a:cubicBezTo>
                    <a:cubicBezTo>
                      <a:pt x="15766" y="19977"/>
                      <a:pt x="15766" y="19977"/>
                      <a:pt x="15766" y="19977"/>
                    </a:cubicBezTo>
                    <a:cubicBezTo>
                      <a:pt x="15525" y="20012"/>
                      <a:pt x="15525" y="20012"/>
                      <a:pt x="15525" y="20012"/>
                    </a:cubicBezTo>
                    <a:cubicBezTo>
                      <a:pt x="15413" y="20027"/>
                      <a:pt x="15413" y="20027"/>
                      <a:pt x="15413" y="20027"/>
                    </a:cubicBezTo>
                    <a:cubicBezTo>
                      <a:pt x="15443" y="20271"/>
                      <a:pt x="15443" y="20271"/>
                      <a:pt x="15443" y="20271"/>
                    </a:cubicBezTo>
                    <a:cubicBezTo>
                      <a:pt x="15559" y="20256"/>
                      <a:pt x="15559" y="20256"/>
                      <a:pt x="15559" y="20256"/>
                    </a:cubicBezTo>
                    <a:cubicBezTo>
                      <a:pt x="15804" y="20220"/>
                      <a:pt x="15804" y="20220"/>
                      <a:pt x="15804" y="20220"/>
                    </a:cubicBezTo>
                    <a:cubicBezTo>
                      <a:pt x="16046" y="20181"/>
                      <a:pt x="16046" y="20181"/>
                      <a:pt x="16046" y="20181"/>
                    </a:cubicBezTo>
                    <a:cubicBezTo>
                      <a:pt x="16178" y="20157"/>
                      <a:pt x="16178" y="20157"/>
                      <a:pt x="16178" y="20157"/>
                    </a:cubicBezTo>
                    <a:cubicBezTo>
                      <a:pt x="16137" y="19915"/>
                      <a:pt x="16137" y="19915"/>
                      <a:pt x="16137" y="19915"/>
                    </a:cubicBezTo>
                    <a:close/>
                    <a:moveTo>
                      <a:pt x="14927" y="20085"/>
                    </a:moveTo>
                    <a:cubicBezTo>
                      <a:pt x="14790" y="20099"/>
                      <a:pt x="14790" y="20099"/>
                      <a:pt x="14790" y="20099"/>
                    </a:cubicBezTo>
                    <a:cubicBezTo>
                      <a:pt x="14541" y="20121"/>
                      <a:pt x="14541" y="20121"/>
                      <a:pt x="14541" y="20121"/>
                    </a:cubicBezTo>
                    <a:cubicBezTo>
                      <a:pt x="14290" y="20140"/>
                      <a:pt x="14290" y="20140"/>
                      <a:pt x="14290" y="20140"/>
                    </a:cubicBezTo>
                    <a:cubicBezTo>
                      <a:pt x="14197" y="20145"/>
                      <a:pt x="14197" y="20145"/>
                      <a:pt x="14197" y="20145"/>
                    </a:cubicBezTo>
                    <a:cubicBezTo>
                      <a:pt x="14210" y="20391"/>
                      <a:pt x="14210" y="20391"/>
                      <a:pt x="14210" y="20391"/>
                    </a:cubicBezTo>
                    <a:cubicBezTo>
                      <a:pt x="14306" y="20385"/>
                      <a:pt x="14306" y="20385"/>
                      <a:pt x="14306" y="20385"/>
                    </a:cubicBezTo>
                    <a:cubicBezTo>
                      <a:pt x="14561" y="20366"/>
                      <a:pt x="14561" y="20366"/>
                      <a:pt x="14561" y="20366"/>
                    </a:cubicBezTo>
                    <a:cubicBezTo>
                      <a:pt x="14813" y="20344"/>
                      <a:pt x="14813" y="20344"/>
                      <a:pt x="14813" y="20344"/>
                    </a:cubicBezTo>
                    <a:cubicBezTo>
                      <a:pt x="14951" y="20330"/>
                      <a:pt x="14951" y="20330"/>
                      <a:pt x="14951" y="20330"/>
                    </a:cubicBezTo>
                    <a:cubicBezTo>
                      <a:pt x="14927" y="20085"/>
                      <a:pt x="14927" y="20085"/>
                      <a:pt x="14927" y="20085"/>
                    </a:cubicBezTo>
                    <a:close/>
                    <a:moveTo>
                      <a:pt x="13709" y="20169"/>
                    </a:moveTo>
                    <a:cubicBezTo>
                      <a:pt x="13524" y="20175"/>
                      <a:pt x="13524" y="20175"/>
                      <a:pt x="13524" y="20175"/>
                    </a:cubicBezTo>
                    <a:cubicBezTo>
                      <a:pt x="13264" y="20179"/>
                      <a:pt x="13264" y="20179"/>
                      <a:pt x="13264" y="20179"/>
                    </a:cubicBezTo>
                    <a:cubicBezTo>
                      <a:pt x="13002" y="20180"/>
                      <a:pt x="13002" y="20180"/>
                      <a:pt x="13002" y="20180"/>
                    </a:cubicBezTo>
                    <a:cubicBezTo>
                      <a:pt x="12975" y="20180"/>
                      <a:pt x="12975" y="20180"/>
                      <a:pt x="12975" y="20180"/>
                    </a:cubicBezTo>
                    <a:cubicBezTo>
                      <a:pt x="12971" y="20426"/>
                      <a:pt x="12971" y="20426"/>
                      <a:pt x="12971" y="20426"/>
                    </a:cubicBezTo>
                    <a:cubicBezTo>
                      <a:pt x="13001" y="20426"/>
                      <a:pt x="13001" y="20426"/>
                      <a:pt x="13001" y="20426"/>
                    </a:cubicBezTo>
                    <a:cubicBezTo>
                      <a:pt x="13267" y="20425"/>
                      <a:pt x="13267" y="20425"/>
                      <a:pt x="13267" y="20425"/>
                    </a:cubicBezTo>
                    <a:cubicBezTo>
                      <a:pt x="13530" y="20421"/>
                      <a:pt x="13530" y="20421"/>
                      <a:pt x="13530" y="20421"/>
                    </a:cubicBezTo>
                    <a:cubicBezTo>
                      <a:pt x="13715" y="20415"/>
                      <a:pt x="13715" y="20415"/>
                      <a:pt x="13715" y="20415"/>
                    </a:cubicBezTo>
                    <a:cubicBezTo>
                      <a:pt x="13709" y="20169"/>
                      <a:pt x="13709" y="20169"/>
                      <a:pt x="13709" y="20169"/>
                    </a:cubicBezTo>
                    <a:close/>
                    <a:moveTo>
                      <a:pt x="12485" y="20171"/>
                    </a:moveTo>
                    <a:cubicBezTo>
                      <a:pt x="12204" y="20160"/>
                      <a:pt x="12204" y="20160"/>
                      <a:pt x="12204" y="20160"/>
                    </a:cubicBezTo>
                    <a:cubicBezTo>
                      <a:pt x="11933" y="20146"/>
                      <a:pt x="11933" y="20146"/>
                      <a:pt x="11933" y="20146"/>
                    </a:cubicBezTo>
                    <a:cubicBezTo>
                      <a:pt x="11753" y="20134"/>
                      <a:pt x="11753" y="20134"/>
                      <a:pt x="11753" y="20134"/>
                    </a:cubicBezTo>
                    <a:cubicBezTo>
                      <a:pt x="11735" y="20379"/>
                      <a:pt x="11735" y="20379"/>
                      <a:pt x="11735" y="20379"/>
                    </a:cubicBezTo>
                    <a:cubicBezTo>
                      <a:pt x="11918" y="20392"/>
                      <a:pt x="11918" y="20392"/>
                      <a:pt x="11918" y="20392"/>
                    </a:cubicBezTo>
                    <a:cubicBezTo>
                      <a:pt x="12192" y="20406"/>
                      <a:pt x="12192" y="20406"/>
                      <a:pt x="12192" y="20406"/>
                    </a:cubicBezTo>
                    <a:cubicBezTo>
                      <a:pt x="12477" y="20417"/>
                      <a:pt x="12477" y="20417"/>
                      <a:pt x="12477" y="20417"/>
                    </a:cubicBezTo>
                    <a:cubicBezTo>
                      <a:pt x="12485" y="20171"/>
                      <a:pt x="12485" y="20171"/>
                      <a:pt x="12485" y="20171"/>
                    </a:cubicBezTo>
                    <a:close/>
                    <a:moveTo>
                      <a:pt x="11265" y="20095"/>
                    </a:moveTo>
                    <a:cubicBezTo>
                      <a:pt x="11107" y="20080"/>
                      <a:pt x="11107" y="20080"/>
                      <a:pt x="11107" y="20080"/>
                    </a:cubicBezTo>
                    <a:cubicBezTo>
                      <a:pt x="10827" y="20050"/>
                      <a:pt x="10827" y="20050"/>
                      <a:pt x="10827" y="20050"/>
                    </a:cubicBezTo>
                    <a:cubicBezTo>
                      <a:pt x="10536" y="20015"/>
                      <a:pt x="10536" y="20015"/>
                      <a:pt x="10536" y="20015"/>
                    </a:cubicBezTo>
                    <a:cubicBezTo>
                      <a:pt x="10502" y="20259"/>
                      <a:pt x="10502" y="20259"/>
                      <a:pt x="10502" y="20259"/>
                    </a:cubicBezTo>
                    <a:cubicBezTo>
                      <a:pt x="10799" y="20295"/>
                      <a:pt x="10799" y="20295"/>
                      <a:pt x="10799" y="20295"/>
                    </a:cubicBezTo>
                    <a:cubicBezTo>
                      <a:pt x="11082" y="20325"/>
                      <a:pt x="11082" y="20325"/>
                      <a:pt x="11082" y="20325"/>
                    </a:cubicBezTo>
                    <a:cubicBezTo>
                      <a:pt x="11241" y="20340"/>
                      <a:pt x="11241" y="20340"/>
                      <a:pt x="11241" y="20340"/>
                    </a:cubicBezTo>
                    <a:cubicBezTo>
                      <a:pt x="11265" y="20095"/>
                      <a:pt x="11265" y="20095"/>
                      <a:pt x="11265" y="20095"/>
                    </a:cubicBezTo>
                    <a:close/>
                    <a:moveTo>
                      <a:pt x="10050" y="19948"/>
                    </a:moveTo>
                    <a:cubicBezTo>
                      <a:pt x="9972" y="19936"/>
                      <a:pt x="9972" y="19936"/>
                      <a:pt x="9972" y="19936"/>
                    </a:cubicBezTo>
                    <a:cubicBezTo>
                      <a:pt x="9683" y="19890"/>
                      <a:pt x="9683" y="19890"/>
                      <a:pt x="9683" y="19890"/>
                    </a:cubicBezTo>
                    <a:cubicBezTo>
                      <a:pt x="9390" y="19840"/>
                      <a:pt x="9390" y="19840"/>
                      <a:pt x="9390" y="19840"/>
                    </a:cubicBezTo>
                    <a:cubicBezTo>
                      <a:pt x="9326" y="19828"/>
                      <a:pt x="9326" y="19828"/>
                      <a:pt x="9326" y="19828"/>
                    </a:cubicBezTo>
                    <a:cubicBezTo>
                      <a:pt x="9280" y="20069"/>
                      <a:pt x="9280" y="20069"/>
                      <a:pt x="9280" y="20069"/>
                    </a:cubicBezTo>
                    <a:cubicBezTo>
                      <a:pt x="9347" y="20082"/>
                      <a:pt x="9347" y="20082"/>
                      <a:pt x="9347" y="20082"/>
                    </a:cubicBezTo>
                    <a:cubicBezTo>
                      <a:pt x="9642" y="20133"/>
                      <a:pt x="9642" y="20133"/>
                      <a:pt x="9642" y="20133"/>
                    </a:cubicBezTo>
                    <a:cubicBezTo>
                      <a:pt x="9935" y="20179"/>
                      <a:pt x="9935" y="20179"/>
                      <a:pt x="9935" y="20179"/>
                    </a:cubicBezTo>
                    <a:cubicBezTo>
                      <a:pt x="10013" y="20191"/>
                      <a:pt x="10013" y="20191"/>
                      <a:pt x="10013" y="20191"/>
                    </a:cubicBezTo>
                    <a:cubicBezTo>
                      <a:pt x="10050" y="19948"/>
                      <a:pt x="10050" y="19948"/>
                      <a:pt x="10050" y="19948"/>
                    </a:cubicBezTo>
                    <a:close/>
                    <a:moveTo>
                      <a:pt x="8844" y="19735"/>
                    </a:moveTo>
                    <a:cubicBezTo>
                      <a:pt x="8798" y="19726"/>
                      <a:pt x="8798" y="19726"/>
                      <a:pt x="8798" y="19726"/>
                    </a:cubicBezTo>
                    <a:cubicBezTo>
                      <a:pt x="8499" y="19663"/>
                      <a:pt x="8499" y="19663"/>
                      <a:pt x="8499" y="19663"/>
                    </a:cubicBezTo>
                    <a:cubicBezTo>
                      <a:pt x="8196" y="19595"/>
                      <a:pt x="8196" y="19595"/>
                      <a:pt x="8196" y="19595"/>
                    </a:cubicBezTo>
                    <a:cubicBezTo>
                      <a:pt x="8127" y="19579"/>
                      <a:pt x="8127" y="19579"/>
                      <a:pt x="8127" y="19579"/>
                    </a:cubicBezTo>
                    <a:cubicBezTo>
                      <a:pt x="8069" y="19818"/>
                      <a:pt x="8069" y="19818"/>
                      <a:pt x="8069" y="19818"/>
                    </a:cubicBezTo>
                    <a:cubicBezTo>
                      <a:pt x="8141" y="19835"/>
                      <a:pt x="8141" y="19835"/>
                      <a:pt x="8141" y="19835"/>
                    </a:cubicBezTo>
                    <a:cubicBezTo>
                      <a:pt x="8446" y="19903"/>
                      <a:pt x="8446" y="19903"/>
                      <a:pt x="8446" y="19903"/>
                    </a:cubicBezTo>
                    <a:cubicBezTo>
                      <a:pt x="8749" y="19967"/>
                      <a:pt x="8749" y="19967"/>
                      <a:pt x="8749" y="19967"/>
                    </a:cubicBezTo>
                    <a:cubicBezTo>
                      <a:pt x="8795" y="19976"/>
                      <a:pt x="8795" y="19976"/>
                      <a:pt x="8795" y="19976"/>
                    </a:cubicBezTo>
                    <a:cubicBezTo>
                      <a:pt x="8844" y="19735"/>
                      <a:pt x="8844" y="19735"/>
                      <a:pt x="8844" y="19735"/>
                    </a:cubicBezTo>
                    <a:close/>
                    <a:moveTo>
                      <a:pt x="7650" y="19463"/>
                    </a:moveTo>
                    <a:cubicBezTo>
                      <a:pt x="7584" y="19447"/>
                      <a:pt x="7584" y="19447"/>
                      <a:pt x="7584" y="19447"/>
                    </a:cubicBezTo>
                    <a:cubicBezTo>
                      <a:pt x="7273" y="19366"/>
                      <a:pt x="7273" y="19366"/>
                      <a:pt x="7273" y="19366"/>
                    </a:cubicBezTo>
                    <a:cubicBezTo>
                      <a:pt x="6940" y="19275"/>
                      <a:pt x="6940" y="19275"/>
                      <a:pt x="6940" y="19275"/>
                    </a:cubicBezTo>
                    <a:cubicBezTo>
                      <a:pt x="6871" y="19511"/>
                      <a:pt x="6871" y="19511"/>
                      <a:pt x="6871" y="19511"/>
                    </a:cubicBezTo>
                    <a:cubicBezTo>
                      <a:pt x="7210" y="19604"/>
                      <a:pt x="7210" y="19604"/>
                      <a:pt x="7210" y="19604"/>
                    </a:cubicBezTo>
                    <a:cubicBezTo>
                      <a:pt x="7523" y="19685"/>
                      <a:pt x="7523" y="19685"/>
                      <a:pt x="7523" y="19685"/>
                    </a:cubicBezTo>
                    <a:cubicBezTo>
                      <a:pt x="7589" y="19702"/>
                      <a:pt x="7589" y="19702"/>
                      <a:pt x="7589" y="19702"/>
                    </a:cubicBezTo>
                    <a:cubicBezTo>
                      <a:pt x="7650" y="19463"/>
                      <a:pt x="7650" y="19463"/>
                      <a:pt x="7650" y="19463"/>
                    </a:cubicBezTo>
                    <a:close/>
                    <a:moveTo>
                      <a:pt x="6469" y="19138"/>
                    </a:moveTo>
                    <a:cubicBezTo>
                      <a:pt x="6327" y="19096"/>
                      <a:pt x="6327" y="19096"/>
                      <a:pt x="6327" y="19096"/>
                    </a:cubicBezTo>
                    <a:cubicBezTo>
                      <a:pt x="6006" y="18996"/>
                      <a:pt x="6006" y="18996"/>
                      <a:pt x="6006" y="18996"/>
                    </a:cubicBezTo>
                    <a:cubicBezTo>
                      <a:pt x="5766" y="18919"/>
                      <a:pt x="5766" y="18919"/>
                      <a:pt x="5766" y="18919"/>
                    </a:cubicBezTo>
                    <a:cubicBezTo>
                      <a:pt x="5690" y="19153"/>
                      <a:pt x="5690" y="19153"/>
                      <a:pt x="5690" y="19153"/>
                    </a:cubicBezTo>
                    <a:cubicBezTo>
                      <a:pt x="5932" y="19231"/>
                      <a:pt x="5932" y="19231"/>
                      <a:pt x="5932" y="19231"/>
                    </a:cubicBezTo>
                    <a:cubicBezTo>
                      <a:pt x="6255" y="19331"/>
                      <a:pt x="6255" y="19331"/>
                      <a:pt x="6255" y="19331"/>
                    </a:cubicBezTo>
                    <a:cubicBezTo>
                      <a:pt x="6397" y="19373"/>
                      <a:pt x="6397" y="19373"/>
                      <a:pt x="6397" y="19373"/>
                    </a:cubicBezTo>
                    <a:cubicBezTo>
                      <a:pt x="6469" y="19138"/>
                      <a:pt x="6469" y="19138"/>
                      <a:pt x="6469" y="19138"/>
                    </a:cubicBezTo>
                    <a:close/>
                    <a:moveTo>
                      <a:pt x="5301" y="18765"/>
                    </a:moveTo>
                    <a:cubicBezTo>
                      <a:pt x="5026" y="18670"/>
                      <a:pt x="5026" y="18670"/>
                      <a:pt x="5026" y="18670"/>
                    </a:cubicBezTo>
                    <a:cubicBezTo>
                      <a:pt x="4694" y="18552"/>
                      <a:pt x="4694" y="18552"/>
                      <a:pt x="4694" y="18552"/>
                    </a:cubicBezTo>
                    <a:cubicBezTo>
                      <a:pt x="4608" y="18520"/>
                      <a:pt x="4608" y="18520"/>
                      <a:pt x="4608" y="18520"/>
                    </a:cubicBezTo>
                    <a:cubicBezTo>
                      <a:pt x="4521" y="18751"/>
                      <a:pt x="4521" y="18751"/>
                      <a:pt x="4521" y="18751"/>
                    </a:cubicBezTo>
                    <a:cubicBezTo>
                      <a:pt x="4610" y="18783"/>
                      <a:pt x="4610" y="18783"/>
                      <a:pt x="4610" y="18783"/>
                    </a:cubicBezTo>
                    <a:cubicBezTo>
                      <a:pt x="4945" y="18903"/>
                      <a:pt x="4945" y="18903"/>
                      <a:pt x="4945" y="18903"/>
                    </a:cubicBezTo>
                    <a:cubicBezTo>
                      <a:pt x="5220" y="18997"/>
                      <a:pt x="5220" y="18997"/>
                      <a:pt x="5220" y="18997"/>
                    </a:cubicBezTo>
                    <a:cubicBezTo>
                      <a:pt x="5301" y="18765"/>
                      <a:pt x="5301" y="18765"/>
                      <a:pt x="5301" y="18765"/>
                    </a:cubicBezTo>
                    <a:close/>
                    <a:moveTo>
                      <a:pt x="4147" y="18348"/>
                    </a:moveTo>
                    <a:cubicBezTo>
                      <a:pt x="4021" y="18301"/>
                      <a:pt x="4021" y="18301"/>
                      <a:pt x="4021" y="18301"/>
                    </a:cubicBezTo>
                    <a:cubicBezTo>
                      <a:pt x="3681" y="18168"/>
                      <a:pt x="3681" y="18168"/>
                      <a:pt x="3681" y="18168"/>
                    </a:cubicBezTo>
                    <a:cubicBezTo>
                      <a:pt x="3462" y="18080"/>
                      <a:pt x="3462" y="18080"/>
                      <a:pt x="3462" y="18080"/>
                    </a:cubicBezTo>
                    <a:cubicBezTo>
                      <a:pt x="3369" y="18308"/>
                      <a:pt x="3369" y="18308"/>
                      <a:pt x="3369" y="18308"/>
                    </a:cubicBezTo>
                    <a:cubicBezTo>
                      <a:pt x="3590" y="18397"/>
                      <a:pt x="3590" y="18397"/>
                      <a:pt x="3590" y="18397"/>
                    </a:cubicBezTo>
                    <a:cubicBezTo>
                      <a:pt x="3933" y="18530"/>
                      <a:pt x="3933" y="18530"/>
                      <a:pt x="3933" y="18530"/>
                    </a:cubicBezTo>
                    <a:cubicBezTo>
                      <a:pt x="4059" y="18578"/>
                      <a:pt x="4059" y="18578"/>
                      <a:pt x="4059" y="18578"/>
                    </a:cubicBezTo>
                    <a:cubicBezTo>
                      <a:pt x="4147" y="18348"/>
                      <a:pt x="4147" y="18348"/>
                      <a:pt x="4147" y="18348"/>
                    </a:cubicBezTo>
                    <a:close/>
                    <a:moveTo>
                      <a:pt x="3008" y="17894"/>
                    </a:moveTo>
                    <a:cubicBezTo>
                      <a:pt x="2641" y="17739"/>
                      <a:pt x="2641" y="17739"/>
                      <a:pt x="2641" y="17739"/>
                    </a:cubicBezTo>
                    <a:cubicBezTo>
                      <a:pt x="2331" y="17604"/>
                      <a:pt x="2331" y="17604"/>
                      <a:pt x="2331" y="17604"/>
                    </a:cubicBezTo>
                    <a:cubicBezTo>
                      <a:pt x="2232" y="17829"/>
                      <a:pt x="2232" y="17829"/>
                      <a:pt x="2232" y="17829"/>
                    </a:cubicBezTo>
                    <a:cubicBezTo>
                      <a:pt x="2544" y="17965"/>
                      <a:pt x="2544" y="17965"/>
                      <a:pt x="2544" y="17965"/>
                    </a:cubicBezTo>
                    <a:cubicBezTo>
                      <a:pt x="2913" y="18121"/>
                      <a:pt x="2913" y="18121"/>
                      <a:pt x="2913" y="18121"/>
                    </a:cubicBezTo>
                    <a:cubicBezTo>
                      <a:pt x="3008" y="17894"/>
                      <a:pt x="3008" y="17894"/>
                      <a:pt x="3008" y="17894"/>
                    </a:cubicBezTo>
                    <a:close/>
                    <a:moveTo>
                      <a:pt x="1883" y="17404"/>
                    </a:moveTo>
                    <a:cubicBezTo>
                      <a:pt x="1575" y="17264"/>
                      <a:pt x="1575" y="17264"/>
                      <a:pt x="1575" y="17264"/>
                    </a:cubicBezTo>
                    <a:cubicBezTo>
                      <a:pt x="1214" y="17095"/>
                      <a:pt x="1214" y="17095"/>
                      <a:pt x="1214" y="17095"/>
                    </a:cubicBezTo>
                    <a:cubicBezTo>
                      <a:pt x="1109" y="17318"/>
                      <a:pt x="1109" y="17318"/>
                      <a:pt x="1109" y="17318"/>
                    </a:cubicBezTo>
                    <a:cubicBezTo>
                      <a:pt x="1472" y="17487"/>
                      <a:pt x="1472" y="17487"/>
                      <a:pt x="1472" y="17487"/>
                    </a:cubicBezTo>
                    <a:cubicBezTo>
                      <a:pt x="1780" y="17628"/>
                      <a:pt x="1780" y="17628"/>
                      <a:pt x="1780" y="17628"/>
                    </a:cubicBezTo>
                    <a:lnTo>
                      <a:pt x="1883" y="1740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5" name="Google Shape;745;p31"/>
            <p:cNvGrpSpPr/>
            <p:nvPr/>
          </p:nvGrpSpPr>
          <p:grpSpPr>
            <a:xfrm rot="1800033">
              <a:off x="8920442" y="3500648"/>
              <a:ext cx="156574" cy="280323"/>
              <a:chOff x="7419591" y="3612333"/>
              <a:chExt cx="146306" cy="261940"/>
            </a:xfrm>
          </p:grpSpPr>
          <p:sp>
            <p:nvSpPr>
              <p:cNvPr id="746" name="Google Shape;746;p31"/>
              <p:cNvSpPr/>
              <p:nvPr/>
            </p:nvSpPr>
            <p:spPr>
              <a:xfrm>
                <a:off x="7426735" y="3612333"/>
                <a:ext cx="132160" cy="26194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002" extrusionOk="0">
                    <a:moveTo>
                      <a:pt x="0" y="2644"/>
                    </a:moveTo>
                    <a:cubicBezTo>
                      <a:pt x="0" y="184"/>
                      <a:pt x="0" y="184"/>
                      <a:pt x="0" y="184"/>
                    </a:cubicBezTo>
                    <a:cubicBezTo>
                      <a:pt x="0" y="82"/>
                      <a:pt x="83" y="0"/>
                      <a:pt x="184" y="0"/>
                    </a:cubicBezTo>
                    <a:cubicBezTo>
                      <a:pt x="1323" y="0"/>
                      <a:pt x="1323" y="0"/>
                      <a:pt x="1323" y="0"/>
                    </a:cubicBezTo>
                    <a:cubicBezTo>
                      <a:pt x="1424" y="0"/>
                      <a:pt x="1507" y="82"/>
                      <a:pt x="1507" y="184"/>
                    </a:cubicBezTo>
                    <a:cubicBezTo>
                      <a:pt x="1507" y="2644"/>
                      <a:pt x="1507" y="2644"/>
                      <a:pt x="1507" y="2644"/>
                    </a:cubicBezTo>
                    <a:cubicBezTo>
                      <a:pt x="1507" y="2821"/>
                      <a:pt x="1377" y="2969"/>
                      <a:pt x="1208" y="2997"/>
                    </a:cubicBezTo>
                    <a:cubicBezTo>
                      <a:pt x="1189" y="3001"/>
                      <a:pt x="1169" y="3002"/>
                      <a:pt x="1149" y="3002"/>
                    </a:cubicBezTo>
                    <a:cubicBezTo>
                      <a:pt x="358" y="3002"/>
                      <a:pt x="358" y="3002"/>
                      <a:pt x="358" y="3002"/>
                    </a:cubicBezTo>
                    <a:cubicBezTo>
                      <a:pt x="161" y="3002"/>
                      <a:pt x="0" y="2841"/>
                      <a:pt x="0" y="2644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7" name="Google Shape;747;p31"/>
              <p:cNvSpPr/>
              <p:nvPr/>
            </p:nvSpPr>
            <p:spPr>
              <a:xfrm>
                <a:off x="7523175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283" y="0"/>
                    </a:moveTo>
                    <a:cubicBezTo>
                      <a:pt x="308" y="0"/>
                      <a:pt x="328" y="20"/>
                      <a:pt x="328" y="44"/>
                    </a:cubicBezTo>
                    <a:cubicBezTo>
                      <a:pt x="328" y="201"/>
                      <a:pt x="201" y="328"/>
                      <a:pt x="44" y="328"/>
                    </a:cubicBezTo>
                    <a:cubicBezTo>
                      <a:pt x="20" y="328"/>
                      <a:pt x="0" y="308"/>
                      <a:pt x="0" y="283"/>
                    </a:cubicBezTo>
                    <a:cubicBezTo>
                      <a:pt x="0" y="258"/>
                      <a:pt x="20" y="238"/>
                      <a:pt x="44" y="238"/>
                    </a:cubicBezTo>
                    <a:cubicBezTo>
                      <a:pt x="151" y="238"/>
                      <a:pt x="238" y="151"/>
                      <a:pt x="238" y="44"/>
                    </a:cubicBezTo>
                    <a:cubicBezTo>
                      <a:pt x="238" y="20"/>
                      <a:pt x="258" y="0"/>
                      <a:pt x="283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" name="Google Shape;748;p31"/>
              <p:cNvSpPr/>
              <p:nvPr/>
            </p:nvSpPr>
            <p:spPr>
              <a:xfrm>
                <a:off x="7433879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45" y="0"/>
                    </a:moveTo>
                    <a:cubicBezTo>
                      <a:pt x="70" y="0"/>
                      <a:pt x="90" y="20"/>
                      <a:pt x="90" y="44"/>
                    </a:cubicBezTo>
                    <a:cubicBezTo>
                      <a:pt x="90" y="151"/>
                      <a:pt x="177" y="238"/>
                      <a:pt x="284" y="238"/>
                    </a:cubicBezTo>
                    <a:cubicBezTo>
                      <a:pt x="308" y="238"/>
                      <a:pt x="328" y="258"/>
                      <a:pt x="328" y="283"/>
                    </a:cubicBezTo>
                    <a:cubicBezTo>
                      <a:pt x="328" y="308"/>
                      <a:pt x="308" y="328"/>
                      <a:pt x="284" y="328"/>
                    </a:cubicBezTo>
                    <a:cubicBezTo>
                      <a:pt x="128" y="328"/>
                      <a:pt x="0" y="201"/>
                      <a:pt x="0" y="44"/>
                    </a:cubicBezTo>
                    <a:cubicBezTo>
                      <a:pt x="0" y="20"/>
                      <a:pt x="20" y="0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" name="Google Shape;749;p31"/>
              <p:cNvSpPr/>
              <p:nvPr/>
            </p:nvSpPr>
            <p:spPr>
              <a:xfrm>
                <a:off x="7519603" y="3619477"/>
                <a:ext cx="238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2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63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3" y="104"/>
                      <a:pt x="262" y="104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0" name="Google Shape;750;p31"/>
              <p:cNvSpPr/>
              <p:nvPr/>
            </p:nvSpPr>
            <p:spPr>
              <a:xfrm>
                <a:off x="7445785" y="3619477"/>
                <a:ext cx="226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1" y="0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62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2" y="104"/>
                      <a:pt x="261" y="104"/>
                    </a:cubicBezTo>
                    <a:cubicBezTo>
                      <a:pt x="1" y="104"/>
                      <a:pt x="1" y="104"/>
                      <a:pt x="1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" name="Google Shape;751;p31"/>
              <p:cNvSpPr/>
              <p:nvPr/>
            </p:nvSpPr>
            <p:spPr>
              <a:xfrm>
                <a:off x="7455310" y="3649243"/>
                <a:ext cx="7858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31" extrusionOk="0">
                    <a:moveTo>
                      <a:pt x="94" y="131"/>
                    </a:moveTo>
                    <a:cubicBezTo>
                      <a:pt x="33" y="80"/>
                      <a:pt x="33" y="80"/>
                      <a:pt x="33" y="80"/>
                    </a:cubicBezTo>
                    <a:cubicBezTo>
                      <a:pt x="0" y="53"/>
                      <a:pt x="19" y="0"/>
                      <a:pt x="61" y="0"/>
                    </a:cubicBezTo>
                    <a:cubicBezTo>
                      <a:pt x="840" y="0"/>
                      <a:pt x="840" y="0"/>
                      <a:pt x="840" y="0"/>
                    </a:cubicBezTo>
                    <a:cubicBezTo>
                      <a:pt x="882" y="0"/>
                      <a:pt x="901" y="53"/>
                      <a:pt x="868" y="80"/>
                    </a:cubicBezTo>
                    <a:cubicBezTo>
                      <a:pt x="807" y="131"/>
                      <a:pt x="807" y="131"/>
                      <a:pt x="807" y="131"/>
                    </a:cubicBezTo>
                    <a:lnTo>
                      <a:pt x="94" y="131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31"/>
              <p:cNvSpPr/>
              <p:nvPr/>
            </p:nvSpPr>
            <p:spPr>
              <a:xfrm>
                <a:off x="7452928" y="3770686"/>
                <a:ext cx="82152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941" h="450" extrusionOk="0">
                    <a:moveTo>
                      <a:pt x="36" y="257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807" y="0"/>
                      <a:pt x="807" y="0"/>
                      <a:pt x="807" y="0"/>
                    </a:cubicBezTo>
                    <a:cubicBezTo>
                      <a:pt x="905" y="257"/>
                      <a:pt x="905" y="257"/>
                      <a:pt x="905" y="257"/>
                    </a:cubicBezTo>
                    <a:cubicBezTo>
                      <a:pt x="941" y="350"/>
                      <a:pt x="872" y="450"/>
                      <a:pt x="772" y="450"/>
                    </a:cubicBezTo>
                    <a:cubicBezTo>
                      <a:pt x="169" y="450"/>
                      <a:pt x="169" y="450"/>
                      <a:pt x="169" y="450"/>
                    </a:cubicBezTo>
                    <a:cubicBezTo>
                      <a:pt x="69" y="450"/>
                      <a:pt x="0" y="350"/>
                      <a:pt x="36" y="257"/>
                    </a:cubicBezTo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" name="Google Shape;753;p31"/>
              <p:cNvSpPr/>
              <p:nvPr/>
            </p:nvSpPr>
            <p:spPr>
              <a:xfrm>
                <a:off x="7449356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0"/>
                    </a:moveTo>
                    <a:lnTo>
                      <a:pt x="7" y="30"/>
                    </a:lnTo>
                    <a:lnTo>
                      <a:pt x="0" y="33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4" name="Google Shape;754;p31"/>
              <p:cNvSpPr/>
              <p:nvPr/>
            </p:nvSpPr>
            <p:spPr>
              <a:xfrm>
                <a:off x="7449356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33"/>
                    </a:moveTo>
                    <a:lnTo>
                      <a:pt x="7" y="3"/>
                    </a:lnTo>
                    <a:lnTo>
                      <a:pt x="0" y="0"/>
                    </a:lnTo>
                    <a:lnTo>
                      <a:pt x="0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5" name="Google Shape;755;p31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6" name="Google Shape;756;p31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" name="Google Shape;757;p31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" name="Google Shape;758;p31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" name="Google Shape;759;p31"/>
              <p:cNvSpPr/>
              <p:nvPr/>
            </p:nvSpPr>
            <p:spPr>
              <a:xfrm>
                <a:off x="7529128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151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84"/>
                      <a:pt x="112" y="84"/>
                      <a:pt x="112" y="84"/>
                    </a:cubicBezTo>
                    <a:cubicBezTo>
                      <a:pt x="157" y="84"/>
                      <a:pt x="157" y="84"/>
                      <a:pt x="157" y="84"/>
                    </a:cubicBezTo>
                    <a:cubicBezTo>
                      <a:pt x="158" y="84"/>
                      <a:pt x="158" y="85"/>
                      <a:pt x="158" y="86"/>
                    </a:cubicBezTo>
                    <a:cubicBezTo>
                      <a:pt x="158" y="187"/>
                      <a:pt x="158" y="187"/>
                      <a:pt x="158" y="187"/>
                    </a:cubicBezTo>
                    <a:cubicBezTo>
                      <a:pt x="158" y="188"/>
                      <a:pt x="158" y="188"/>
                      <a:pt x="157" y="188"/>
                    </a:cubicBezTo>
                    <a:cubicBezTo>
                      <a:pt x="112" y="188"/>
                      <a:pt x="112" y="188"/>
                      <a:pt x="112" y="188"/>
                    </a:cubicBezTo>
                    <a:cubicBezTo>
                      <a:pt x="112" y="1541"/>
                      <a:pt x="112" y="1541"/>
                      <a:pt x="112" y="1541"/>
                    </a:cubicBezTo>
                    <a:cubicBezTo>
                      <a:pt x="112" y="1542"/>
                      <a:pt x="112" y="1542"/>
                      <a:pt x="112" y="1542"/>
                    </a:cubicBezTo>
                    <a:cubicBezTo>
                      <a:pt x="112" y="1685"/>
                      <a:pt x="112" y="1685"/>
                      <a:pt x="112" y="1685"/>
                    </a:cubicBezTo>
                    <a:cubicBezTo>
                      <a:pt x="95" y="1678"/>
                      <a:pt x="95" y="1678"/>
                      <a:pt x="95" y="1678"/>
                    </a:cubicBezTo>
                    <a:cubicBezTo>
                      <a:pt x="41" y="2107"/>
                      <a:pt x="41" y="2107"/>
                      <a:pt x="41" y="2107"/>
                    </a:cubicBezTo>
                    <a:cubicBezTo>
                      <a:pt x="43" y="2130"/>
                      <a:pt x="40" y="2154"/>
                      <a:pt x="32" y="2175"/>
                    </a:cubicBezTo>
                    <a:cubicBezTo>
                      <a:pt x="32" y="2175"/>
                      <a:pt x="32" y="2175"/>
                      <a:pt x="32" y="2175"/>
                    </a:cubicBezTo>
                    <a:cubicBezTo>
                      <a:pt x="0" y="2373"/>
                      <a:pt x="4" y="2615"/>
                      <a:pt x="21" y="2833"/>
                    </a:cubicBezTo>
                    <a:cubicBezTo>
                      <a:pt x="107" y="2814"/>
                      <a:pt x="171" y="2736"/>
                      <a:pt x="171" y="2644"/>
                    </a:cubicBezTo>
                    <a:cubicBezTo>
                      <a:pt x="171" y="2620"/>
                      <a:pt x="191" y="2600"/>
                      <a:pt x="216" y="2600"/>
                    </a:cubicBezTo>
                    <a:cubicBezTo>
                      <a:pt x="241" y="2600"/>
                      <a:pt x="261" y="2620"/>
                      <a:pt x="261" y="2644"/>
                    </a:cubicBezTo>
                    <a:cubicBezTo>
                      <a:pt x="261" y="2783"/>
                      <a:pt x="160" y="2899"/>
                      <a:pt x="28" y="2923"/>
                    </a:cubicBezTo>
                    <a:cubicBezTo>
                      <a:pt x="31" y="2948"/>
                      <a:pt x="33" y="2973"/>
                      <a:pt x="36" y="2997"/>
                    </a:cubicBezTo>
                    <a:cubicBezTo>
                      <a:pt x="205" y="2969"/>
                      <a:pt x="335" y="2821"/>
                      <a:pt x="335" y="2644"/>
                    </a:cubicBezTo>
                    <a:cubicBezTo>
                      <a:pt x="335" y="184"/>
                      <a:pt x="335" y="184"/>
                      <a:pt x="335" y="184"/>
                    </a:cubicBezTo>
                    <a:cubicBezTo>
                      <a:pt x="335" y="82"/>
                      <a:pt x="252" y="0"/>
                      <a:pt x="151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" name="Google Shape;760;p31"/>
              <p:cNvSpPr/>
              <p:nvPr/>
            </p:nvSpPr>
            <p:spPr>
              <a:xfrm>
                <a:off x="7538653" y="3619477"/>
                <a:ext cx="47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" h="104" extrusionOk="0">
                    <a:moveTo>
                      <a:pt x="4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6" y="104"/>
                      <a:pt x="46" y="104"/>
                      <a:pt x="46" y="103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6" y="1"/>
                      <a:pt x="46" y="0"/>
                      <a:pt x="45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" name="Google Shape;761;p31"/>
              <p:cNvSpPr/>
              <p:nvPr/>
            </p:nvSpPr>
            <p:spPr>
              <a:xfrm>
                <a:off x="7532700" y="3795688"/>
                <a:ext cx="0" cy="5953"/>
              </a:xfrm>
              <a:custGeom>
                <a:avLst/>
                <a:gdLst/>
                <a:ahLst/>
                <a:cxnLst/>
                <a:rect l="l" t="t" r="r" b="b"/>
                <a:pathLst>
                  <a:path w="11" h="68" extrusionOk="0">
                    <a:moveTo>
                      <a:pt x="0" y="0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47"/>
                      <a:pt x="0" y="23"/>
                      <a:pt x="0" y="0"/>
                    </a:cubicBezTo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" name="Google Shape;762;p31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" name="Google Shape;763;p31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" name="Google Shape;764;p31"/>
              <p:cNvSpPr/>
              <p:nvPr/>
            </p:nvSpPr>
            <p:spPr>
              <a:xfrm>
                <a:off x="7426735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223" y="0"/>
                    </a:moveTo>
                    <a:cubicBezTo>
                      <a:pt x="184" y="0"/>
                      <a:pt x="184" y="0"/>
                      <a:pt x="184" y="0"/>
                    </a:cubicBezTo>
                    <a:cubicBezTo>
                      <a:pt x="83" y="0"/>
                      <a:pt x="0" y="82"/>
                      <a:pt x="0" y="184"/>
                    </a:cubicBezTo>
                    <a:cubicBezTo>
                      <a:pt x="0" y="2644"/>
                      <a:pt x="0" y="2644"/>
                      <a:pt x="0" y="2644"/>
                    </a:cubicBezTo>
                    <a:cubicBezTo>
                      <a:pt x="0" y="2821"/>
                      <a:pt x="130" y="2969"/>
                      <a:pt x="299" y="2997"/>
                    </a:cubicBezTo>
                    <a:cubicBezTo>
                      <a:pt x="302" y="2973"/>
                      <a:pt x="304" y="2949"/>
                      <a:pt x="307" y="2923"/>
                    </a:cubicBezTo>
                    <a:cubicBezTo>
                      <a:pt x="174" y="2900"/>
                      <a:pt x="72" y="2784"/>
                      <a:pt x="72" y="2644"/>
                    </a:cubicBezTo>
                    <a:cubicBezTo>
                      <a:pt x="72" y="2620"/>
                      <a:pt x="92" y="2600"/>
                      <a:pt x="117" y="2600"/>
                    </a:cubicBezTo>
                    <a:cubicBezTo>
                      <a:pt x="142" y="2600"/>
                      <a:pt x="162" y="2620"/>
                      <a:pt x="162" y="2644"/>
                    </a:cubicBezTo>
                    <a:cubicBezTo>
                      <a:pt x="162" y="2737"/>
                      <a:pt x="227" y="2815"/>
                      <a:pt x="314" y="2834"/>
                    </a:cubicBezTo>
                    <a:cubicBezTo>
                      <a:pt x="331" y="2615"/>
                      <a:pt x="335" y="2373"/>
                      <a:pt x="303" y="2175"/>
                    </a:cubicBezTo>
                    <a:cubicBezTo>
                      <a:pt x="223" y="1541"/>
                      <a:pt x="223" y="1541"/>
                      <a:pt x="223" y="1541"/>
                    </a:cubicBezTo>
                    <a:cubicBezTo>
                      <a:pt x="223" y="188"/>
                      <a:pt x="223" y="188"/>
                      <a:pt x="223" y="188"/>
                    </a:cubicBezTo>
                    <a:cubicBezTo>
                      <a:pt x="208" y="188"/>
                      <a:pt x="208" y="188"/>
                      <a:pt x="208" y="188"/>
                    </a:cubicBezTo>
                    <a:cubicBezTo>
                      <a:pt x="208" y="188"/>
                      <a:pt x="207" y="188"/>
                      <a:pt x="207" y="187"/>
                    </a:cubicBezTo>
                    <a:cubicBezTo>
                      <a:pt x="207" y="86"/>
                      <a:pt x="207" y="86"/>
                      <a:pt x="207" y="86"/>
                    </a:cubicBezTo>
                    <a:cubicBezTo>
                      <a:pt x="207" y="85"/>
                      <a:pt x="208" y="84"/>
                      <a:pt x="208" y="84"/>
                    </a:cubicBezTo>
                    <a:cubicBezTo>
                      <a:pt x="223" y="84"/>
                      <a:pt x="223" y="84"/>
                      <a:pt x="223" y="84"/>
                    </a:cubicBezTo>
                    <a:cubicBezTo>
                      <a:pt x="223" y="0"/>
                      <a:pt x="223" y="0"/>
                      <a:pt x="223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31"/>
              <p:cNvSpPr/>
              <p:nvPr/>
            </p:nvSpPr>
            <p:spPr>
              <a:xfrm>
                <a:off x="7445785" y="3619477"/>
                <a:ext cx="11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04" extrusionOk="0">
                    <a:moveTo>
                      <a:pt x="16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1" y="104"/>
                      <a:pt x="1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31"/>
              <p:cNvSpPr/>
              <p:nvPr/>
            </p:nvSpPr>
            <p:spPr>
              <a:xfrm>
                <a:off x="7545797" y="3780211"/>
                <a:ext cx="20100" cy="156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p31"/>
              <p:cNvSpPr/>
              <p:nvPr/>
            </p:nvSpPr>
            <p:spPr>
              <a:xfrm>
                <a:off x="7419591" y="3780211"/>
                <a:ext cx="20100" cy="156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8" name="Google Shape;768;p31"/>
            <p:cNvGrpSpPr/>
            <p:nvPr/>
          </p:nvGrpSpPr>
          <p:grpSpPr>
            <a:xfrm rot="-8999956" flipH="1">
              <a:off x="8578956" y="4720778"/>
              <a:ext cx="146303" cy="261934"/>
              <a:chOff x="7419591" y="3612333"/>
              <a:chExt cx="146306" cy="261940"/>
            </a:xfrm>
          </p:grpSpPr>
          <p:sp>
            <p:nvSpPr>
              <p:cNvPr id="769" name="Google Shape;769;p31"/>
              <p:cNvSpPr/>
              <p:nvPr/>
            </p:nvSpPr>
            <p:spPr>
              <a:xfrm>
                <a:off x="7426735" y="3612333"/>
                <a:ext cx="132160" cy="26194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002" extrusionOk="0">
                    <a:moveTo>
                      <a:pt x="0" y="2644"/>
                    </a:moveTo>
                    <a:cubicBezTo>
                      <a:pt x="0" y="184"/>
                      <a:pt x="0" y="184"/>
                      <a:pt x="0" y="184"/>
                    </a:cubicBezTo>
                    <a:cubicBezTo>
                      <a:pt x="0" y="82"/>
                      <a:pt x="83" y="0"/>
                      <a:pt x="184" y="0"/>
                    </a:cubicBezTo>
                    <a:cubicBezTo>
                      <a:pt x="1323" y="0"/>
                      <a:pt x="1323" y="0"/>
                      <a:pt x="1323" y="0"/>
                    </a:cubicBezTo>
                    <a:cubicBezTo>
                      <a:pt x="1424" y="0"/>
                      <a:pt x="1507" y="82"/>
                      <a:pt x="1507" y="184"/>
                    </a:cubicBezTo>
                    <a:cubicBezTo>
                      <a:pt x="1507" y="2644"/>
                      <a:pt x="1507" y="2644"/>
                      <a:pt x="1507" y="2644"/>
                    </a:cubicBezTo>
                    <a:cubicBezTo>
                      <a:pt x="1507" y="2821"/>
                      <a:pt x="1377" y="2969"/>
                      <a:pt x="1208" y="2997"/>
                    </a:cubicBezTo>
                    <a:cubicBezTo>
                      <a:pt x="1189" y="3001"/>
                      <a:pt x="1169" y="3002"/>
                      <a:pt x="1149" y="3002"/>
                    </a:cubicBezTo>
                    <a:cubicBezTo>
                      <a:pt x="358" y="3002"/>
                      <a:pt x="358" y="3002"/>
                      <a:pt x="358" y="3002"/>
                    </a:cubicBezTo>
                    <a:cubicBezTo>
                      <a:pt x="161" y="3002"/>
                      <a:pt x="0" y="2841"/>
                      <a:pt x="0" y="2644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0" name="Google Shape;770;p31"/>
              <p:cNvSpPr/>
              <p:nvPr/>
            </p:nvSpPr>
            <p:spPr>
              <a:xfrm>
                <a:off x="7523175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283" y="0"/>
                    </a:moveTo>
                    <a:cubicBezTo>
                      <a:pt x="308" y="0"/>
                      <a:pt x="328" y="20"/>
                      <a:pt x="328" y="44"/>
                    </a:cubicBezTo>
                    <a:cubicBezTo>
                      <a:pt x="328" y="201"/>
                      <a:pt x="201" y="328"/>
                      <a:pt x="44" y="328"/>
                    </a:cubicBezTo>
                    <a:cubicBezTo>
                      <a:pt x="20" y="328"/>
                      <a:pt x="0" y="308"/>
                      <a:pt x="0" y="283"/>
                    </a:cubicBezTo>
                    <a:cubicBezTo>
                      <a:pt x="0" y="258"/>
                      <a:pt x="20" y="238"/>
                      <a:pt x="44" y="238"/>
                    </a:cubicBezTo>
                    <a:cubicBezTo>
                      <a:pt x="151" y="238"/>
                      <a:pt x="238" y="151"/>
                      <a:pt x="238" y="44"/>
                    </a:cubicBezTo>
                    <a:cubicBezTo>
                      <a:pt x="238" y="20"/>
                      <a:pt x="258" y="0"/>
                      <a:pt x="283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" name="Google Shape;771;p31"/>
              <p:cNvSpPr/>
              <p:nvPr/>
            </p:nvSpPr>
            <p:spPr>
              <a:xfrm>
                <a:off x="7433879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45" y="0"/>
                    </a:moveTo>
                    <a:cubicBezTo>
                      <a:pt x="70" y="0"/>
                      <a:pt x="90" y="20"/>
                      <a:pt x="90" y="44"/>
                    </a:cubicBezTo>
                    <a:cubicBezTo>
                      <a:pt x="90" y="151"/>
                      <a:pt x="177" y="238"/>
                      <a:pt x="284" y="238"/>
                    </a:cubicBezTo>
                    <a:cubicBezTo>
                      <a:pt x="308" y="238"/>
                      <a:pt x="328" y="258"/>
                      <a:pt x="328" y="283"/>
                    </a:cubicBezTo>
                    <a:cubicBezTo>
                      <a:pt x="328" y="308"/>
                      <a:pt x="308" y="328"/>
                      <a:pt x="284" y="328"/>
                    </a:cubicBezTo>
                    <a:cubicBezTo>
                      <a:pt x="128" y="328"/>
                      <a:pt x="0" y="201"/>
                      <a:pt x="0" y="44"/>
                    </a:cubicBezTo>
                    <a:cubicBezTo>
                      <a:pt x="0" y="20"/>
                      <a:pt x="20" y="0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31"/>
              <p:cNvSpPr/>
              <p:nvPr/>
            </p:nvSpPr>
            <p:spPr>
              <a:xfrm>
                <a:off x="7519603" y="3619477"/>
                <a:ext cx="238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2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63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3" y="104"/>
                      <a:pt x="262" y="104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" name="Google Shape;773;p31"/>
              <p:cNvSpPr/>
              <p:nvPr/>
            </p:nvSpPr>
            <p:spPr>
              <a:xfrm>
                <a:off x="7445785" y="3619477"/>
                <a:ext cx="226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1" y="0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62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2" y="104"/>
                      <a:pt x="261" y="104"/>
                    </a:cubicBezTo>
                    <a:cubicBezTo>
                      <a:pt x="1" y="104"/>
                      <a:pt x="1" y="104"/>
                      <a:pt x="1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" name="Google Shape;774;p31"/>
              <p:cNvSpPr/>
              <p:nvPr/>
            </p:nvSpPr>
            <p:spPr>
              <a:xfrm>
                <a:off x="7455310" y="3649243"/>
                <a:ext cx="7858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31" extrusionOk="0">
                    <a:moveTo>
                      <a:pt x="94" y="131"/>
                    </a:moveTo>
                    <a:cubicBezTo>
                      <a:pt x="33" y="80"/>
                      <a:pt x="33" y="80"/>
                      <a:pt x="33" y="80"/>
                    </a:cubicBezTo>
                    <a:cubicBezTo>
                      <a:pt x="0" y="53"/>
                      <a:pt x="19" y="0"/>
                      <a:pt x="61" y="0"/>
                    </a:cubicBezTo>
                    <a:cubicBezTo>
                      <a:pt x="840" y="0"/>
                      <a:pt x="840" y="0"/>
                      <a:pt x="840" y="0"/>
                    </a:cubicBezTo>
                    <a:cubicBezTo>
                      <a:pt x="882" y="0"/>
                      <a:pt x="901" y="53"/>
                      <a:pt x="868" y="80"/>
                    </a:cubicBezTo>
                    <a:cubicBezTo>
                      <a:pt x="807" y="131"/>
                      <a:pt x="807" y="131"/>
                      <a:pt x="807" y="131"/>
                    </a:cubicBezTo>
                    <a:lnTo>
                      <a:pt x="94" y="131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31"/>
              <p:cNvSpPr/>
              <p:nvPr/>
            </p:nvSpPr>
            <p:spPr>
              <a:xfrm>
                <a:off x="7452928" y="3770686"/>
                <a:ext cx="82152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941" h="450" extrusionOk="0">
                    <a:moveTo>
                      <a:pt x="36" y="257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807" y="0"/>
                      <a:pt x="807" y="0"/>
                      <a:pt x="807" y="0"/>
                    </a:cubicBezTo>
                    <a:cubicBezTo>
                      <a:pt x="905" y="257"/>
                      <a:pt x="905" y="257"/>
                      <a:pt x="905" y="257"/>
                    </a:cubicBezTo>
                    <a:cubicBezTo>
                      <a:pt x="941" y="350"/>
                      <a:pt x="872" y="450"/>
                      <a:pt x="772" y="450"/>
                    </a:cubicBezTo>
                    <a:cubicBezTo>
                      <a:pt x="169" y="450"/>
                      <a:pt x="169" y="450"/>
                      <a:pt x="169" y="450"/>
                    </a:cubicBezTo>
                    <a:cubicBezTo>
                      <a:pt x="69" y="450"/>
                      <a:pt x="0" y="350"/>
                      <a:pt x="36" y="257"/>
                    </a:cubicBezTo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31"/>
              <p:cNvSpPr/>
              <p:nvPr/>
            </p:nvSpPr>
            <p:spPr>
              <a:xfrm>
                <a:off x="7449356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0"/>
                    </a:moveTo>
                    <a:lnTo>
                      <a:pt x="7" y="30"/>
                    </a:lnTo>
                    <a:lnTo>
                      <a:pt x="0" y="33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31"/>
              <p:cNvSpPr/>
              <p:nvPr/>
            </p:nvSpPr>
            <p:spPr>
              <a:xfrm>
                <a:off x="7449356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33"/>
                    </a:moveTo>
                    <a:lnTo>
                      <a:pt x="7" y="3"/>
                    </a:lnTo>
                    <a:lnTo>
                      <a:pt x="0" y="0"/>
                    </a:lnTo>
                    <a:lnTo>
                      <a:pt x="0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31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" name="Google Shape;779;p31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31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31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" name="Google Shape;782;p31"/>
              <p:cNvSpPr/>
              <p:nvPr/>
            </p:nvSpPr>
            <p:spPr>
              <a:xfrm>
                <a:off x="7529128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151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84"/>
                      <a:pt x="112" y="84"/>
                      <a:pt x="112" y="84"/>
                    </a:cubicBezTo>
                    <a:cubicBezTo>
                      <a:pt x="157" y="84"/>
                      <a:pt x="157" y="84"/>
                      <a:pt x="157" y="84"/>
                    </a:cubicBezTo>
                    <a:cubicBezTo>
                      <a:pt x="158" y="84"/>
                      <a:pt x="158" y="85"/>
                      <a:pt x="158" y="86"/>
                    </a:cubicBezTo>
                    <a:cubicBezTo>
                      <a:pt x="158" y="187"/>
                      <a:pt x="158" y="187"/>
                      <a:pt x="158" y="187"/>
                    </a:cubicBezTo>
                    <a:cubicBezTo>
                      <a:pt x="158" y="188"/>
                      <a:pt x="158" y="188"/>
                      <a:pt x="157" y="188"/>
                    </a:cubicBezTo>
                    <a:cubicBezTo>
                      <a:pt x="112" y="188"/>
                      <a:pt x="112" y="188"/>
                      <a:pt x="112" y="188"/>
                    </a:cubicBezTo>
                    <a:cubicBezTo>
                      <a:pt x="112" y="1541"/>
                      <a:pt x="112" y="1541"/>
                      <a:pt x="112" y="1541"/>
                    </a:cubicBezTo>
                    <a:cubicBezTo>
                      <a:pt x="112" y="1542"/>
                      <a:pt x="112" y="1542"/>
                      <a:pt x="112" y="1542"/>
                    </a:cubicBezTo>
                    <a:cubicBezTo>
                      <a:pt x="112" y="1685"/>
                      <a:pt x="112" y="1685"/>
                      <a:pt x="112" y="1685"/>
                    </a:cubicBezTo>
                    <a:cubicBezTo>
                      <a:pt x="95" y="1678"/>
                      <a:pt x="95" y="1678"/>
                      <a:pt x="95" y="1678"/>
                    </a:cubicBezTo>
                    <a:cubicBezTo>
                      <a:pt x="41" y="2107"/>
                      <a:pt x="41" y="2107"/>
                      <a:pt x="41" y="2107"/>
                    </a:cubicBezTo>
                    <a:cubicBezTo>
                      <a:pt x="43" y="2130"/>
                      <a:pt x="40" y="2154"/>
                      <a:pt x="32" y="2175"/>
                    </a:cubicBezTo>
                    <a:cubicBezTo>
                      <a:pt x="32" y="2175"/>
                      <a:pt x="32" y="2175"/>
                      <a:pt x="32" y="2175"/>
                    </a:cubicBezTo>
                    <a:cubicBezTo>
                      <a:pt x="0" y="2373"/>
                      <a:pt x="4" y="2615"/>
                      <a:pt x="21" y="2833"/>
                    </a:cubicBezTo>
                    <a:cubicBezTo>
                      <a:pt x="107" y="2814"/>
                      <a:pt x="171" y="2736"/>
                      <a:pt x="171" y="2644"/>
                    </a:cubicBezTo>
                    <a:cubicBezTo>
                      <a:pt x="171" y="2620"/>
                      <a:pt x="191" y="2600"/>
                      <a:pt x="216" y="2600"/>
                    </a:cubicBezTo>
                    <a:cubicBezTo>
                      <a:pt x="241" y="2600"/>
                      <a:pt x="261" y="2620"/>
                      <a:pt x="261" y="2644"/>
                    </a:cubicBezTo>
                    <a:cubicBezTo>
                      <a:pt x="261" y="2783"/>
                      <a:pt x="160" y="2899"/>
                      <a:pt x="28" y="2923"/>
                    </a:cubicBezTo>
                    <a:cubicBezTo>
                      <a:pt x="31" y="2948"/>
                      <a:pt x="33" y="2973"/>
                      <a:pt x="36" y="2997"/>
                    </a:cubicBezTo>
                    <a:cubicBezTo>
                      <a:pt x="205" y="2969"/>
                      <a:pt x="335" y="2821"/>
                      <a:pt x="335" y="2644"/>
                    </a:cubicBezTo>
                    <a:cubicBezTo>
                      <a:pt x="335" y="184"/>
                      <a:pt x="335" y="184"/>
                      <a:pt x="335" y="184"/>
                    </a:cubicBezTo>
                    <a:cubicBezTo>
                      <a:pt x="335" y="82"/>
                      <a:pt x="252" y="0"/>
                      <a:pt x="15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" name="Google Shape;783;p31"/>
              <p:cNvSpPr/>
              <p:nvPr/>
            </p:nvSpPr>
            <p:spPr>
              <a:xfrm>
                <a:off x="7538653" y="3619477"/>
                <a:ext cx="47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" h="104" extrusionOk="0">
                    <a:moveTo>
                      <a:pt x="4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6" y="104"/>
                      <a:pt x="46" y="104"/>
                      <a:pt x="46" y="103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6" y="1"/>
                      <a:pt x="46" y="0"/>
                      <a:pt x="45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31"/>
              <p:cNvSpPr/>
              <p:nvPr/>
            </p:nvSpPr>
            <p:spPr>
              <a:xfrm>
                <a:off x="7532700" y="3795688"/>
                <a:ext cx="0" cy="5953"/>
              </a:xfrm>
              <a:custGeom>
                <a:avLst/>
                <a:gdLst/>
                <a:ahLst/>
                <a:cxnLst/>
                <a:rect l="l" t="t" r="r" b="b"/>
                <a:pathLst>
                  <a:path w="11" h="68" extrusionOk="0">
                    <a:moveTo>
                      <a:pt x="0" y="0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47"/>
                      <a:pt x="0" y="23"/>
                      <a:pt x="0" y="0"/>
                    </a:cubicBezTo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31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31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31"/>
              <p:cNvSpPr/>
              <p:nvPr/>
            </p:nvSpPr>
            <p:spPr>
              <a:xfrm>
                <a:off x="7426735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223" y="0"/>
                    </a:moveTo>
                    <a:cubicBezTo>
                      <a:pt x="184" y="0"/>
                      <a:pt x="184" y="0"/>
                      <a:pt x="184" y="0"/>
                    </a:cubicBezTo>
                    <a:cubicBezTo>
                      <a:pt x="83" y="0"/>
                      <a:pt x="0" y="82"/>
                      <a:pt x="0" y="184"/>
                    </a:cubicBezTo>
                    <a:cubicBezTo>
                      <a:pt x="0" y="2644"/>
                      <a:pt x="0" y="2644"/>
                      <a:pt x="0" y="2644"/>
                    </a:cubicBezTo>
                    <a:cubicBezTo>
                      <a:pt x="0" y="2821"/>
                      <a:pt x="130" y="2969"/>
                      <a:pt x="299" y="2997"/>
                    </a:cubicBezTo>
                    <a:cubicBezTo>
                      <a:pt x="302" y="2973"/>
                      <a:pt x="304" y="2949"/>
                      <a:pt x="307" y="2923"/>
                    </a:cubicBezTo>
                    <a:cubicBezTo>
                      <a:pt x="174" y="2900"/>
                      <a:pt x="72" y="2784"/>
                      <a:pt x="72" y="2644"/>
                    </a:cubicBezTo>
                    <a:cubicBezTo>
                      <a:pt x="72" y="2620"/>
                      <a:pt x="92" y="2600"/>
                      <a:pt x="117" y="2600"/>
                    </a:cubicBezTo>
                    <a:cubicBezTo>
                      <a:pt x="142" y="2600"/>
                      <a:pt x="162" y="2620"/>
                      <a:pt x="162" y="2644"/>
                    </a:cubicBezTo>
                    <a:cubicBezTo>
                      <a:pt x="162" y="2737"/>
                      <a:pt x="227" y="2815"/>
                      <a:pt x="314" y="2834"/>
                    </a:cubicBezTo>
                    <a:cubicBezTo>
                      <a:pt x="331" y="2615"/>
                      <a:pt x="335" y="2373"/>
                      <a:pt x="303" y="2175"/>
                    </a:cubicBezTo>
                    <a:cubicBezTo>
                      <a:pt x="223" y="1541"/>
                      <a:pt x="223" y="1541"/>
                      <a:pt x="223" y="1541"/>
                    </a:cubicBezTo>
                    <a:cubicBezTo>
                      <a:pt x="223" y="188"/>
                      <a:pt x="223" y="188"/>
                      <a:pt x="223" y="188"/>
                    </a:cubicBezTo>
                    <a:cubicBezTo>
                      <a:pt x="208" y="188"/>
                      <a:pt x="208" y="188"/>
                      <a:pt x="208" y="188"/>
                    </a:cubicBezTo>
                    <a:cubicBezTo>
                      <a:pt x="208" y="188"/>
                      <a:pt x="207" y="188"/>
                      <a:pt x="207" y="187"/>
                    </a:cubicBezTo>
                    <a:cubicBezTo>
                      <a:pt x="207" y="86"/>
                      <a:pt x="207" y="86"/>
                      <a:pt x="207" y="86"/>
                    </a:cubicBezTo>
                    <a:cubicBezTo>
                      <a:pt x="207" y="85"/>
                      <a:pt x="208" y="84"/>
                      <a:pt x="208" y="84"/>
                    </a:cubicBezTo>
                    <a:cubicBezTo>
                      <a:pt x="223" y="84"/>
                      <a:pt x="223" y="84"/>
                      <a:pt x="223" y="84"/>
                    </a:cubicBezTo>
                    <a:cubicBezTo>
                      <a:pt x="223" y="0"/>
                      <a:pt x="223" y="0"/>
                      <a:pt x="223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" name="Google Shape;788;p31"/>
              <p:cNvSpPr/>
              <p:nvPr/>
            </p:nvSpPr>
            <p:spPr>
              <a:xfrm>
                <a:off x="7445785" y="3619477"/>
                <a:ext cx="11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04" extrusionOk="0">
                    <a:moveTo>
                      <a:pt x="16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1" y="104"/>
                      <a:pt x="1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31"/>
              <p:cNvSpPr/>
              <p:nvPr/>
            </p:nvSpPr>
            <p:spPr>
              <a:xfrm>
                <a:off x="7545797" y="3780211"/>
                <a:ext cx="20100" cy="156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31"/>
              <p:cNvSpPr/>
              <p:nvPr/>
            </p:nvSpPr>
            <p:spPr>
              <a:xfrm>
                <a:off x="7419591" y="3780211"/>
                <a:ext cx="20100" cy="156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440760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2" name="Google Shape;792;p32"/>
          <p:cNvGrpSpPr/>
          <p:nvPr/>
        </p:nvGrpSpPr>
        <p:grpSpPr>
          <a:xfrm rot="2700000">
            <a:off x="-5521251" y="3143502"/>
            <a:ext cx="10289485" cy="10289485"/>
            <a:chOff x="-4053286" y="1286123"/>
            <a:chExt cx="7717188" cy="7717188"/>
          </a:xfrm>
        </p:grpSpPr>
        <p:grpSp>
          <p:nvGrpSpPr>
            <p:cNvPr id="793" name="Google Shape;793;p32"/>
            <p:cNvGrpSpPr/>
            <p:nvPr/>
          </p:nvGrpSpPr>
          <p:grpSpPr>
            <a:xfrm rot="8100000">
              <a:off x="-2923130" y="2416279"/>
              <a:ext cx="5456876" cy="5456876"/>
              <a:chOff x="-2008470" y="-2569457"/>
              <a:chExt cx="5456928" cy="5456928"/>
            </a:xfrm>
          </p:grpSpPr>
          <p:sp>
            <p:nvSpPr>
              <p:cNvPr id="794" name="Google Shape;794;p32"/>
              <p:cNvSpPr/>
              <p:nvPr/>
            </p:nvSpPr>
            <p:spPr>
              <a:xfrm rot="-2700000">
                <a:off x="-2029087" y="-950544"/>
                <a:ext cx="5498161" cy="2219101"/>
              </a:xfrm>
              <a:custGeom>
                <a:avLst/>
                <a:gdLst/>
                <a:ahLst/>
                <a:cxnLst/>
                <a:rect l="l" t="t" r="r" b="b"/>
                <a:pathLst>
                  <a:path w="40188" h="16216" extrusionOk="0">
                    <a:moveTo>
                      <a:pt x="24671" y="16216"/>
                    </a:moveTo>
                    <a:cubicBezTo>
                      <a:pt x="21399" y="16216"/>
                      <a:pt x="18737" y="13343"/>
                      <a:pt x="18737" y="9813"/>
                    </a:cubicBezTo>
                    <a:cubicBezTo>
                      <a:pt x="18737" y="6500"/>
                      <a:pt x="18737" y="6500"/>
                      <a:pt x="18737" y="6500"/>
                    </a:cubicBezTo>
                    <a:cubicBezTo>
                      <a:pt x="18737" y="4423"/>
                      <a:pt x="17275" y="2733"/>
                      <a:pt x="15478" y="2733"/>
                    </a:cubicBezTo>
                    <a:cubicBezTo>
                      <a:pt x="13681" y="2733"/>
                      <a:pt x="12219" y="4423"/>
                      <a:pt x="12219" y="6501"/>
                    </a:cubicBezTo>
                    <a:cubicBezTo>
                      <a:pt x="12219" y="9813"/>
                      <a:pt x="12219" y="9813"/>
                      <a:pt x="12219" y="9813"/>
                    </a:cubicBezTo>
                    <a:cubicBezTo>
                      <a:pt x="12219" y="13343"/>
                      <a:pt x="9479" y="16216"/>
                      <a:pt x="6110" y="16216"/>
                    </a:cubicBezTo>
                    <a:cubicBezTo>
                      <a:pt x="2741" y="16216"/>
                      <a:pt x="0" y="13343"/>
                      <a:pt x="0" y="9813"/>
                    </a:cubicBezTo>
                    <a:cubicBezTo>
                      <a:pt x="0" y="1317"/>
                      <a:pt x="0" y="1317"/>
                      <a:pt x="0" y="1317"/>
                    </a:cubicBezTo>
                    <a:cubicBezTo>
                      <a:pt x="2636" y="1317"/>
                      <a:pt x="2636" y="1317"/>
                      <a:pt x="2636" y="1317"/>
                    </a:cubicBezTo>
                    <a:cubicBezTo>
                      <a:pt x="2636" y="9813"/>
                      <a:pt x="2636" y="9813"/>
                      <a:pt x="2636" y="9813"/>
                    </a:cubicBezTo>
                    <a:cubicBezTo>
                      <a:pt x="2636" y="11890"/>
                      <a:pt x="4194" y="13580"/>
                      <a:pt x="6110" y="13580"/>
                    </a:cubicBezTo>
                    <a:cubicBezTo>
                      <a:pt x="8025" y="13580"/>
                      <a:pt x="9584" y="11890"/>
                      <a:pt x="9584" y="9813"/>
                    </a:cubicBezTo>
                    <a:cubicBezTo>
                      <a:pt x="9584" y="6501"/>
                      <a:pt x="9584" y="6501"/>
                      <a:pt x="9584" y="6501"/>
                    </a:cubicBezTo>
                    <a:cubicBezTo>
                      <a:pt x="9584" y="2970"/>
                      <a:pt x="12228" y="97"/>
                      <a:pt x="15478" y="97"/>
                    </a:cubicBezTo>
                    <a:cubicBezTo>
                      <a:pt x="18728" y="97"/>
                      <a:pt x="21373" y="2970"/>
                      <a:pt x="21373" y="6500"/>
                    </a:cubicBezTo>
                    <a:cubicBezTo>
                      <a:pt x="21373" y="9813"/>
                      <a:pt x="21373" y="9813"/>
                      <a:pt x="21373" y="9813"/>
                    </a:cubicBezTo>
                    <a:cubicBezTo>
                      <a:pt x="21373" y="11890"/>
                      <a:pt x="22852" y="13580"/>
                      <a:pt x="24671" y="13580"/>
                    </a:cubicBezTo>
                    <a:cubicBezTo>
                      <a:pt x="26489" y="13580"/>
                      <a:pt x="27969" y="11890"/>
                      <a:pt x="27969" y="9813"/>
                    </a:cubicBezTo>
                    <a:cubicBezTo>
                      <a:pt x="27969" y="6403"/>
                      <a:pt x="27969" y="6403"/>
                      <a:pt x="27969" y="6403"/>
                    </a:cubicBezTo>
                    <a:cubicBezTo>
                      <a:pt x="27969" y="4713"/>
                      <a:pt x="28596" y="3116"/>
                      <a:pt x="29735" y="1907"/>
                    </a:cubicBezTo>
                    <a:cubicBezTo>
                      <a:pt x="30894" y="677"/>
                      <a:pt x="32437" y="0"/>
                      <a:pt x="34078" y="0"/>
                    </a:cubicBezTo>
                    <a:cubicBezTo>
                      <a:pt x="34078" y="0"/>
                      <a:pt x="34078" y="0"/>
                      <a:pt x="34078" y="0"/>
                    </a:cubicBezTo>
                    <a:cubicBezTo>
                      <a:pt x="35720" y="0"/>
                      <a:pt x="37262" y="677"/>
                      <a:pt x="38422" y="1907"/>
                    </a:cubicBezTo>
                    <a:cubicBezTo>
                      <a:pt x="39561" y="3116"/>
                      <a:pt x="40188" y="4713"/>
                      <a:pt x="40188" y="6403"/>
                    </a:cubicBezTo>
                    <a:cubicBezTo>
                      <a:pt x="40188" y="14898"/>
                      <a:pt x="40188" y="14898"/>
                      <a:pt x="40188" y="14898"/>
                    </a:cubicBezTo>
                    <a:cubicBezTo>
                      <a:pt x="37552" y="14898"/>
                      <a:pt x="37552" y="14898"/>
                      <a:pt x="37552" y="14898"/>
                    </a:cubicBezTo>
                    <a:cubicBezTo>
                      <a:pt x="37552" y="6403"/>
                      <a:pt x="37552" y="6403"/>
                      <a:pt x="37552" y="6403"/>
                    </a:cubicBezTo>
                    <a:cubicBezTo>
                      <a:pt x="37552" y="5387"/>
                      <a:pt x="37180" y="4433"/>
                      <a:pt x="36503" y="3715"/>
                    </a:cubicBezTo>
                    <a:cubicBezTo>
                      <a:pt x="35847" y="3019"/>
                      <a:pt x="34986" y="2635"/>
                      <a:pt x="34078" y="2635"/>
                    </a:cubicBezTo>
                    <a:cubicBezTo>
                      <a:pt x="33171" y="2635"/>
                      <a:pt x="32309" y="3019"/>
                      <a:pt x="31653" y="3715"/>
                    </a:cubicBezTo>
                    <a:cubicBezTo>
                      <a:pt x="30977" y="4433"/>
                      <a:pt x="30604" y="5387"/>
                      <a:pt x="30604" y="6403"/>
                    </a:cubicBezTo>
                    <a:cubicBezTo>
                      <a:pt x="30604" y="9813"/>
                      <a:pt x="30604" y="9813"/>
                      <a:pt x="30604" y="9813"/>
                    </a:cubicBezTo>
                    <a:cubicBezTo>
                      <a:pt x="30604" y="13343"/>
                      <a:pt x="27943" y="16216"/>
                      <a:pt x="24671" y="1621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" name="Google Shape;795;p32"/>
              <p:cNvSpPr/>
              <p:nvPr/>
            </p:nvSpPr>
            <p:spPr>
              <a:xfrm rot="-2700000">
                <a:off x="-1861614" y="-783795"/>
                <a:ext cx="5162314" cy="1884632"/>
              </a:xfrm>
              <a:custGeom>
                <a:avLst/>
                <a:gdLst/>
                <a:ahLst/>
                <a:cxnLst/>
                <a:rect l="l" t="t" r="r" b="b"/>
                <a:pathLst>
                  <a:path w="37740" h="13779" extrusionOk="0">
                    <a:moveTo>
                      <a:pt x="23447" y="13779"/>
                    </a:moveTo>
                    <a:cubicBezTo>
                      <a:pt x="23200" y="13779"/>
                      <a:pt x="22952" y="13758"/>
                      <a:pt x="22710" y="13715"/>
                    </a:cubicBezTo>
                    <a:cubicBezTo>
                      <a:pt x="22743" y="13530"/>
                      <a:pt x="22743" y="13530"/>
                      <a:pt x="22743" y="13530"/>
                    </a:cubicBezTo>
                    <a:cubicBezTo>
                      <a:pt x="23044" y="13583"/>
                      <a:pt x="23355" y="13601"/>
                      <a:pt x="23659" y="13585"/>
                    </a:cubicBezTo>
                    <a:cubicBezTo>
                      <a:pt x="23669" y="13773"/>
                      <a:pt x="23669" y="13773"/>
                      <a:pt x="23669" y="13773"/>
                    </a:cubicBezTo>
                    <a:cubicBezTo>
                      <a:pt x="23595" y="13777"/>
                      <a:pt x="23521" y="13779"/>
                      <a:pt x="23447" y="13779"/>
                    </a:cubicBezTo>
                    <a:close/>
                    <a:moveTo>
                      <a:pt x="4631" y="13772"/>
                    </a:moveTo>
                    <a:cubicBezTo>
                      <a:pt x="4312" y="13755"/>
                      <a:pt x="3993" y="13703"/>
                      <a:pt x="3684" y="13620"/>
                    </a:cubicBezTo>
                    <a:cubicBezTo>
                      <a:pt x="3734" y="13438"/>
                      <a:pt x="3734" y="13438"/>
                      <a:pt x="3734" y="13438"/>
                    </a:cubicBezTo>
                    <a:cubicBezTo>
                      <a:pt x="4030" y="13518"/>
                      <a:pt x="4335" y="13567"/>
                      <a:pt x="4642" y="13584"/>
                    </a:cubicBezTo>
                    <a:lnTo>
                      <a:pt x="4631" y="13772"/>
                    </a:lnTo>
                    <a:close/>
                    <a:moveTo>
                      <a:pt x="5589" y="13725"/>
                    </a:moveTo>
                    <a:cubicBezTo>
                      <a:pt x="5560" y="13539"/>
                      <a:pt x="5560" y="13539"/>
                      <a:pt x="5560" y="13539"/>
                    </a:cubicBezTo>
                    <a:cubicBezTo>
                      <a:pt x="5863" y="13492"/>
                      <a:pt x="6162" y="13414"/>
                      <a:pt x="6449" y="13305"/>
                    </a:cubicBezTo>
                    <a:cubicBezTo>
                      <a:pt x="6516" y="13481"/>
                      <a:pt x="6516" y="13481"/>
                      <a:pt x="6516" y="13481"/>
                    </a:cubicBezTo>
                    <a:cubicBezTo>
                      <a:pt x="6216" y="13594"/>
                      <a:pt x="5904" y="13676"/>
                      <a:pt x="5589" y="13725"/>
                    </a:cubicBezTo>
                    <a:close/>
                    <a:moveTo>
                      <a:pt x="24616" y="13617"/>
                    </a:moveTo>
                    <a:cubicBezTo>
                      <a:pt x="24564" y="13436"/>
                      <a:pt x="24564" y="13436"/>
                      <a:pt x="24564" y="13436"/>
                    </a:cubicBezTo>
                    <a:cubicBezTo>
                      <a:pt x="24856" y="13353"/>
                      <a:pt x="25143" y="13236"/>
                      <a:pt x="25415" y="13090"/>
                    </a:cubicBezTo>
                    <a:cubicBezTo>
                      <a:pt x="25505" y="13255"/>
                      <a:pt x="25505" y="13255"/>
                      <a:pt x="25505" y="13255"/>
                    </a:cubicBezTo>
                    <a:cubicBezTo>
                      <a:pt x="25220" y="13409"/>
                      <a:pt x="24921" y="13530"/>
                      <a:pt x="24616" y="13617"/>
                    </a:cubicBezTo>
                    <a:close/>
                    <a:moveTo>
                      <a:pt x="21789" y="13446"/>
                    </a:moveTo>
                    <a:cubicBezTo>
                      <a:pt x="21496" y="13324"/>
                      <a:pt x="21213" y="13169"/>
                      <a:pt x="20948" y="12985"/>
                    </a:cubicBezTo>
                    <a:cubicBezTo>
                      <a:pt x="21055" y="12830"/>
                      <a:pt x="21055" y="12830"/>
                      <a:pt x="21055" y="12830"/>
                    </a:cubicBezTo>
                    <a:cubicBezTo>
                      <a:pt x="21310" y="13007"/>
                      <a:pt x="21581" y="13155"/>
                      <a:pt x="21861" y="13272"/>
                    </a:cubicBezTo>
                    <a:lnTo>
                      <a:pt x="21789" y="13446"/>
                    </a:lnTo>
                    <a:close/>
                    <a:moveTo>
                      <a:pt x="2790" y="13275"/>
                    </a:moveTo>
                    <a:cubicBezTo>
                      <a:pt x="2507" y="13132"/>
                      <a:pt x="2235" y="12958"/>
                      <a:pt x="1983" y="12759"/>
                    </a:cubicBezTo>
                    <a:cubicBezTo>
                      <a:pt x="2099" y="12611"/>
                      <a:pt x="2099" y="12611"/>
                      <a:pt x="2099" y="12611"/>
                    </a:cubicBezTo>
                    <a:cubicBezTo>
                      <a:pt x="2342" y="12803"/>
                      <a:pt x="2603" y="12970"/>
                      <a:pt x="2875" y="13107"/>
                    </a:cubicBezTo>
                    <a:lnTo>
                      <a:pt x="2790" y="13275"/>
                    </a:lnTo>
                    <a:close/>
                    <a:moveTo>
                      <a:pt x="7374" y="13053"/>
                    </a:moveTo>
                    <a:cubicBezTo>
                      <a:pt x="7273" y="12893"/>
                      <a:pt x="7273" y="12893"/>
                      <a:pt x="7273" y="12893"/>
                    </a:cubicBezTo>
                    <a:cubicBezTo>
                      <a:pt x="7531" y="12731"/>
                      <a:pt x="7776" y="12540"/>
                      <a:pt x="8000" y="12328"/>
                    </a:cubicBezTo>
                    <a:cubicBezTo>
                      <a:pt x="8130" y="12464"/>
                      <a:pt x="8130" y="12464"/>
                      <a:pt x="8130" y="12464"/>
                    </a:cubicBezTo>
                    <a:cubicBezTo>
                      <a:pt x="7896" y="12685"/>
                      <a:pt x="7642" y="12883"/>
                      <a:pt x="7374" y="13053"/>
                    </a:cubicBezTo>
                    <a:close/>
                    <a:moveTo>
                      <a:pt x="37740" y="12749"/>
                    </a:moveTo>
                    <a:cubicBezTo>
                      <a:pt x="37552" y="12749"/>
                      <a:pt x="37552" y="12749"/>
                      <a:pt x="37552" y="12749"/>
                    </a:cubicBezTo>
                    <a:cubicBezTo>
                      <a:pt x="37552" y="11808"/>
                      <a:pt x="37552" y="11808"/>
                      <a:pt x="37552" y="11808"/>
                    </a:cubicBezTo>
                    <a:cubicBezTo>
                      <a:pt x="37740" y="11808"/>
                      <a:pt x="37740" y="11808"/>
                      <a:pt x="37740" y="11808"/>
                    </a:cubicBezTo>
                    <a:lnTo>
                      <a:pt x="37740" y="12749"/>
                    </a:lnTo>
                    <a:close/>
                    <a:moveTo>
                      <a:pt x="26297" y="12716"/>
                    </a:moveTo>
                    <a:cubicBezTo>
                      <a:pt x="26176" y="12572"/>
                      <a:pt x="26176" y="12572"/>
                      <a:pt x="26176" y="12572"/>
                    </a:cubicBezTo>
                    <a:cubicBezTo>
                      <a:pt x="26409" y="12376"/>
                      <a:pt x="26626" y="12155"/>
                      <a:pt x="26820" y="11913"/>
                    </a:cubicBezTo>
                    <a:cubicBezTo>
                      <a:pt x="26967" y="12031"/>
                      <a:pt x="26967" y="12031"/>
                      <a:pt x="26967" y="12031"/>
                    </a:cubicBezTo>
                    <a:cubicBezTo>
                      <a:pt x="26764" y="12282"/>
                      <a:pt x="26539" y="12513"/>
                      <a:pt x="26297" y="12716"/>
                    </a:cubicBezTo>
                    <a:close/>
                    <a:moveTo>
                      <a:pt x="20219" y="12363"/>
                    </a:moveTo>
                    <a:cubicBezTo>
                      <a:pt x="19999" y="12135"/>
                      <a:pt x="19799" y="11883"/>
                      <a:pt x="19622" y="11614"/>
                    </a:cubicBezTo>
                    <a:cubicBezTo>
                      <a:pt x="19780" y="11511"/>
                      <a:pt x="19780" y="11511"/>
                      <a:pt x="19780" y="11511"/>
                    </a:cubicBezTo>
                    <a:cubicBezTo>
                      <a:pt x="19950" y="11770"/>
                      <a:pt x="20143" y="12013"/>
                      <a:pt x="20354" y="12232"/>
                    </a:cubicBezTo>
                    <a:lnTo>
                      <a:pt x="20219" y="12363"/>
                    </a:lnTo>
                    <a:close/>
                    <a:moveTo>
                      <a:pt x="1290" y="12098"/>
                    </a:moveTo>
                    <a:cubicBezTo>
                      <a:pt x="1082" y="11857"/>
                      <a:pt x="894" y="11596"/>
                      <a:pt x="732" y="11320"/>
                    </a:cubicBezTo>
                    <a:cubicBezTo>
                      <a:pt x="895" y="11224"/>
                      <a:pt x="895" y="11224"/>
                      <a:pt x="895" y="11224"/>
                    </a:cubicBezTo>
                    <a:cubicBezTo>
                      <a:pt x="1051" y="11491"/>
                      <a:pt x="1232" y="11743"/>
                      <a:pt x="1432" y="11974"/>
                    </a:cubicBezTo>
                    <a:lnTo>
                      <a:pt x="1290" y="12098"/>
                    </a:lnTo>
                    <a:close/>
                    <a:moveTo>
                      <a:pt x="8761" y="11745"/>
                    </a:moveTo>
                    <a:cubicBezTo>
                      <a:pt x="8609" y="11634"/>
                      <a:pt x="8609" y="11634"/>
                      <a:pt x="8609" y="11634"/>
                    </a:cubicBezTo>
                    <a:cubicBezTo>
                      <a:pt x="8788" y="11386"/>
                      <a:pt x="8947" y="11119"/>
                      <a:pt x="9080" y="10841"/>
                    </a:cubicBezTo>
                    <a:cubicBezTo>
                      <a:pt x="9250" y="10922"/>
                      <a:pt x="9250" y="10922"/>
                      <a:pt x="9250" y="10922"/>
                    </a:cubicBezTo>
                    <a:cubicBezTo>
                      <a:pt x="9112" y="11211"/>
                      <a:pt x="8948" y="11487"/>
                      <a:pt x="8761" y="11745"/>
                    </a:cubicBezTo>
                    <a:close/>
                    <a:moveTo>
                      <a:pt x="27497" y="11234"/>
                    </a:moveTo>
                    <a:cubicBezTo>
                      <a:pt x="27332" y="11145"/>
                      <a:pt x="27332" y="11145"/>
                      <a:pt x="27332" y="11145"/>
                    </a:cubicBezTo>
                    <a:cubicBezTo>
                      <a:pt x="27477" y="10876"/>
                      <a:pt x="27600" y="10590"/>
                      <a:pt x="27697" y="10297"/>
                    </a:cubicBezTo>
                    <a:cubicBezTo>
                      <a:pt x="27876" y="10356"/>
                      <a:pt x="27876" y="10356"/>
                      <a:pt x="27876" y="10356"/>
                    </a:cubicBezTo>
                    <a:cubicBezTo>
                      <a:pt x="27776" y="10660"/>
                      <a:pt x="27648" y="10956"/>
                      <a:pt x="27497" y="11234"/>
                    </a:cubicBezTo>
                    <a:close/>
                    <a:moveTo>
                      <a:pt x="37740" y="10866"/>
                    </a:moveTo>
                    <a:cubicBezTo>
                      <a:pt x="37552" y="10866"/>
                      <a:pt x="37552" y="10866"/>
                      <a:pt x="37552" y="10866"/>
                    </a:cubicBezTo>
                    <a:cubicBezTo>
                      <a:pt x="37552" y="9925"/>
                      <a:pt x="37552" y="9925"/>
                      <a:pt x="37552" y="9925"/>
                    </a:cubicBezTo>
                    <a:cubicBezTo>
                      <a:pt x="37740" y="9925"/>
                      <a:pt x="37740" y="9925"/>
                      <a:pt x="37740" y="9925"/>
                    </a:cubicBezTo>
                    <a:lnTo>
                      <a:pt x="37740" y="10866"/>
                    </a:lnTo>
                    <a:close/>
                    <a:moveTo>
                      <a:pt x="19173" y="10769"/>
                    </a:moveTo>
                    <a:cubicBezTo>
                      <a:pt x="19049" y="10477"/>
                      <a:pt x="18950" y="10170"/>
                      <a:pt x="18879" y="9859"/>
                    </a:cubicBezTo>
                    <a:cubicBezTo>
                      <a:pt x="19062" y="9817"/>
                      <a:pt x="19062" y="9817"/>
                      <a:pt x="19062" y="9817"/>
                    </a:cubicBezTo>
                    <a:cubicBezTo>
                      <a:pt x="19131" y="10118"/>
                      <a:pt x="19227" y="10414"/>
                      <a:pt x="19346" y="10696"/>
                    </a:cubicBezTo>
                    <a:lnTo>
                      <a:pt x="19173" y="10769"/>
                    </a:lnTo>
                    <a:close/>
                    <a:moveTo>
                      <a:pt x="325" y="10454"/>
                    </a:moveTo>
                    <a:cubicBezTo>
                      <a:pt x="216" y="10155"/>
                      <a:pt x="133" y="9844"/>
                      <a:pt x="79" y="9529"/>
                    </a:cubicBezTo>
                    <a:cubicBezTo>
                      <a:pt x="264" y="9497"/>
                      <a:pt x="264" y="9497"/>
                      <a:pt x="264" y="9497"/>
                    </a:cubicBezTo>
                    <a:cubicBezTo>
                      <a:pt x="317" y="9801"/>
                      <a:pt x="397" y="10101"/>
                      <a:pt x="502" y="10389"/>
                    </a:cubicBezTo>
                    <a:lnTo>
                      <a:pt x="325" y="10454"/>
                    </a:lnTo>
                    <a:close/>
                    <a:moveTo>
                      <a:pt x="9582" y="10025"/>
                    </a:moveTo>
                    <a:cubicBezTo>
                      <a:pt x="9401" y="9975"/>
                      <a:pt x="9401" y="9975"/>
                      <a:pt x="9401" y="9975"/>
                    </a:cubicBezTo>
                    <a:cubicBezTo>
                      <a:pt x="9481" y="9680"/>
                      <a:pt x="9536" y="9374"/>
                      <a:pt x="9563" y="9067"/>
                    </a:cubicBezTo>
                    <a:cubicBezTo>
                      <a:pt x="9750" y="9083"/>
                      <a:pt x="9750" y="9083"/>
                      <a:pt x="9750" y="9083"/>
                    </a:cubicBezTo>
                    <a:cubicBezTo>
                      <a:pt x="9722" y="9402"/>
                      <a:pt x="9666" y="9718"/>
                      <a:pt x="9582" y="10025"/>
                    </a:cubicBezTo>
                    <a:close/>
                    <a:moveTo>
                      <a:pt x="28096" y="9426"/>
                    </a:moveTo>
                    <a:cubicBezTo>
                      <a:pt x="27910" y="9398"/>
                      <a:pt x="27910" y="9398"/>
                      <a:pt x="27910" y="9398"/>
                    </a:cubicBezTo>
                    <a:cubicBezTo>
                      <a:pt x="27949" y="9136"/>
                      <a:pt x="27968" y="8867"/>
                      <a:pt x="27968" y="8600"/>
                    </a:cubicBezTo>
                    <a:cubicBezTo>
                      <a:pt x="27968" y="8474"/>
                      <a:pt x="27968" y="8474"/>
                      <a:pt x="27968" y="8474"/>
                    </a:cubicBezTo>
                    <a:cubicBezTo>
                      <a:pt x="28157" y="8474"/>
                      <a:pt x="28157" y="8474"/>
                      <a:pt x="28157" y="8474"/>
                    </a:cubicBezTo>
                    <a:cubicBezTo>
                      <a:pt x="28157" y="8600"/>
                      <a:pt x="28157" y="8600"/>
                      <a:pt x="28157" y="8600"/>
                    </a:cubicBezTo>
                    <a:cubicBezTo>
                      <a:pt x="28157" y="8876"/>
                      <a:pt x="28136" y="9154"/>
                      <a:pt x="28096" y="9426"/>
                    </a:cubicBezTo>
                    <a:close/>
                    <a:moveTo>
                      <a:pt x="37740" y="8984"/>
                    </a:moveTo>
                    <a:cubicBezTo>
                      <a:pt x="37552" y="8984"/>
                      <a:pt x="37552" y="8984"/>
                      <a:pt x="37552" y="8984"/>
                    </a:cubicBezTo>
                    <a:cubicBezTo>
                      <a:pt x="37552" y="8042"/>
                      <a:pt x="37552" y="8042"/>
                      <a:pt x="37552" y="8042"/>
                    </a:cubicBezTo>
                    <a:cubicBezTo>
                      <a:pt x="37740" y="8042"/>
                      <a:pt x="37740" y="8042"/>
                      <a:pt x="37740" y="8042"/>
                    </a:cubicBezTo>
                    <a:lnTo>
                      <a:pt x="37740" y="8984"/>
                    </a:lnTo>
                    <a:close/>
                    <a:moveTo>
                      <a:pt x="18745" y="8913"/>
                    </a:moveTo>
                    <a:cubicBezTo>
                      <a:pt x="18740" y="8809"/>
                      <a:pt x="18737" y="8703"/>
                      <a:pt x="18737" y="8600"/>
                    </a:cubicBezTo>
                    <a:cubicBezTo>
                      <a:pt x="18737" y="7966"/>
                      <a:pt x="18737" y="7966"/>
                      <a:pt x="18737" y="7966"/>
                    </a:cubicBezTo>
                    <a:cubicBezTo>
                      <a:pt x="18925" y="7966"/>
                      <a:pt x="18925" y="7966"/>
                      <a:pt x="18925" y="7966"/>
                    </a:cubicBezTo>
                    <a:cubicBezTo>
                      <a:pt x="18925" y="8600"/>
                      <a:pt x="18925" y="8600"/>
                      <a:pt x="18925" y="8600"/>
                    </a:cubicBezTo>
                    <a:cubicBezTo>
                      <a:pt x="18925" y="8700"/>
                      <a:pt x="18928" y="8802"/>
                      <a:pt x="18933" y="8902"/>
                    </a:cubicBezTo>
                    <a:lnTo>
                      <a:pt x="18745" y="8913"/>
                    </a:lnTo>
                    <a:close/>
                    <a:moveTo>
                      <a:pt x="188" y="8577"/>
                    </a:moveTo>
                    <a:cubicBezTo>
                      <a:pt x="0" y="8577"/>
                      <a:pt x="0" y="8577"/>
                      <a:pt x="0" y="8577"/>
                    </a:cubicBezTo>
                    <a:cubicBezTo>
                      <a:pt x="0" y="7635"/>
                      <a:pt x="0" y="7635"/>
                      <a:pt x="0" y="7635"/>
                    </a:cubicBezTo>
                    <a:cubicBezTo>
                      <a:pt x="188" y="7635"/>
                      <a:pt x="188" y="7635"/>
                      <a:pt x="188" y="7635"/>
                    </a:cubicBezTo>
                    <a:lnTo>
                      <a:pt x="188" y="8577"/>
                    </a:lnTo>
                    <a:close/>
                    <a:moveTo>
                      <a:pt x="9772" y="8134"/>
                    </a:moveTo>
                    <a:cubicBezTo>
                      <a:pt x="9583" y="8134"/>
                      <a:pt x="9583" y="8134"/>
                      <a:pt x="9583" y="8134"/>
                    </a:cubicBezTo>
                    <a:cubicBezTo>
                      <a:pt x="9583" y="7193"/>
                      <a:pt x="9583" y="7193"/>
                      <a:pt x="9583" y="7193"/>
                    </a:cubicBezTo>
                    <a:cubicBezTo>
                      <a:pt x="9772" y="7193"/>
                      <a:pt x="9772" y="7193"/>
                      <a:pt x="9772" y="7193"/>
                    </a:cubicBezTo>
                    <a:lnTo>
                      <a:pt x="9772" y="8134"/>
                    </a:lnTo>
                    <a:close/>
                    <a:moveTo>
                      <a:pt x="28157" y="7532"/>
                    </a:moveTo>
                    <a:cubicBezTo>
                      <a:pt x="27968" y="7532"/>
                      <a:pt x="27968" y="7532"/>
                      <a:pt x="27968" y="7532"/>
                    </a:cubicBezTo>
                    <a:cubicBezTo>
                      <a:pt x="27968" y="6591"/>
                      <a:pt x="27968" y="6591"/>
                      <a:pt x="27968" y="6591"/>
                    </a:cubicBezTo>
                    <a:cubicBezTo>
                      <a:pt x="28157" y="6591"/>
                      <a:pt x="28157" y="6591"/>
                      <a:pt x="28157" y="6591"/>
                    </a:cubicBezTo>
                    <a:lnTo>
                      <a:pt x="28157" y="7532"/>
                    </a:lnTo>
                    <a:close/>
                    <a:moveTo>
                      <a:pt x="37740" y="7101"/>
                    </a:moveTo>
                    <a:cubicBezTo>
                      <a:pt x="37552" y="7101"/>
                      <a:pt x="37552" y="7101"/>
                      <a:pt x="37552" y="7101"/>
                    </a:cubicBezTo>
                    <a:cubicBezTo>
                      <a:pt x="37552" y="6160"/>
                      <a:pt x="37552" y="6160"/>
                      <a:pt x="37552" y="6160"/>
                    </a:cubicBezTo>
                    <a:cubicBezTo>
                      <a:pt x="37740" y="6160"/>
                      <a:pt x="37740" y="6160"/>
                      <a:pt x="37740" y="6160"/>
                    </a:cubicBezTo>
                    <a:lnTo>
                      <a:pt x="37740" y="7101"/>
                    </a:lnTo>
                    <a:close/>
                    <a:moveTo>
                      <a:pt x="18925" y="7025"/>
                    </a:moveTo>
                    <a:cubicBezTo>
                      <a:pt x="18737" y="7025"/>
                      <a:pt x="18737" y="7025"/>
                      <a:pt x="18737" y="7025"/>
                    </a:cubicBezTo>
                    <a:cubicBezTo>
                      <a:pt x="18737" y="6084"/>
                      <a:pt x="18737" y="6084"/>
                      <a:pt x="18737" y="6084"/>
                    </a:cubicBezTo>
                    <a:cubicBezTo>
                      <a:pt x="18925" y="6084"/>
                      <a:pt x="18925" y="6084"/>
                      <a:pt x="18925" y="6084"/>
                    </a:cubicBezTo>
                    <a:lnTo>
                      <a:pt x="18925" y="7025"/>
                    </a:lnTo>
                    <a:close/>
                    <a:moveTo>
                      <a:pt x="188" y="6694"/>
                    </a:moveTo>
                    <a:cubicBezTo>
                      <a:pt x="0" y="6694"/>
                      <a:pt x="0" y="6694"/>
                      <a:pt x="0" y="6694"/>
                    </a:cubicBezTo>
                    <a:cubicBezTo>
                      <a:pt x="0" y="5753"/>
                      <a:pt x="0" y="5753"/>
                      <a:pt x="0" y="5753"/>
                    </a:cubicBezTo>
                    <a:cubicBezTo>
                      <a:pt x="188" y="5753"/>
                      <a:pt x="188" y="5753"/>
                      <a:pt x="188" y="5753"/>
                    </a:cubicBezTo>
                    <a:lnTo>
                      <a:pt x="188" y="6694"/>
                    </a:lnTo>
                    <a:close/>
                    <a:moveTo>
                      <a:pt x="9772" y="6252"/>
                    </a:moveTo>
                    <a:cubicBezTo>
                      <a:pt x="9583" y="6252"/>
                      <a:pt x="9583" y="6252"/>
                      <a:pt x="9583" y="6252"/>
                    </a:cubicBezTo>
                    <a:cubicBezTo>
                      <a:pt x="9583" y="5310"/>
                      <a:pt x="9583" y="5310"/>
                      <a:pt x="9583" y="5310"/>
                    </a:cubicBezTo>
                    <a:cubicBezTo>
                      <a:pt x="9772" y="5310"/>
                      <a:pt x="9772" y="5310"/>
                      <a:pt x="9772" y="5310"/>
                    </a:cubicBezTo>
                    <a:lnTo>
                      <a:pt x="9772" y="6252"/>
                    </a:lnTo>
                    <a:close/>
                    <a:moveTo>
                      <a:pt x="28157" y="5650"/>
                    </a:moveTo>
                    <a:cubicBezTo>
                      <a:pt x="27968" y="5650"/>
                      <a:pt x="27968" y="5650"/>
                      <a:pt x="27968" y="5650"/>
                    </a:cubicBezTo>
                    <a:cubicBezTo>
                      <a:pt x="27968" y="5190"/>
                      <a:pt x="27968" y="5190"/>
                      <a:pt x="27968" y="5190"/>
                    </a:cubicBezTo>
                    <a:cubicBezTo>
                      <a:pt x="27968" y="5027"/>
                      <a:pt x="27976" y="4863"/>
                      <a:pt x="27990" y="4701"/>
                    </a:cubicBezTo>
                    <a:cubicBezTo>
                      <a:pt x="28178" y="4717"/>
                      <a:pt x="28178" y="4717"/>
                      <a:pt x="28178" y="4717"/>
                    </a:cubicBezTo>
                    <a:cubicBezTo>
                      <a:pt x="28164" y="4874"/>
                      <a:pt x="28157" y="5033"/>
                      <a:pt x="28157" y="5190"/>
                    </a:cubicBezTo>
                    <a:lnTo>
                      <a:pt x="28157" y="5650"/>
                    </a:lnTo>
                    <a:close/>
                    <a:moveTo>
                      <a:pt x="37740" y="5218"/>
                    </a:moveTo>
                    <a:cubicBezTo>
                      <a:pt x="37552" y="5218"/>
                      <a:pt x="37552" y="5218"/>
                      <a:pt x="37552" y="5218"/>
                    </a:cubicBezTo>
                    <a:cubicBezTo>
                      <a:pt x="37552" y="5190"/>
                      <a:pt x="37552" y="5190"/>
                      <a:pt x="37552" y="5190"/>
                    </a:cubicBezTo>
                    <a:cubicBezTo>
                      <a:pt x="37552" y="4890"/>
                      <a:pt x="37527" y="4590"/>
                      <a:pt x="37476" y="4297"/>
                    </a:cubicBezTo>
                    <a:cubicBezTo>
                      <a:pt x="37662" y="4266"/>
                      <a:pt x="37662" y="4266"/>
                      <a:pt x="37662" y="4266"/>
                    </a:cubicBezTo>
                    <a:cubicBezTo>
                      <a:pt x="37714" y="4569"/>
                      <a:pt x="37740" y="4880"/>
                      <a:pt x="37740" y="5190"/>
                    </a:cubicBezTo>
                    <a:lnTo>
                      <a:pt x="37740" y="5218"/>
                    </a:lnTo>
                    <a:close/>
                    <a:moveTo>
                      <a:pt x="18735" y="5145"/>
                    </a:moveTo>
                    <a:cubicBezTo>
                      <a:pt x="18727" y="4836"/>
                      <a:pt x="18693" y="4527"/>
                      <a:pt x="18634" y="4226"/>
                    </a:cubicBezTo>
                    <a:cubicBezTo>
                      <a:pt x="18819" y="4190"/>
                      <a:pt x="18819" y="4190"/>
                      <a:pt x="18819" y="4190"/>
                    </a:cubicBezTo>
                    <a:cubicBezTo>
                      <a:pt x="18880" y="4501"/>
                      <a:pt x="18915" y="4820"/>
                      <a:pt x="18923" y="5140"/>
                    </a:cubicBezTo>
                    <a:lnTo>
                      <a:pt x="18735" y="5145"/>
                    </a:lnTo>
                    <a:close/>
                    <a:moveTo>
                      <a:pt x="188" y="4811"/>
                    </a:moveTo>
                    <a:cubicBezTo>
                      <a:pt x="0" y="4811"/>
                      <a:pt x="0" y="4811"/>
                      <a:pt x="0" y="4811"/>
                    </a:cubicBezTo>
                    <a:cubicBezTo>
                      <a:pt x="0" y="3870"/>
                      <a:pt x="0" y="3870"/>
                      <a:pt x="0" y="3870"/>
                    </a:cubicBezTo>
                    <a:cubicBezTo>
                      <a:pt x="188" y="3870"/>
                      <a:pt x="188" y="3870"/>
                      <a:pt x="188" y="3870"/>
                    </a:cubicBezTo>
                    <a:lnTo>
                      <a:pt x="188" y="4811"/>
                    </a:lnTo>
                    <a:close/>
                    <a:moveTo>
                      <a:pt x="9845" y="4389"/>
                    </a:moveTo>
                    <a:cubicBezTo>
                      <a:pt x="9659" y="4358"/>
                      <a:pt x="9659" y="4358"/>
                      <a:pt x="9659" y="4358"/>
                    </a:cubicBezTo>
                    <a:cubicBezTo>
                      <a:pt x="9711" y="4043"/>
                      <a:pt x="9791" y="3731"/>
                      <a:pt x="9895" y="3431"/>
                    </a:cubicBezTo>
                    <a:cubicBezTo>
                      <a:pt x="10073" y="3493"/>
                      <a:pt x="10073" y="3493"/>
                      <a:pt x="10073" y="3493"/>
                    </a:cubicBezTo>
                    <a:cubicBezTo>
                      <a:pt x="9972" y="3783"/>
                      <a:pt x="9895" y="4084"/>
                      <a:pt x="9845" y="4389"/>
                    </a:cubicBezTo>
                    <a:close/>
                    <a:moveTo>
                      <a:pt x="28341" y="3809"/>
                    </a:moveTo>
                    <a:cubicBezTo>
                      <a:pt x="28159" y="3759"/>
                      <a:pt x="28159" y="3759"/>
                      <a:pt x="28159" y="3759"/>
                    </a:cubicBezTo>
                    <a:cubicBezTo>
                      <a:pt x="28243" y="3451"/>
                      <a:pt x="28355" y="3150"/>
                      <a:pt x="28493" y="2862"/>
                    </a:cubicBezTo>
                    <a:cubicBezTo>
                      <a:pt x="28662" y="2944"/>
                      <a:pt x="28662" y="2944"/>
                      <a:pt x="28662" y="2944"/>
                    </a:cubicBezTo>
                    <a:cubicBezTo>
                      <a:pt x="28530" y="3221"/>
                      <a:pt x="28422" y="3512"/>
                      <a:pt x="28341" y="3809"/>
                    </a:cubicBezTo>
                    <a:close/>
                    <a:moveTo>
                      <a:pt x="37240" y="3405"/>
                    </a:moveTo>
                    <a:cubicBezTo>
                      <a:pt x="37135" y="3115"/>
                      <a:pt x="37003" y="2834"/>
                      <a:pt x="36848" y="2570"/>
                    </a:cubicBezTo>
                    <a:cubicBezTo>
                      <a:pt x="37010" y="2474"/>
                      <a:pt x="37010" y="2474"/>
                      <a:pt x="37010" y="2474"/>
                    </a:cubicBezTo>
                    <a:cubicBezTo>
                      <a:pt x="37171" y="2749"/>
                      <a:pt x="37308" y="3040"/>
                      <a:pt x="37417" y="3341"/>
                    </a:cubicBezTo>
                    <a:lnTo>
                      <a:pt x="37240" y="3405"/>
                    </a:lnTo>
                    <a:close/>
                    <a:moveTo>
                      <a:pt x="18379" y="3338"/>
                    </a:moveTo>
                    <a:cubicBezTo>
                      <a:pt x="18268" y="3050"/>
                      <a:pt x="18131" y="2771"/>
                      <a:pt x="17973" y="2509"/>
                    </a:cubicBezTo>
                    <a:cubicBezTo>
                      <a:pt x="18134" y="2412"/>
                      <a:pt x="18134" y="2412"/>
                      <a:pt x="18134" y="2412"/>
                    </a:cubicBezTo>
                    <a:cubicBezTo>
                      <a:pt x="18298" y="2682"/>
                      <a:pt x="18440" y="2972"/>
                      <a:pt x="18555" y="3271"/>
                    </a:cubicBezTo>
                    <a:lnTo>
                      <a:pt x="18379" y="3338"/>
                    </a:lnTo>
                    <a:close/>
                    <a:moveTo>
                      <a:pt x="188" y="2928"/>
                    </a:moveTo>
                    <a:cubicBezTo>
                      <a:pt x="0" y="2928"/>
                      <a:pt x="0" y="2928"/>
                      <a:pt x="0" y="2928"/>
                    </a:cubicBezTo>
                    <a:cubicBezTo>
                      <a:pt x="0" y="1987"/>
                      <a:pt x="0" y="1987"/>
                      <a:pt x="0" y="1987"/>
                    </a:cubicBezTo>
                    <a:cubicBezTo>
                      <a:pt x="188" y="1987"/>
                      <a:pt x="188" y="1987"/>
                      <a:pt x="188" y="1987"/>
                    </a:cubicBezTo>
                    <a:lnTo>
                      <a:pt x="188" y="2928"/>
                    </a:lnTo>
                    <a:close/>
                    <a:moveTo>
                      <a:pt x="10452" y="2652"/>
                    </a:moveTo>
                    <a:cubicBezTo>
                      <a:pt x="10288" y="2559"/>
                      <a:pt x="10288" y="2559"/>
                      <a:pt x="10288" y="2559"/>
                    </a:cubicBezTo>
                    <a:cubicBezTo>
                      <a:pt x="10446" y="2279"/>
                      <a:pt x="10629" y="2014"/>
                      <a:pt x="10832" y="1771"/>
                    </a:cubicBezTo>
                    <a:cubicBezTo>
                      <a:pt x="10976" y="1892"/>
                      <a:pt x="10976" y="1892"/>
                      <a:pt x="10976" y="1892"/>
                    </a:cubicBezTo>
                    <a:cubicBezTo>
                      <a:pt x="10781" y="2126"/>
                      <a:pt x="10604" y="2382"/>
                      <a:pt x="10452" y="2652"/>
                    </a:cubicBezTo>
                    <a:close/>
                    <a:moveTo>
                      <a:pt x="29134" y="2151"/>
                    </a:moveTo>
                    <a:cubicBezTo>
                      <a:pt x="28982" y="2040"/>
                      <a:pt x="28982" y="2040"/>
                      <a:pt x="28982" y="2040"/>
                    </a:cubicBezTo>
                    <a:cubicBezTo>
                      <a:pt x="29171" y="1781"/>
                      <a:pt x="29383" y="1539"/>
                      <a:pt x="29614" y="1321"/>
                    </a:cubicBezTo>
                    <a:cubicBezTo>
                      <a:pt x="29743" y="1458"/>
                      <a:pt x="29743" y="1458"/>
                      <a:pt x="29743" y="1458"/>
                    </a:cubicBezTo>
                    <a:cubicBezTo>
                      <a:pt x="29521" y="1668"/>
                      <a:pt x="29316" y="1901"/>
                      <a:pt x="29134" y="2151"/>
                    </a:cubicBezTo>
                    <a:close/>
                    <a:moveTo>
                      <a:pt x="36311" y="1819"/>
                    </a:moveTo>
                    <a:cubicBezTo>
                      <a:pt x="36109" y="1585"/>
                      <a:pt x="35885" y="1371"/>
                      <a:pt x="35645" y="1181"/>
                    </a:cubicBezTo>
                    <a:cubicBezTo>
                      <a:pt x="35762" y="1034"/>
                      <a:pt x="35762" y="1034"/>
                      <a:pt x="35762" y="1034"/>
                    </a:cubicBezTo>
                    <a:cubicBezTo>
                      <a:pt x="36011" y="1230"/>
                      <a:pt x="36243" y="1453"/>
                      <a:pt x="36454" y="1696"/>
                    </a:cubicBezTo>
                    <a:lnTo>
                      <a:pt x="36311" y="1819"/>
                    </a:lnTo>
                    <a:close/>
                    <a:moveTo>
                      <a:pt x="17424" y="1767"/>
                    </a:moveTo>
                    <a:cubicBezTo>
                      <a:pt x="17217" y="1536"/>
                      <a:pt x="16989" y="1326"/>
                      <a:pt x="16746" y="1144"/>
                    </a:cubicBezTo>
                    <a:cubicBezTo>
                      <a:pt x="16859" y="994"/>
                      <a:pt x="16859" y="994"/>
                      <a:pt x="16859" y="994"/>
                    </a:cubicBezTo>
                    <a:cubicBezTo>
                      <a:pt x="17111" y="1183"/>
                      <a:pt x="17349" y="1401"/>
                      <a:pt x="17564" y="1642"/>
                    </a:cubicBezTo>
                    <a:lnTo>
                      <a:pt x="17424" y="1767"/>
                    </a:lnTo>
                    <a:close/>
                    <a:moveTo>
                      <a:pt x="11633" y="1245"/>
                    </a:moveTo>
                    <a:cubicBezTo>
                      <a:pt x="11514" y="1099"/>
                      <a:pt x="11514" y="1099"/>
                      <a:pt x="11514" y="1099"/>
                    </a:cubicBezTo>
                    <a:cubicBezTo>
                      <a:pt x="11766" y="896"/>
                      <a:pt x="12037" y="720"/>
                      <a:pt x="12319" y="576"/>
                    </a:cubicBezTo>
                    <a:cubicBezTo>
                      <a:pt x="12404" y="744"/>
                      <a:pt x="12404" y="744"/>
                      <a:pt x="12404" y="744"/>
                    </a:cubicBezTo>
                    <a:cubicBezTo>
                      <a:pt x="12134" y="882"/>
                      <a:pt x="11874" y="1050"/>
                      <a:pt x="11633" y="1245"/>
                    </a:cubicBezTo>
                    <a:close/>
                    <a:moveTo>
                      <a:pt x="188" y="1046"/>
                    </a:moveTo>
                    <a:cubicBezTo>
                      <a:pt x="0" y="1046"/>
                      <a:pt x="0" y="1046"/>
                      <a:pt x="0" y="1046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188" y="104"/>
                      <a:pt x="188" y="104"/>
                      <a:pt x="188" y="104"/>
                    </a:cubicBezTo>
                    <a:lnTo>
                      <a:pt x="188" y="1046"/>
                    </a:lnTo>
                    <a:close/>
                    <a:moveTo>
                      <a:pt x="30472" y="893"/>
                    </a:moveTo>
                    <a:cubicBezTo>
                      <a:pt x="30371" y="734"/>
                      <a:pt x="30371" y="734"/>
                      <a:pt x="30371" y="734"/>
                    </a:cubicBezTo>
                    <a:cubicBezTo>
                      <a:pt x="30643" y="562"/>
                      <a:pt x="30932" y="418"/>
                      <a:pt x="31229" y="307"/>
                    </a:cubicBezTo>
                    <a:cubicBezTo>
                      <a:pt x="31296" y="483"/>
                      <a:pt x="31296" y="483"/>
                      <a:pt x="31296" y="483"/>
                    </a:cubicBezTo>
                    <a:cubicBezTo>
                      <a:pt x="31010" y="590"/>
                      <a:pt x="30733" y="728"/>
                      <a:pt x="30472" y="893"/>
                    </a:cubicBezTo>
                    <a:close/>
                    <a:moveTo>
                      <a:pt x="34870" y="684"/>
                    </a:moveTo>
                    <a:cubicBezTo>
                      <a:pt x="34595" y="544"/>
                      <a:pt x="34306" y="433"/>
                      <a:pt x="34012" y="353"/>
                    </a:cubicBezTo>
                    <a:cubicBezTo>
                      <a:pt x="34061" y="171"/>
                      <a:pt x="34061" y="171"/>
                      <a:pt x="34061" y="171"/>
                    </a:cubicBezTo>
                    <a:cubicBezTo>
                      <a:pt x="34368" y="255"/>
                      <a:pt x="34669" y="371"/>
                      <a:pt x="34955" y="517"/>
                    </a:cubicBezTo>
                    <a:lnTo>
                      <a:pt x="34870" y="684"/>
                    </a:lnTo>
                    <a:close/>
                    <a:moveTo>
                      <a:pt x="15957" y="673"/>
                    </a:moveTo>
                    <a:cubicBezTo>
                      <a:pt x="15676" y="543"/>
                      <a:pt x="15383" y="446"/>
                      <a:pt x="15085" y="383"/>
                    </a:cubicBezTo>
                    <a:cubicBezTo>
                      <a:pt x="15124" y="199"/>
                      <a:pt x="15124" y="199"/>
                      <a:pt x="15124" y="199"/>
                    </a:cubicBezTo>
                    <a:cubicBezTo>
                      <a:pt x="15436" y="265"/>
                      <a:pt x="15742" y="366"/>
                      <a:pt x="16035" y="502"/>
                    </a:cubicBezTo>
                    <a:lnTo>
                      <a:pt x="15957" y="673"/>
                    </a:lnTo>
                    <a:close/>
                    <a:moveTo>
                      <a:pt x="13263" y="420"/>
                    </a:moveTo>
                    <a:cubicBezTo>
                      <a:pt x="13217" y="238"/>
                      <a:pt x="13217" y="238"/>
                      <a:pt x="13217" y="238"/>
                    </a:cubicBezTo>
                    <a:cubicBezTo>
                      <a:pt x="13528" y="159"/>
                      <a:pt x="13848" y="115"/>
                      <a:pt x="14168" y="109"/>
                    </a:cubicBezTo>
                    <a:cubicBezTo>
                      <a:pt x="14172" y="297"/>
                      <a:pt x="14172" y="297"/>
                      <a:pt x="14172" y="297"/>
                    </a:cubicBezTo>
                    <a:cubicBezTo>
                      <a:pt x="13866" y="303"/>
                      <a:pt x="13560" y="345"/>
                      <a:pt x="13263" y="420"/>
                    </a:cubicBezTo>
                    <a:close/>
                    <a:moveTo>
                      <a:pt x="32185" y="249"/>
                    </a:moveTo>
                    <a:cubicBezTo>
                      <a:pt x="32157" y="63"/>
                      <a:pt x="32157" y="63"/>
                      <a:pt x="32157" y="63"/>
                    </a:cubicBezTo>
                    <a:cubicBezTo>
                      <a:pt x="32472" y="15"/>
                      <a:pt x="32798" y="0"/>
                      <a:pt x="33115" y="18"/>
                    </a:cubicBezTo>
                    <a:cubicBezTo>
                      <a:pt x="33104" y="206"/>
                      <a:pt x="33104" y="206"/>
                      <a:pt x="33104" y="206"/>
                    </a:cubicBezTo>
                    <a:cubicBezTo>
                      <a:pt x="32800" y="188"/>
                      <a:pt x="32487" y="203"/>
                      <a:pt x="32185" y="24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6" name="Google Shape;796;p32"/>
            <p:cNvGrpSpPr/>
            <p:nvPr/>
          </p:nvGrpSpPr>
          <p:grpSpPr>
            <a:xfrm rot="5400000" flipH="1">
              <a:off x="323420" y="2345939"/>
              <a:ext cx="146306" cy="261940"/>
              <a:chOff x="7419591" y="3612333"/>
              <a:chExt cx="146306" cy="261940"/>
            </a:xfrm>
          </p:grpSpPr>
          <p:sp>
            <p:nvSpPr>
              <p:cNvPr id="797" name="Google Shape;797;p32"/>
              <p:cNvSpPr/>
              <p:nvPr/>
            </p:nvSpPr>
            <p:spPr>
              <a:xfrm>
                <a:off x="7426735" y="3612333"/>
                <a:ext cx="132160" cy="26194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002" extrusionOk="0">
                    <a:moveTo>
                      <a:pt x="0" y="2644"/>
                    </a:moveTo>
                    <a:cubicBezTo>
                      <a:pt x="0" y="184"/>
                      <a:pt x="0" y="184"/>
                      <a:pt x="0" y="184"/>
                    </a:cubicBezTo>
                    <a:cubicBezTo>
                      <a:pt x="0" y="82"/>
                      <a:pt x="83" y="0"/>
                      <a:pt x="184" y="0"/>
                    </a:cubicBezTo>
                    <a:cubicBezTo>
                      <a:pt x="1323" y="0"/>
                      <a:pt x="1323" y="0"/>
                      <a:pt x="1323" y="0"/>
                    </a:cubicBezTo>
                    <a:cubicBezTo>
                      <a:pt x="1424" y="0"/>
                      <a:pt x="1507" y="82"/>
                      <a:pt x="1507" y="184"/>
                    </a:cubicBezTo>
                    <a:cubicBezTo>
                      <a:pt x="1507" y="2644"/>
                      <a:pt x="1507" y="2644"/>
                      <a:pt x="1507" y="2644"/>
                    </a:cubicBezTo>
                    <a:cubicBezTo>
                      <a:pt x="1507" y="2821"/>
                      <a:pt x="1377" y="2969"/>
                      <a:pt x="1208" y="2997"/>
                    </a:cubicBezTo>
                    <a:cubicBezTo>
                      <a:pt x="1189" y="3001"/>
                      <a:pt x="1169" y="3002"/>
                      <a:pt x="1149" y="3002"/>
                    </a:cubicBezTo>
                    <a:cubicBezTo>
                      <a:pt x="358" y="3002"/>
                      <a:pt x="358" y="3002"/>
                      <a:pt x="358" y="3002"/>
                    </a:cubicBezTo>
                    <a:cubicBezTo>
                      <a:pt x="161" y="3002"/>
                      <a:pt x="0" y="2841"/>
                      <a:pt x="0" y="2644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32"/>
              <p:cNvSpPr/>
              <p:nvPr/>
            </p:nvSpPr>
            <p:spPr>
              <a:xfrm>
                <a:off x="7523175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283" y="0"/>
                    </a:moveTo>
                    <a:cubicBezTo>
                      <a:pt x="308" y="0"/>
                      <a:pt x="328" y="20"/>
                      <a:pt x="328" y="44"/>
                    </a:cubicBezTo>
                    <a:cubicBezTo>
                      <a:pt x="328" y="201"/>
                      <a:pt x="201" y="328"/>
                      <a:pt x="44" y="328"/>
                    </a:cubicBezTo>
                    <a:cubicBezTo>
                      <a:pt x="20" y="328"/>
                      <a:pt x="0" y="308"/>
                      <a:pt x="0" y="283"/>
                    </a:cubicBezTo>
                    <a:cubicBezTo>
                      <a:pt x="0" y="258"/>
                      <a:pt x="20" y="238"/>
                      <a:pt x="44" y="238"/>
                    </a:cubicBezTo>
                    <a:cubicBezTo>
                      <a:pt x="151" y="238"/>
                      <a:pt x="238" y="151"/>
                      <a:pt x="238" y="44"/>
                    </a:cubicBezTo>
                    <a:cubicBezTo>
                      <a:pt x="238" y="20"/>
                      <a:pt x="258" y="0"/>
                      <a:pt x="283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" name="Google Shape;799;p32"/>
              <p:cNvSpPr/>
              <p:nvPr/>
            </p:nvSpPr>
            <p:spPr>
              <a:xfrm>
                <a:off x="7433879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45" y="0"/>
                    </a:moveTo>
                    <a:cubicBezTo>
                      <a:pt x="70" y="0"/>
                      <a:pt x="90" y="20"/>
                      <a:pt x="90" y="44"/>
                    </a:cubicBezTo>
                    <a:cubicBezTo>
                      <a:pt x="90" y="151"/>
                      <a:pt x="177" y="238"/>
                      <a:pt x="284" y="238"/>
                    </a:cubicBezTo>
                    <a:cubicBezTo>
                      <a:pt x="308" y="238"/>
                      <a:pt x="328" y="258"/>
                      <a:pt x="328" y="283"/>
                    </a:cubicBezTo>
                    <a:cubicBezTo>
                      <a:pt x="328" y="308"/>
                      <a:pt x="308" y="328"/>
                      <a:pt x="284" y="328"/>
                    </a:cubicBezTo>
                    <a:cubicBezTo>
                      <a:pt x="128" y="328"/>
                      <a:pt x="0" y="201"/>
                      <a:pt x="0" y="44"/>
                    </a:cubicBezTo>
                    <a:cubicBezTo>
                      <a:pt x="0" y="20"/>
                      <a:pt x="20" y="0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32"/>
              <p:cNvSpPr/>
              <p:nvPr/>
            </p:nvSpPr>
            <p:spPr>
              <a:xfrm>
                <a:off x="7519603" y="3619477"/>
                <a:ext cx="238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2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63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3" y="104"/>
                      <a:pt x="262" y="104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32"/>
              <p:cNvSpPr/>
              <p:nvPr/>
            </p:nvSpPr>
            <p:spPr>
              <a:xfrm>
                <a:off x="7445785" y="3619477"/>
                <a:ext cx="226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1" y="0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62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2" y="104"/>
                      <a:pt x="261" y="104"/>
                    </a:cubicBezTo>
                    <a:cubicBezTo>
                      <a:pt x="1" y="104"/>
                      <a:pt x="1" y="104"/>
                      <a:pt x="1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32"/>
              <p:cNvSpPr/>
              <p:nvPr/>
            </p:nvSpPr>
            <p:spPr>
              <a:xfrm>
                <a:off x="7455310" y="3649243"/>
                <a:ext cx="7858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31" extrusionOk="0">
                    <a:moveTo>
                      <a:pt x="94" y="131"/>
                    </a:moveTo>
                    <a:cubicBezTo>
                      <a:pt x="33" y="80"/>
                      <a:pt x="33" y="80"/>
                      <a:pt x="33" y="80"/>
                    </a:cubicBezTo>
                    <a:cubicBezTo>
                      <a:pt x="0" y="53"/>
                      <a:pt x="19" y="0"/>
                      <a:pt x="61" y="0"/>
                    </a:cubicBezTo>
                    <a:cubicBezTo>
                      <a:pt x="840" y="0"/>
                      <a:pt x="840" y="0"/>
                      <a:pt x="840" y="0"/>
                    </a:cubicBezTo>
                    <a:cubicBezTo>
                      <a:pt x="882" y="0"/>
                      <a:pt x="901" y="53"/>
                      <a:pt x="868" y="80"/>
                    </a:cubicBezTo>
                    <a:cubicBezTo>
                      <a:pt x="807" y="131"/>
                      <a:pt x="807" y="131"/>
                      <a:pt x="807" y="131"/>
                    </a:cubicBezTo>
                    <a:lnTo>
                      <a:pt x="94" y="131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" name="Google Shape;803;p32"/>
              <p:cNvSpPr/>
              <p:nvPr/>
            </p:nvSpPr>
            <p:spPr>
              <a:xfrm>
                <a:off x="7452928" y="3770686"/>
                <a:ext cx="82152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941" h="450" extrusionOk="0">
                    <a:moveTo>
                      <a:pt x="36" y="257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807" y="0"/>
                      <a:pt x="807" y="0"/>
                      <a:pt x="807" y="0"/>
                    </a:cubicBezTo>
                    <a:cubicBezTo>
                      <a:pt x="905" y="257"/>
                      <a:pt x="905" y="257"/>
                      <a:pt x="905" y="257"/>
                    </a:cubicBezTo>
                    <a:cubicBezTo>
                      <a:pt x="941" y="350"/>
                      <a:pt x="872" y="450"/>
                      <a:pt x="772" y="450"/>
                    </a:cubicBezTo>
                    <a:cubicBezTo>
                      <a:pt x="169" y="450"/>
                      <a:pt x="169" y="450"/>
                      <a:pt x="169" y="450"/>
                    </a:cubicBezTo>
                    <a:cubicBezTo>
                      <a:pt x="69" y="450"/>
                      <a:pt x="0" y="350"/>
                      <a:pt x="36" y="257"/>
                    </a:cubicBezTo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32"/>
              <p:cNvSpPr/>
              <p:nvPr/>
            </p:nvSpPr>
            <p:spPr>
              <a:xfrm>
                <a:off x="7449356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0"/>
                    </a:moveTo>
                    <a:lnTo>
                      <a:pt x="7" y="30"/>
                    </a:lnTo>
                    <a:lnTo>
                      <a:pt x="0" y="33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" name="Google Shape;805;p32"/>
              <p:cNvSpPr/>
              <p:nvPr/>
            </p:nvSpPr>
            <p:spPr>
              <a:xfrm>
                <a:off x="7449356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33"/>
                    </a:moveTo>
                    <a:lnTo>
                      <a:pt x="7" y="3"/>
                    </a:lnTo>
                    <a:lnTo>
                      <a:pt x="0" y="0"/>
                    </a:lnTo>
                    <a:lnTo>
                      <a:pt x="0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" name="Google Shape;806;p32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" name="Google Shape;807;p32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" name="Google Shape;808;p32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" name="Google Shape;809;p32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" name="Google Shape;810;p32"/>
              <p:cNvSpPr/>
              <p:nvPr/>
            </p:nvSpPr>
            <p:spPr>
              <a:xfrm>
                <a:off x="7529128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151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84"/>
                      <a:pt x="112" y="84"/>
                      <a:pt x="112" y="84"/>
                    </a:cubicBezTo>
                    <a:cubicBezTo>
                      <a:pt x="157" y="84"/>
                      <a:pt x="157" y="84"/>
                      <a:pt x="157" y="84"/>
                    </a:cubicBezTo>
                    <a:cubicBezTo>
                      <a:pt x="158" y="84"/>
                      <a:pt x="158" y="85"/>
                      <a:pt x="158" y="86"/>
                    </a:cubicBezTo>
                    <a:cubicBezTo>
                      <a:pt x="158" y="187"/>
                      <a:pt x="158" y="187"/>
                      <a:pt x="158" y="187"/>
                    </a:cubicBezTo>
                    <a:cubicBezTo>
                      <a:pt x="158" y="188"/>
                      <a:pt x="158" y="188"/>
                      <a:pt x="157" y="188"/>
                    </a:cubicBezTo>
                    <a:cubicBezTo>
                      <a:pt x="112" y="188"/>
                      <a:pt x="112" y="188"/>
                      <a:pt x="112" y="188"/>
                    </a:cubicBezTo>
                    <a:cubicBezTo>
                      <a:pt x="112" y="1541"/>
                      <a:pt x="112" y="1541"/>
                      <a:pt x="112" y="1541"/>
                    </a:cubicBezTo>
                    <a:cubicBezTo>
                      <a:pt x="112" y="1542"/>
                      <a:pt x="112" y="1542"/>
                      <a:pt x="112" y="1542"/>
                    </a:cubicBezTo>
                    <a:cubicBezTo>
                      <a:pt x="112" y="1685"/>
                      <a:pt x="112" y="1685"/>
                      <a:pt x="112" y="1685"/>
                    </a:cubicBezTo>
                    <a:cubicBezTo>
                      <a:pt x="95" y="1678"/>
                      <a:pt x="95" y="1678"/>
                      <a:pt x="95" y="1678"/>
                    </a:cubicBezTo>
                    <a:cubicBezTo>
                      <a:pt x="41" y="2107"/>
                      <a:pt x="41" y="2107"/>
                      <a:pt x="41" y="2107"/>
                    </a:cubicBezTo>
                    <a:cubicBezTo>
                      <a:pt x="43" y="2130"/>
                      <a:pt x="40" y="2154"/>
                      <a:pt x="32" y="2175"/>
                    </a:cubicBezTo>
                    <a:cubicBezTo>
                      <a:pt x="32" y="2175"/>
                      <a:pt x="32" y="2175"/>
                      <a:pt x="32" y="2175"/>
                    </a:cubicBezTo>
                    <a:cubicBezTo>
                      <a:pt x="0" y="2373"/>
                      <a:pt x="4" y="2615"/>
                      <a:pt x="21" y="2833"/>
                    </a:cubicBezTo>
                    <a:cubicBezTo>
                      <a:pt x="107" y="2814"/>
                      <a:pt x="171" y="2736"/>
                      <a:pt x="171" y="2644"/>
                    </a:cubicBezTo>
                    <a:cubicBezTo>
                      <a:pt x="171" y="2620"/>
                      <a:pt x="191" y="2600"/>
                      <a:pt x="216" y="2600"/>
                    </a:cubicBezTo>
                    <a:cubicBezTo>
                      <a:pt x="241" y="2600"/>
                      <a:pt x="261" y="2620"/>
                      <a:pt x="261" y="2644"/>
                    </a:cubicBezTo>
                    <a:cubicBezTo>
                      <a:pt x="261" y="2783"/>
                      <a:pt x="160" y="2899"/>
                      <a:pt x="28" y="2923"/>
                    </a:cubicBezTo>
                    <a:cubicBezTo>
                      <a:pt x="31" y="2948"/>
                      <a:pt x="33" y="2973"/>
                      <a:pt x="36" y="2997"/>
                    </a:cubicBezTo>
                    <a:cubicBezTo>
                      <a:pt x="205" y="2969"/>
                      <a:pt x="335" y="2821"/>
                      <a:pt x="335" y="2644"/>
                    </a:cubicBezTo>
                    <a:cubicBezTo>
                      <a:pt x="335" y="184"/>
                      <a:pt x="335" y="184"/>
                      <a:pt x="335" y="184"/>
                    </a:cubicBezTo>
                    <a:cubicBezTo>
                      <a:pt x="335" y="82"/>
                      <a:pt x="252" y="0"/>
                      <a:pt x="15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" name="Google Shape;811;p32"/>
              <p:cNvSpPr/>
              <p:nvPr/>
            </p:nvSpPr>
            <p:spPr>
              <a:xfrm>
                <a:off x="7538653" y="3619477"/>
                <a:ext cx="47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" h="104" extrusionOk="0">
                    <a:moveTo>
                      <a:pt x="4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6" y="104"/>
                      <a:pt x="46" y="104"/>
                      <a:pt x="46" y="103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6" y="1"/>
                      <a:pt x="46" y="0"/>
                      <a:pt x="45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" name="Google Shape;812;p32"/>
              <p:cNvSpPr/>
              <p:nvPr/>
            </p:nvSpPr>
            <p:spPr>
              <a:xfrm>
                <a:off x="7532700" y="3795688"/>
                <a:ext cx="0" cy="5953"/>
              </a:xfrm>
              <a:custGeom>
                <a:avLst/>
                <a:gdLst/>
                <a:ahLst/>
                <a:cxnLst/>
                <a:rect l="l" t="t" r="r" b="b"/>
                <a:pathLst>
                  <a:path w="11" h="68" extrusionOk="0">
                    <a:moveTo>
                      <a:pt x="0" y="0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47"/>
                      <a:pt x="0" y="23"/>
                      <a:pt x="0" y="0"/>
                    </a:cubicBezTo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" name="Google Shape;813;p32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" name="Google Shape;814;p32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" name="Google Shape;815;p32"/>
              <p:cNvSpPr/>
              <p:nvPr/>
            </p:nvSpPr>
            <p:spPr>
              <a:xfrm>
                <a:off x="7426735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223" y="0"/>
                    </a:moveTo>
                    <a:cubicBezTo>
                      <a:pt x="184" y="0"/>
                      <a:pt x="184" y="0"/>
                      <a:pt x="184" y="0"/>
                    </a:cubicBezTo>
                    <a:cubicBezTo>
                      <a:pt x="83" y="0"/>
                      <a:pt x="0" y="82"/>
                      <a:pt x="0" y="184"/>
                    </a:cubicBezTo>
                    <a:cubicBezTo>
                      <a:pt x="0" y="2644"/>
                      <a:pt x="0" y="2644"/>
                      <a:pt x="0" y="2644"/>
                    </a:cubicBezTo>
                    <a:cubicBezTo>
                      <a:pt x="0" y="2821"/>
                      <a:pt x="130" y="2969"/>
                      <a:pt x="299" y="2997"/>
                    </a:cubicBezTo>
                    <a:cubicBezTo>
                      <a:pt x="302" y="2973"/>
                      <a:pt x="304" y="2949"/>
                      <a:pt x="307" y="2923"/>
                    </a:cubicBezTo>
                    <a:cubicBezTo>
                      <a:pt x="174" y="2900"/>
                      <a:pt x="72" y="2784"/>
                      <a:pt x="72" y="2644"/>
                    </a:cubicBezTo>
                    <a:cubicBezTo>
                      <a:pt x="72" y="2620"/>
                      <a:pt x="92" y="2600"/>
                      <a:pt x="117" y="2600"/>
                    </a:cubicBezTo>
                    <a:cubicBezTo>
                      <a:pt x="142" y="2600"/>
                      <a:pt x="162" y="2620"/>
                      <a:pt x="162" y="2644"/>
                    </a:cubicBezTo>
                    <a:cubicBezTo>
                      <a:pt x="162" y="2737"/>
                      <a:pt x="227" y="2815"/>
                      <a:pt x="314" y="2834"/>
                    </a:cubicBezTo>
                    <a:cubicBezTo>
                      <a:pt x="331" y="2615"/>
                      <a:pt x="335" y="2373"/>
                      <a:pt x="303" y="2175"/>
                    </a:cubicBezTo>
                    <a:cubicBezTo>
                      <a:pt x="223" y="1541"/>
                      <a:pt x="223" y="1541"/>
                      <a:pt x="223" y="1541"/>
                    </a:cubicBezTo>
                    <a:cubicBezTo>
                      <a:pt x="223" y="188"/>
                      <a:pt x="223" y="188"/>
                      <a:pt x="223" y="188"/>
                    </a:cubicBezTo>
                    <a:cubicBezTo>
                      <a:pt x="208" y="188"/>
                      <a:pt x="208" y="188"/>
                      <a:pt x="208" y="188"/>
                    </a:cubicBezTo>
                    <a:cubicBezTo>
                      <a:pt x="208" y="188"/>
                      <a:pt x="207" y="188"/>
                      <a:pt x="207" y="187"/>
                    </a:cubicBezTo>
                    <a:cubicBezTo>
                      <a:pt x="207" y="86"/>
                      <a:pt x="207" y="86"/>
                      <a:pt x="207" y="86"/>
                    </a:cubicBezTo>
                    <a:cubicBezTo>
                      <a:pt x="207" y="85"/>
                      <a:pt x="208" y="84"/>
                      <a:pt x="208" y="84"/>
                    </a:cubicBezTo>
                    <a:cubicBezTo>
                      <a:pt x="223" y="84"/>
                      <a:pt x="223" y="84"/>
                      <a:pt x="223" y="84"/>
                    </a:cubicBezTo>
                    <a:cubicBezTo>
                      <a:pt x="223" y="0"/>
                      <a:pt x="223" y="0"/>
                      <a:pt x="223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" name="Google Shape;816;p32"/>
              <p:cNvSpPr/>
              <p:nvPr/>
            </p:nvSpPr>
            <p:spPr>
              <a:xfrm>
                <a:off x="7445785" y="3619477"/>
                <a:ext cx="11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04" extrusionOk="0">
                    <a:moveTo>
                      <a:pt x="16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1" y="104"/>
                      <a:pt x="1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" name="Google Shape;817;p32"/>
              <p:cNvSpPr/>
              <p:nvPr/>
            </p:nvSpPr>
            <p:spPr>
              <a:xfrm>
                <a:off x="7545797" y="3780211"/>
                <a:ext cx="20100" cy="156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" name="Google Shape;818;p32"/>
              <p:cNvSpPr/>
              <p:nvPr/>
            </p:nvSpPr>
            <p:spPr>
              <a:xfrm>
                <a:off x="7419591" y="3780211"/>
                <a:ext cx="20100" cy="156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19" name="Google Shape;819;p32"/>
          <p:cNvGrpSpPr/>
          <p:nvPr/>
        </p:nvGrpSpPr>
        <p:grpSpPr>
          <a:xfrm>
            <a:off x="5855588" y="-1702233"/>
            <a:ext cx="7330827" cy="2958825"/>
            <a:chOff x="4391691" y="-1276675"/>
            <a:chExt cx="5498120" cy="2219119"/>
          </a:xfrm>
        </p:grpSpPr>
        <p:grpSp>
          <p:nvGrpSpPr>
            <p:cNvPr id="820" name="Google Shape;820;p32"/>
            <p:cNvGrpSpPr/>
            <p:nvPr/>
          </p:nvGrpSpPr>
          <p:grpSpPr>
            <a:xfrm>
              <a:off x="4391691" y="-1276675"/>
              <a:ext cx="5498120" cy="2219119"/>
              <a:chOff x="4455866" y="-1276675"/>
              <a:chExt cx="5498120" cy="2219119"/>
            </a:xfrm>
          </p:grpSpPr>
          <p:sp>
            <p:nvSpPr>
              <p:cNvPr id="821" name="Google Shape;821;p32"/>
              <p:cNvSpPr/>
              <p:nvPr/>
            </p:nvSpPr>
            <p:spPr>
              <a:xfrm rot="10800000">
                <a:off x="4455866" y="-1276675"/>
                <a:ext cx="5498120" cy="2219119"/>
              </a:xfrm>
              <a:custGeom>
                <a:avLst/>
                <a:gdLst/>
                <a:ahLst/>
                <a:cxnLst/>
                <a:rect l="l" t="t" r="r" b="b"/>
                <a:pathLst>
                  <a:path w="40188" h="16216" extrusionOk="0">
                    <a:moveTo>
                      <a:pt x="24671" y="16216"/>
                    </a:moveTo>
                    <a:cubicBezTo>
                      <a:pt x="21399" y="16216"/>
                      <a:pt x="18737" y="13343"/>
                      <a:pt x="18737" y="9813"/>
                    </a:cubicBezTo>
                    <a:cubicBezTo>
                      <a:pt x="18737" y="6500"/>
                      <a:pt x="18737" y="6500"/>
                      <a:pt x="18737" y="6500"/>
                    </a:cubicBezTo>
                    <a:cubicBezTo>
                      <a:pt x="18737" y="4423"/>
                      <a:pt x="17275" y="2733"/>
                      <a:pt x="15478" y="2733"/>
                    </a:cubicBezTo>
                    <a:cubicBezTo>
                      <a:pt x="13681" y="2733"/>
                      <a:pt x="12219" y="4423"/>
                      <a:pt x="12219" y="6501"/>
                    </a:cubicBezTo>
                    <a:cubicBezTo>
                      <a:pt x="12219" y="9813"/>
                      <a:pt x="12219" y="9813"/>
                      <a:pt x="12219" y="9813"/>
                    </a:cubicBezTo>
                    <a:cubicBezTo>
                      <a:pt x="12219" y="13343"/>
                      <a:pt x="9479" y="16216"/>
                      <a:pt x="6110" y="16216"/>
                    </a:cubicBezTo>
                    <a:cubicBezTo>
                      <a:pt x="2741" y="16216"/>
                      <a:pt x="0" y="13343"/>
                      <a:pt x="0" y="9813"/>
                    </a:cubicBezTo>
                    <a:cubicBezTo>
                      <a:pt x="0" y="1317"/>
                      <a:pt x="0" y="1317"/>
                      <a:pt x="0" y="1317"/>
                    </a:cubicBezTo>
                    <a:cubicBezTo>
                      <a:pt x="2636" y="1317"/>
                      <a:pt x="2636" y="1317"/>
                      <a:pt x="2636" y="1317"/>
                    </a:cubicBezTo>
                    <a:cubicBezTo>
                      <a:pt x="2636" y="9813"/>
                      <a:pt x="2636" y="9813"/>
                      <a:pt x="2636" y="9813"/>
                    </a:cubicBezTo>
                    <a:cubicBezTo>
                      <a:pt x="2636" y="11890"/>
                      <a:pt x="4194" y="13580"/>
                      <a:pt x="6110" y="13580"/>
                    </a:cubicBezTo>
                    <a:cubicBezTo>
                      <a:pt x="8025" y="13580"/>
                      <a:pt x="9584" y="11890"/>
                      <a:pt x="9584" y="9813"/>
                    </a:cubicBezTo>
                    <a:cubicBezTo>
                      <a:pt x="9584" y="6501"/>
                      <a:pt x="9584" y="6501"/>
                      <a:pt x="9584" y="6501"/>
                    </a:cubicBezTo>
                    <a:cubicBezTo>
                      <a:pt x="9584" y="2970"/>
                      <a:pt x="12228" y="97"/>
                      <a:pt x="15478" y="97"/>
                    </a:cubicBezTo>
                    <a:cubicBezTo>
                      <a:pt x="18728" y="97"/>
                      <a:pt x="21373" y="2970"/>
                      <a:pt x="21373" y="6500"/>
                    </a:cubicBezTo>
                    <a:cubicBezTo>
                      <a:pt x="21373" y="9813"/>
                      <a:pt x="21373" y="9813"/>
                      <a:pt x="21373" y="9813"/>
                    </a:cubicBezTo>
                    <a:cubicBezTo>
                      <a:pt x="21373" y="11890"/>
                      <a:pt x="22852" y="13580"/>
                      <a:pt x="24671" y="13580"/>
                    </a:cubicBezTo>
                    <a:cubicBezTo>
                      <a:pt x="26489" y="13580"/>
                      <a:pt x="27969" y="11890"/>
                      <a:pt x="27969" y="9813"/>
                    </a:cubicBezTo>
                    <a:cubicBezTo>
                      <a:pt x="27969" y="6403"/>
                      <a:pt x="27969" y="6403"/>
                      <a:pt x="27969" y="6403"/>
                    </a:cubicBezTo>
                    <a:cubicBezTo>
                      <a:pt x="27969" y="4713"/>
                      <a:pt x="28596" y="3116"/>
                      <a:pt x="29735" y="1907"/>
                    </a:cubicBezTo>
                    <a:cubicBezTo>
                      <a:pt x="30894" y="677"/>
                      <a:pt x="32437" y="0"/>
                      <a:pt x="34078" y="0"/>
                    </a:cubicBezTo>
                    <a:cubicBezTo>
                      <a:pt x="34078" y="0"/>
                      <a:pt x="34078" y="0"/>
                      <a:pt x="34078" y="0"/>
                    </a:cubicBezTo>
                    <a:cubicBezTo>
                      <a:pt x="35720" y="0"/>
                      <a:pt x="37262" y="677"/>
                      <a:pt x="38422" y="1907"/>
                    </a:cubicBezTo>
                    <a:cubicBezTo>
                      <a:pt x="39561" y="3116"/>
                      <a:pt x="40188" y="4713"/>
                      <a:pt x="40188" y="6403"/>
                    </a:cubicBezTo>
                    <a:cubicBezTo>
                      <a:pt x="40188" y="14898"/>
                      <a:pt x="40188" y="14898"/>
                      <a:pt x="40188" y="14898"/>
                    </a:cubicBezTo>
                    <a:cubicBezTo>
                      <a:pt x="37552" y="14898"/>
                      <a:pt x="37552" y="14898"/>
                      <a:pt x="37552" y="14898"/>
                    </a:cubicBezTo>
                    <a:cubicBezTo>
                      <a:pt x="37552" y="6403"/>
                      <a:pt x="37552" y="6403"/>
                      <a:pt x="37552" y="6403"/>
                    </a:cubicBezTo>
                    <a:cubicBezTo>
                      <a:pt x="37552" y="5387"/>
                      <a:pt x="37180" y="4433"/>
                      <a:pt x="36503" y="3715"/>
                    </a:cubicBezTo>
                    <a:cubicBezTo>
                      <a:pt x="35847" y="3019"/>
                      <a:pt x="34986" y="2635"/>
                      <a:pt x="34078" y="2635"/>
                    </a:cubicBezTo>
                    <a:cubicBezTo>
                      <a:pt x="33171" y="2635"/>
                      <a:pt x="32309" y="3019"/>
                      <a:pt x="31653" y="3715"/>
                    </a:cubicBezTo>
                    <a:cubicBezTo>
                      <a:pt x="30977" y="4433"/>
                      <a:pt x="30604" y="5387"/>
                      <a:pt x="30604" y="6403"/>
                    </a:cubicBezTo>
                    <a:cubicBezTo>
                      <a:pt x="30604" y="9813"/>
                      <a:pt x="30604" y="9813"/>
                      <a:pt x="30604" y="9813"/>
                    </a:cubicBezTo>
                    <a:cubicBezTo>
                      <a:pt x="30604" y="13343"/>
                      <a:pt x="27943" y="16216"/>
                      <a:pt x="24671" y="1621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" name="Google Shape;822;p32"/>
              <p:cNvSpPr/>
              <p:nvPr/>
            </p:nvSpPr>
            <p:spPr>
              <a:xfrm rot="10800000">
                <a:off x="4623680" y="-1108715"/>
                <a:ext cx="5162360" cy="1884588"/>
              </a:xfrm>
              <a:custGeom>
                <a:avLst/>
                <a:gdLst/>
                <a:ahLst/>
                <a:cxnLst/>
                <a:rect l="l" t="t" r="r" b="b"/>
                <a:pathLst>
                  <a:path w="37740" h="13779" extrusionOk="0">
                    <a:moveTo>
                      <a:pt x="23447" y="13779"/>
                    </a:moveTo>
                    <a:cubicBezTo>
                      <a:pt x="23200" y="13779"/>
                      <a:pt x="22952" y="13758"/>
                      <a:pt x="22710" y="13715"/>
                    </a:cubicBezTo>
                    <a:cubicBezTo>
                      <a:pt x="22743" y="13530"/>
                      <a:pt x="22743" y="13530"/>
                      <a:pt x="22743" y="13530"/>
                    </a:cubicBezTo>
                    <a:cubicBezTo>
                      <a:pt x="23044" y="13583"/>
                      <a:pt x="23355" y="13601"/>
                      <a:pt x="23659" y="13585"/>
                    </a:cubicBezTo>
                    <a:cubicBezTo>
                      <a:pt x="23669" y="13773"/>
                      <a:pt x="23669" y="13773"/>
                      <a:pt x="23669" y="13773"/>
                    </a:cubicBezTo>
                    <a:cubicBezTo>
                      <a:pt x="23595" y="13777"/>
                      <a:pt x="23521" y="13779"/>
                      <a:pt x="23447" y="13779"/>
                    </a:cubicBezTo>
                    <a:close/>
                    <a:moveTo>
                      <a:pt x="4631" y="13772"/>
                    </a:moveTo>
                    <a:cubicBezTo>
                      <a:pt x="4312" y="13755"/>
                      <a:pt x="3993" y="13703"/>
                      <a:pt x="3684" y="13620"/>
                    </a:cubicBezTo>
                    <a:cubicBezTo>
                      <a:pt x="3734" y="13438"/>
                      <a:pt x="3734" y="13438"/>
                      <a:pt x="3734" y="13438"/>
                    </a:cubicBezTo>
                    <a:cubicBezTo>
                      <a:pt x="4030" y="13518"/>
                      <a:pt x="4335" y="13567"/>
                      <a:pt x="4642" y="13584"/>
                    </a:cubicBezTo>
                    <a:lnTo>
                      <a:pt x="4631" y="13772"/>
                    </a:lnTo>
                    <a:close/>
                    <a:moveTo>
                      <a:pt x="5589" y="13725"/>
                    </a:moveTo>
                    <a:cubicBezTo>
                      <a:pt x="5560" y="13539"/>
                      <a:pt x="5560" y="13539"/>
                      <a:pt x="5560" y="13539"/>
                    </a:cubicBezTo>
                    <a:cubicBezTo>
                      <a:pt x="5863" y="13492"/>
                      <a:pt x="6162" y="13414"/>
                      <a:pt x="6449" y="13305"/>
                    </a:cubicBezTo>
                    <a:cubicBezTo>
                      <a:pt x="6516" y="13481"/>
                      <a:pt x="6516" y="13481"/>
                      <a:pt x="6516" y="13481"/>
                    </a:cubicBezTo>
                    <a:cubicBezTo>
                      <a:pt x="6216" y="13594"/>
                      <a:pt x="5904" y="13676"/>
                      <a:pt x="5589" y="13725"/>
                    </a:cubicBezTo>
                    <a:close/>
                    <a:moveTo>
                      <a:pt x="24616" y="13617"/>
                    </a:moveTo>
                    <a:cubicBezTo>
                      <a:pt x="24564" y="13436"/>
                      <a:pt x="24564" y="13436"/>
                      <a:pt x="24564" y="13436"/>
                    </a:cubicBezTo>
                    <a:cubicBezTo>
                      <a:pt x="24856" y="13353"/>
                      <a:pt x="25143" y="13236"/>
                      <a:pt x="25415" y="13090"/>
                    </a:cubicBezTo>
                    <a:cubicBezTo>
                      <a:pt x="25505" y="13255"/>
                      <a:pt x="25505" y="13255"/>
                      <a:pt x="25505" y="13255"/>
                    </a:cubicBezTo>
                    <a:cubicBezTo>
                      <a:pt x="25220" y="13409"/>
                      <a:pt x="24921" y="13530"/>
                      <a:pt x="24616" y="13617"/>
                    </a:cubicBezTo>
                    <a:close/>
                    <a:moveTo>
                      <a:pt x="21789" y="13446"/>
                    </a:moveTo>
                    <a:cubicBezTo>
                      <a:pt x="21496" y="13324"/>
                      <a:pt x="21213" y="13169"/>
                      <a:pt x="20948" y="12985"/>
                    </a:cubicBezTo>
                    <a:cubicBezTo>
                      <a:pt x="21055" y="12830"/>
                      <a:pt x="21055" y="12830"/>
                      <a:pt x="21055" y="12830"/>
                    </a:cubicBezTo>
                    <a:cubicBezTo>
                      <a:pt x="21310" y="13007"/>
                      <a:pt x="21581" y="13155"/>
                      <a:pt x="21861" y="13272"/>
                    </a:cubicBezTo>
                    <a:lnTo>
                      <a:pt x="21789" y="13446"/>
                    </a:lnTo>
                    <a:close/>
                    <a:moveTo>
                      <a:pt x="2790" y="13275"/>
                    </a:moveTo>
                    <a:cubicBezTo>
                      <a:pt x="2507" y="13132"/>
                      <a:pt x="2235" y="12958"/>
                      <a:pt x="1983" y="12759"/>
                    </a:cubicBezTo>
                    <a:cubicBezTo>
                      <a:pt x="2099" y="12611"/>
                      <a:pt x="2099" y="12611"/>
                      <a:pt x="2099" y="12611"/>
                    </a:cubicBezTo>
                    <a:cubicBezTo>
                      <a:pt x="2342" y="12803"/>
                      <a:pt x="2603" y="12970"/>
                      <a:pt x="2875" y="13107"/>
                    </a:cubicBezTo>
                    <a:lnTo>
                      <a:pt x="2790" y="13275"/>
                    </a:lnTo>
                    <a:close/>
                    <a:moveTo>
                      <a:pt x="7374" y="13053"/>
                    </a:moveTo>
                    <a:cubicBezTo>
                      <a:pt x="7273" y="12893"/>
                      <a:pt x="7273" y="12893"/>
                      <a:pt x="7273" y="12893"/>
                    </a:cubicBezTo>
                    <a:cubicBezTo>
                      <a:pt x="7531" y="12731"/>
                      <a:pt x="7776" y="12540"/>
                      <a:pt x="8000" y="12328"/>
                    </a:cubicBezTo>
                    <a:cubicBezTo>
                      <a:pt x="8130" y="12464"/>
                      <a:pt x="8130" y="12464"/>
                      <a:pt x="8130" y="12464"/>
                    </a:cubicBezTo>
                    <a:cubicBezTo>
                      <a:pt x="7896" y="12685"/>
                      <a:pt x="7642" y="12883"/>
                      <a:pt x="7374" y="13053"/>
                    </a:cubicBezTo>
                    <a:close/>
                    <a:moveTo>
                      <a:pt x="37740" y="12749"/>
                    </a:moveTo>
                    <a:cubicBezTo>
                      <a:pt x="37552" y="12749"/>
                      <a:pt x="37552" y="12749"/>
                      <a:pt x="37552" y="12749"/>
                    </a:cubicBezTo>
                    <a:cubicBezTo>
                      <a:pt x="37552" y="11808"/>
                      <a:pt x="37552" y="11808"/>
                      <a:pt x="37552" y="11808"/>
                    </a:cubicBezTo>
                    <a:cubicBezTo>
                      <a:pt x="37740" y="11808"/>
                      <a:pt x="37740" y="11808"/>
                      <a:pt x="37740" y="11808"/>
                    </a:cubicBezTo>
                    <a:lnTo>
                      <a:pt x="37740" y="12749"/>
                    </a:lnTo>
                    <a:close/>
                    <a:moveTo>
                      <a:pt x="26297" y="12716"/>
                    </a:moveTo>
                    <a:cubicBezTo>
                      <a:pt x="26176" y="12572"/>
                      <a:pt x="26176" y="12572"/>
                      <a:pt x="26176" y="12572"/>
                    </a:cubicBezTo>
                    <a:cubicBezTo>
                      <a:pt x="26409" y="12376"/>
                      <a:pt x="26626" y="12155"/>
                      <a:pt x="26820" y="11913"/>
                    </a:cubicBezTo>
                    <a:cubicBezTo>
                      <a:pt x="26967" y="12031"/>
                      <a:pt x="26967" y="12031"/>
                      <a:pt x="26967" y="12031"/>
                    </a:cubicBezTo>
                    <a:cubicBezTo>
                      <a:pt x="26764" y="12282"/>
                      <a:pt x="26539" y="12513"/>
                      <a:pt x="26297" y="12716"/>
                    </a:cubicBezTo>
                    <a:close/>
                    <a:moveTo>
                      <a:pt x="20219" y="12363"/>
                    </a:moveTo>
                    <a:cubicBezTo>
                      <a:pt x="19999" y="12135"/>
                      <a:pt x="19799" y="11883"/>
                      <a:pt x="19622" y="11614"/>
                    </a:cubicBezTo>
                    <a:cubicBezTo>
                      <a:pt x="19780" y="11511"/>
                      <a:pt x="19780" y="11511"/>
                      <a:pt x="19780" y="11511"/>
                    </a:cubicBezTo>
                    <a:cubicBezTo>
                      <a:pt x="19950" y="11770"/>
                      <a:pt x="20143" y="12013"/>
                      <a:pt x="20354" y="12232"/>
                    </a:cubicBezTo>
                    <a:lnTo>
                      <a:pt x="20219" y="12363"/>
                    </a:lnTo>
                    <a:close/>
                    <a:moveTo>
                      <a:pt x="1290" y="12098"/>
                    </a:moveTo>
                    <a:cubicBezTo>
                      <a:pt x="1082" y="11857"/>
                      <a:pt x="894" y="11596"/>
                      <a:pt x="732" y="11320"/>
                    </a:cubicBezTo>
                    <a:cubicBezTo>
                      <a:pt x="895" y="11224"/>
                      <a:pt x="895" y="11224"/>
                      <a:pt x="895" y="11224"/>
                    </a:cubicBezTo>
                    <a:cubicBezTo>
                      <a:pt x="1051" y="11491"/>
                      <a:pt x="1232" y="11743"/>
                      <a:pt x="1432" y="11974"/>
                    </a:cubicBezTo>
                    <a:lnTo>
                      <a:pt x="1290" y="12098"/>
                    </a:lnTo>
                    <a:close/>
                    <a:moveTo>
                      <a:pt x="8761" y="11745"/>
                    </a:moveTo>
                    <a:cubicBezTo>
                      <a:pt x="8609" y="11634"/>
                      <a:pt x="8609" y="11634"/>
                      <a:pt x="8609" y="11634"/>
                    </a:cubicBezTo>
                    <a:cubicBezTo>
                      <a:pt x="8788" y="11386"/>
                      <a:pt x="8947" y="11119"/>
                      <a:pt x="9080" y="10841"/>
                    </a:cubicBezTo>
                    <a:cubicBezTo>
                      <a:pt x="9250" y="10922"/>
                      <a:pt x="9250" y="10922"/>
                      <a:pt x="9250" y="10922"/>
                    </a:cubicBezTo>
                    <a:cubicBezTo>
                      <a:pt x="9112" y="11211"/>
                      <a:pt x="8948" y="11487"/>
                      <a:pt x="8761" y="11745"/>
                    </a:cubicBezTo>
                    <a:close/>
                    <a:moveTo>
                      <a:pt x="27497" y="11234"/>
                    </a:moveTo>
                    <a:cubicBezTo>
                      <a:pt x="27332" y="11145"/>
                      <a:pt x="27332" y="11145"/>
                      <a:pt x="27332" y="11145"/>
                    </a:cubicBezTo>
                    <a:cubicBezTo>
                      <a:pt x="27477" y="10876"/>
                      <a:pt x="27600" y="10590"/>
                      <a:pt x="27697" y="10297"/>
                    </a:cubicBezTo>
                    <a:cubicBezTo>
                      <a:pt x="27876" y="10356"/>
                      <a:pt x="27876" y="10356"/>
                      <a:pt x="27876" y="10356"/>
                    </a:cubicBezTo>
                    <a:cubicBezTo>
                      <a:pt x="27776" y="10660"/>
                      <a:pt x="27648" y="10956"/>
                      <a:pt x="27497" y="11234"/>
                    </a:cubicBezTo>
                    <a:close/>
                    <a:moveTo>
                      <a:pt x="37740" y="10866"/>
                    </a:moveTo>
                    <a:cubicBezTo>
                      <a:pt x="37552" y="10866"/>
                      <a:pt x="37552" y="10866"/>
                      <a:pt x="37552" y="10866"/>
                    </a:cubicBezTo>
                    <a:cubicBezTo>
                      <a:pt x="37552" y="9925"/>
                      <a:pt x="37552" y="9925"/>
                      <a:pt x="37552" y="9925"/>
                    </a:cubicBezTo>
                    <a:cubicBezTo>
                      <a:pt x="37740" y="9925"/>
                      <a:pt x="37740" y="9925"/>
                      <a:pt x="37740" y="9925"/>
                    </a:cubicBezTo>
                    <a:lnTo>
                      <a:pt x="37740" y="10866"/>
                    </a:lnTo>
                    <a:close/>
                    <a:moveTo>
                      <a:pt x="19173" y="10769"/>
                    </a:moveTo>
                    <a:cubicBezTo>
                      <a:pt x="19049" y="10477"/>
                      <a:pt x="18950" y="10170"/>
                      <a:pt x="18879" y="9859"/>
                    </a:cubicBezTo>
                    <a:cubicBezTo>
                      <a:pt x="19062" y="9817"/>
                      <a:pt x="19062" y="9817"/>
                      <a:pt x="19062" y="9817"/>
                    </a:cubicBezTo>
                    <a:cubicBezTo>
                      <a:pt x="19131" y="10118"/>
                      <a:pt x="19227" y="10414"/>
                      <a:pt x="19346" y="10696"/>
                    </a:cubicBezTo>
                    <a:lnTo>
                      <a:pt x="19173" y="10769"/>
                    </a:lnTo>
                    <a:close/>
                    <a:moveTo>
                      <a:pt x="325" y="10454"/>
                    </a:moveTo>
                    <a:cubicBezTo>
                      <a:pt x="216" y="10155"/>
                      <a:pt x="133" y="9844"/>
                      <a:pt x="79" y="9529"/>
                    </a:cubicBezTo>
                    <a:cubicBezTo>
                      <a:pt x="264" y="9497"/>
                      <a:pt x="264" y="9497"/>
                      <a:pt x="264" y="9497"/>
                    </a:cubicBezTo>
                    <a:cubicBezTo>
                      <a:pt x="317" y="9801"/>
                      <a:pt x="397" y="10101"/>
                      <a:pt x="502" y="10389"/>
                    </a:cubicBezTo>
                    <a:lnTo>
                      <a:pt x="325" y="10454"/>
                    </a:lnTo>
                    <a:close/>
                    <a:moveTo>
                      <a:pt x="9582" y="10025"/>
                    </a:moveTo>
                    <a:cubicBezTo>
                      <a:pt x="9401" y="9975"/>
                      <a:pt x="9401" y="9975"/>
                      <a:pt x="9401" y="9975"/>
                    </a:cubicBezTo>
                    <a:cubicBezTo>
                      <a:pt x="9481" y="9680"/>
                      <a:pt x="9536" y="9374"/>
                      <a:pt x="9563" y="9067"/>
                    </a:cubicBezTo>
                    <a:cubicBezTo>
                      <a:pt x="9750" y="9083"/>
                      <a:pt x="9750" y="9083"/>
                      <a:pt x="9750" y="9083"/>
                    </a:cubicBezTo>
                    <a:cubicBezTo>
                      <a:pt x="9722" y="9402"/>
                      <a:pt x="9666" y="9718"/>
                      <a:pt x="9582" y="10025"/>
                    </a:cubicBezTo>
                    <a:close/>
                    <a:moveTo>
                      <a:pt x="28096" y="9426"/>
                    </a:moveTo>
                    <a:cubicBezTo>
                      <a:pt x="27910" y="9398"/>
                      <a:pt x="27910" y="9398"/>
                      <a:pt x="27910" y="9398"/>
                    </a:cubicBezTo>
                    <a:cubicBezTo>
                      <a:pt x="27949" y="9136"/>
                      <a:pt x="27968" y="8867"/>
                      <a:pt x="27968" y="8600"/>
                    </a:cubicBezTo>
                    <a:cubicBezTo>
                      <a:pt x="27968" y="8474"/>
                      <a:pt x="27968" y="8474"/>
                      <a:pt x="27968" y="8474"/>
                    </a:cubicBezTo>
                    <a:cubicBezTo>
                      <a:pt x="28157" y="8474"/>
                      <a:pt x="28157" y="8474"/>
                      <a:pt x="28157" y="8474"/>
                    </a:cubicBezTo>
                    <a:cubicBezTo>
                      <a:pt x="28157" y="8600"/>
                      <a:pt x="28157" y="8600"/>
                      <a:pt x="28157" y="8600"/>
                    </a:cubicBezTo>
                    <a:cubicBezTo>
                      <a:pt x="28157" y="8876"/>
                      <a:pt x="28136" y="9154"/>
                      <a:pt x="28096" y="9426"/>
                    </a:cubicBezTo>
                    <a:close/>
                    <a:moveTo>
                      <a:pt x="37740" y="8984"/>
                    </a:moveTo>
                    <a:cubicBezTo>
                      <a:pt x="37552" y="8984"/>
                      <a:pt x="37552" y="8984"/>
                      <a:pt x="37552" y="8984"/>
                    </a:cubicBezTo>
                    <a:cubicBezTo>
                      <a:pt x="37552" y="8042"/>
                      <a:pt x="37552" y="8042"/>
                      <a:pt x="37552" y="8042"/>
                    </a:cubicBezTo>
                    <a:cubicBezTo>
                      <a:pt x="37740" y="8042"/>
                      <a:pt x="37740" y="8042"/>
                      <a:pt x="37740" y="8042"/>
                    </a:cubicBezTo>
                    <a:lnTo>
                      <a:pt x="37740" y="8984"/>
                    </a:lnTo>
                    <a:close/>
                    <a:moveTo>
                      <a:pt x="18745" y="8913"/>
                    </a:moveTo>
                    <a:cubicBezTo>
                      <a:pt x="18740" y="8809"/>
                      <a:pt x="18737" y="8703"/>
                      <a:pt x="18737" y="8600"/>
                    </a:cubicBezTo>
                    <a:cubicBezTo>
                      <a:pt x="18737" y="7966"/>
                      <a:pt x="18737" y="7966"/>
                      <a:pt x="18737" y="7966"/>
                    </a:cubicBezTo>
                    <a:cubicBezTo>
                      <a:pt x="18925" y="7966"/>
                      <a:pt x="18925" y="7966"/>
                      <a:pt x="18925" y="7966"/>
                    </a:cubicBezTo>
                    <a:cubicBezTo>
                      <a:pt x="18925" y="8600"/>
                      <a:pt x="18925" y="8600"/>
                      <a:pt x="18925" y="8600"/>
                    </a:cubicBezTo>
                    <a:cubicBezTo>
                      <a:pt x="18925" y="8700"/>
                      <a:pt x="18928" y="8802"/>
                      <a:pt x="18933" y="8902"/>
                    </a:cubicBezTo>
                    <a:lnTo>
                      <a:pt x="18745" y="8913"/>
                    </a:lnTo>
                    <a:close/>
                    <a:moveTo>
                      <a:pt x="188" y="8577"/>
                    </a:moveTo>
                    <a:cubicBezTo>
                      <a:pt x="0" y="8577"/>
                      <a:pt x="0" y="8577"/>
                      <a:pt x="0" y="8577"/>
                    </a:cubicBezTo>
                    <a:cubicBezTo>
                      <a:pt x="0" y="7635"/>
                      <a:pt x="0" y="7635"/>
                      <a:pt x="0" y="7635"/>
                    </a:cubicBezTo>
                    <a:cubicBezTo>
                      <a:pt x="188" y="7635"/>
                      <a:pt x="188" y="7635"/>
                      <a:pt x="188" y="7635"/>
                    </a:cubicBezTo>
                    <a:lnTo>
                      <a:pt x="188" y="8577"/>
                    </a:lnTo>
                    <a:close/>
                    <a:moveTo>
                      <a:pt x="9772" y="8134"/>
                    </a:moveTo>
                    <a:cubicBezTo>
                      <a:pt x="9583" y="8134"/>
                      <a:pt x="9583" y="8134"/>
                      <a:pt x="9583" y="8134"/>
                    </a:cubicBezTo>
                    <a:cubicBezTo>
                      <a:pt x="9583" y="7193"/>
                      <a:pt x="9583" y="7193"/>
                      <a:pt x="9583" y="7193"/>
                    </a:cubicBezTo>
                    <a:cubicBezTo>
                      <a:pt x="9772" y="7193"/>
                      <a:pt x="9772" y="7193"/>
                      <a:pt x="9772" y="7193"/>
                    </a:cubicBezTo>
                    <a:lnTo>
                      <a:pt x="9772" y="8134"/>
                    </a:lnTo>
                    <a:close/>
                    <a:moveTo>
                      <a:pt x="28157" y="7532"/>
                    </a:moveTo>
                    <a:cubicBezTo>
                      <a:pt x="27968" y="7532"/>
                      <a:pt x="27968" y="7532"/>
                      <a:pt x="27968" y="7532"/>
                    </a:cubicBezTo>
                    <a:cubicBezTo>
                      <a:pt x="27968" y="6591"/>
                      <a:pt x="27968" y="6591"/>
                      <a:pt x="27968" y="6591"/>
                    </a:cubicBezTo>
                    <a:cubicBezTo>
                      <a:pt x="28157" y="6591"/>
                      <a:pt x="28157" y="6591"/>
                      <a:pt x="28157" y="6591"/>
                    </a:cubicBezTo>
                    <a:lnTo>
                      <a:pt x="28157" y="7532"/>
                    </a:lnTo>
                    <a:close/>
                    <a:moveTo>
                      <a:pt x="37740" y="7101"/>
                    </a:moveTo>
                    <a:cubicBezTo>
                      <a:pt x="37552" y="7101"/>
                      <a:pt x="37552" y="7101"/>
                      <a:pt x="37552" y="7101"/>
                    </a:cubicBezTo>
                    <a:cubicBezTo>
                      <a:pt x="37552" y="6160"/>
                      <a:pt x="37552" y="6160"/>
                      <a:pt x="37552" y="6160"/>
                    </a:cubicBezTo>
                    <a:cubicBezTo>
                      <a:pt x="37740" y="6160"/>
                      <a:pt x="37740" y="6160"/>
                      <a:pt x="37740" y="6160"/>
                    </a:cubicBezTo>
                    <a:lnTo>
                      <a:pt x="37740" y="7101"/>
                    </a:lnTo>
                    <a:close/>
                    <a:moveTo>
                      <a:pt x="18925" y="7025"/>
                    </a:moveTo>
                    <a:cubicBezTo>
                      <a:pt x="18737" y="7025"/>
                      <a:pt x="18737" y="7025"/>
                      <a:pt x="18737" y="7025"/>
                    </a:cubicBezTo>
                    <a:cubicBezTo>
                      <a:pt x="18737" y="6084"/>
                      <a:pt x="18737" y="6084"/>
                      <a:pt x="18737" y="6084"/>
                    </a:cubicBezTo>
                    <a:cubicBezTo>
                      <a:pt x="18925" y="6084"/>
                      <a:pt x="18925" y="6084"/>
                      <a:pt x="18925" y="6084"/>
                    </a:cubicBezTo>
                    <a:lnTo>
                      <a:pt x="18925" y="7025"/>
                    </a:lnTo>
                    <a:close/>
                    <a:moveTo>
                      <a:pt x="188" y="6694"/>
                    </a:moveTo>
                    <a:cubicBezTo>
                      <a:pt x="0" y="6694"/>
                      <a:pt x="0" y="6694"/>
                      <a:pt x="0" y="6694"/>
                    </a:cubicBezTo>
                    <a:cubicBezTo>
                      <a:pt x="0" y="5753"/>
                      <a:pt x="0" y="5753"/>
                      <a:pt x="0" y="5753"/>
                    </a:cubicBezTo>
                    <a:cubicBezTo>
                      <a:pt x="188" y="5753"/>
                      <a:pt x="188" y="5753"/>
                      <a:pt x="188" y="5753"/>
                    </a:cubicBezTo>
                    <a:lnTo>
                      <a:pt x="188" y="6694"/>
                    </a:lnTo>
                    <a:close/>
                    <a:moveTo>
                      <a:pt x="9772" y="6252"/>
                    </a:moveTo>
                    <a:cubicBezTo>
                      <a:pt x="9583" y="6252"/>
                      <a:pt x="9583" y="6252"/>
                      <a:pt x="9583" y="6252"/>
                    </a:cubicBezTo>
                    <a:cubicBezTo>
                      <a:pt x="9583" y="5310"/>
                      <a:pt x="9583" y="5310"/>
                      <a:pt x="9583" y="5310"/>
                    </a:cubicBezTo>
                    <a:cubicBezTo>
                      <a:pt x="9772" y="5310"/>
                      <a:pt x="9772" y="5310"/>
                      <a:pt x="9772" y="5310"/>
                    </a:cubicBezTo>
                    <a:lnTo>
                      <a:pt x="9772" y="6252"/>
                    </a:lnTo>
                    <a:close/>
                    <a:moveTo>
                      <a:pt x="28157" y="5650"/>
                    </a:moveTo>
                    <a:cubicBezTo>
                      <a:pt x="27968" y="5650"/>
                      <a:pt x="27968" y="5650"/>
                      <a:pt x="27968" y="5650"/>
                    </a:cubicBezTo>
                    <a:cubicBezTo>
                      <a:pt x="27968" y="5190"/>
                      <a:pt x="27968" y="5190"/>
                      <a:pt x="27968" y="5190"/>
                    </a:cubicBezTo>
                    <a:cubicBezTo>
                      <a:pt x="27968" y="5027"/>
                      <a:pt x="27976" y="4863"/>
                      <a:pt x="27990" y="4701"/>
                    </a:cubicBezTo>
                    <a:cubicBezTo>
                      <a:pt x="28178" y="4717"/>
                      <a:pt x="28178" y="4717"/>
                      <a:pt x="28178" y="4717"/>
                    </a:cubicBezTo>
                    <a:cubicBezTo>
                      <a:pt x="28164" y="4874"/>
                      <a:pt x="28157" y="5033"/>
                      <a:pt x="28157" y="5190"/>
                    </a:cubicBezTo>
                    <a:lnTo>
                      <a:pt x="28157" y="5650"/>
                    </a:lnTo>
                    <a:close/>
                    <a:moveTo>
                      <a:pt x="37740" y="5218"/>
                    </a:moveTo>
                    <a:cubicBezTo>
                      <a:pt x="37552" y="5218"/>
                      <a:pt x="37552" y="5218"/>
                      <a:pt x="37552" y="5218"/>
                    </a:cubicBezTo>
                    <a:cubicBezTo>
                      <a:pt x="37552" y="5190"/>
                      <a:pt x="37552" y="5190"/>
                      <a:pt x="37552" y="5190"/>
                    </a:cubicBezTo>
                    <a:cubicBezTo>
                      <a:pt x="37552" y="4890"/>
                      <a:pt x="37527" y="4590"/>
                      <a:pt x="37476" y="4297"/>
                    </a:cubicBezTo>
                    <a:cubicBezTo>
                      <a:pt x="37662" y="4266"/>
                      <a:pt x="37662" y="4266"/>
                      <a:pt x="37662" y="4266"/>
                    </a:cubicBezTo>
                    <a:cubicBezTo>
                      <a:pt x="37714" y="4569"/>
                      <a:pt x="37740" y="4880"/>
                      <a:pt x="37740" y="5190"/>
                    </a:cubicBezTo>
                    <a:lnTo>
                      <a:pt x="37740" y="5218"/>
                    </a:lnTo>
                    <a:close/>
                    <a:moveTo>
                      <a:pt x="18735" y="5145"/>
                    </a:moveTo>
                    <a:cubicBezTo>
                      <a:pt x="18727" y="4836"/>
                      <a:pt x="18693" y="4527"/>
                      <a:pt x="18634" y="4226"/>
                    </a:cubicBezTo>
                    <a:cubicBezTo>
                      <a:pt x="18819" y="4190"/>
                      <a:pt x="18819" y="4190"/>
                      <a:pt x="18819" y="4190"/>
                    </a:cubicBezTo>
                    <a:cubicBezTo>
                      <a:pt x="18880" y="4501"/>
                      <a:pt x="18915" y="4820"/>
                      <a:pt x="18923" y="5140"/>
                    </a:cubicBezTo>
                    <a:lnTo>
                      <a:pt x="18735" y="5145"/>
                    </a:lnTo>
                    <a:close/>
                    <a:moveTo>
                      <a:pt x="188" y="4811"/>
                    </a:moveTo>
                    <a:cubicBezTo>
                      <a:pt x="0" y="4811"/>
                      <a:pt x="0" y="4811"/>
                      <a:pt x="0" y="4811"/>
                    </a:cubicBezTo>
                    <a:cubicBezTo>
                      <a:pt x="0" y="3870"/>
                      <a:pt x="0" y="3870"/>
                      <a:pt x="0" y="3870"/>
                    </a:cubicBezTo>
                    <a:cubicBezTo>
                      <a:pt x="188" y="3870"/>
                      <a:pt x="188" y="3870"/>
                      <a:pt x="188" y="3870"/>
                    </a:cubicBezTo>
                    <a:lnTo>
                      <a:pt x="188" y="4811"/>
                    </a:lnTo>
                    <a:close/>
                    <a:moveTo>
                      <a:pt x="9845" y="4389"/>
                    </a:moveTo>
                    <a:cubicBezTo>
                      <a:pt x="9659" y="4358"/>
                      <a:pt x="9659" y="4358"/>
                      <a:pt x="9659" y="4358"/>
                    </a:cubicBezTo>
                    <a:cubicBezTo>
                      <a:pt x="9711" y="4043"/>
                      <a:pt x="9791" y="3731"/>
                      <a:pt x="9895" y="3431"/>
                    </a:cubicBezTo>
                    <a:cubicBezTo>
                      <a:pt x="10073" y="3493"/>
                      <a:pt x="10073" y="3493"/>
                      <a:pt x="10073" y="3493"/>
                    </a:cubicBezTo>
                    <a:cubicBezTo>
                      <a:pt x="9972" y="3783"/>
                      <a:pt x="9895" y="4084"/>
                      <a:pt x="9845" y="4389"/>
                    </a:cubicBezTo>
                    <a:close/>
                    <a:moveTo>
                      <a:pt x="28341" y="3809"/>
                    </a:moveTo>
                    <a:cubicBezTo>
                      <a:pt x="28159" y="3759"/>
                      <a:pt x="28159" y="3759"/>
                      <a:pt x="28159" y="3759"/>
                    </a:cubicBezTo>
                    <a:cubicBezTo>
                      <a:pt x="28243" y="3451"/>
                      <a:pt x="28355" y="3150"/>
                      <a:pt x="28493" y="2862"/>
                    </a:cubicBezTo>
                    <a:cubicBezTo>
                      <a:pt x="28662" y="2944"/>
                      <a:pt x="28662" y="2944"/>
                      <a:pt x="28662" y="2944"/>
                    </a:cubicBezTo>
                    <a:cubicBezTo>
                      <a:pt x="28530" y="3221"/>
                      <a:pt x="28422" y="3512"/>
                      <a:pt x="28341" y="3809"/>
                    </a:cubicBezTo>
                    <a:close/>
                    <a:moveTo>
                      <a:pt x="37240" y="3405"/>
                    </a:moveTo>
                    <a:cubicBezTo>
                      <a:pt x="37135" y="3115"/>
                      <a:pt x="37003" y="2834"/>
                      <a:pt x="36848" y="2570"/>
                    </a:cubicBezTo>
                    <a:cubicBezTo>
                      <a:pt x="37010" y="2474"/>
                      <a:pt x="37010" y="2474"/>
                      <a:pt x="37010" y="2474"/>
                    </a:cubicBezTo>
                    <a:cubicBezTo>
                      <a:pt x="37171" y="2749"/>
                      <a:pt x="37308" y="3040"/>
                      <a:pt x="37417" y="3341"/>
                    </a:cubicBezTo>
                    <a:lnTo>
                      <a:pt x="37240" y="3405"/>
                    </a:lnTo>
                    <a:close/>
                    <a:moveTo>
                      <a:pt x="18379" y="3338"/>
                    </a:moveTo>
                    <a:cubicBezTo>
                      <a:pt x="18268" y="3050"/>
                      <a:pt x="18131" y="2771"/>
                      <a:pt x="17973" y="2509"/>
                    </a:cubicBezTo>
                    <a:cubicBezTo>
                      <a:pt x="18134" y="2412"/>
                      <a:pt x="18134" y="2412"/>
                      <a:pt x="18134" y="2412"/>
                    </a:cubicBezTo>
                    <a:cubicBezTo>
                      <a:pt x="18298" y="2682"/>
                      <a:pt x="18440" y="2972"/>
                      <a:pt x="18555" y="3271"/>
                    </a:cubicBezTo>
                    <a:lnTo>
                      <a:pt x="18379" y="3338"/>
                    </a:lnTo>
                    <a:close/>
                    <a:moveTo>
                      <a:pt x="188" y="2928"/>
                    </a:moveTo>
                    <a:cubicBezTo>
                      <a:pt x="0" y="2928"/>
                      <a:pt x="0" y="2928"/>
                      <a:pt x="0" y="2928"/>
                    </a:cubicBezTo>
                    <a:cubicBezTo>
                      <a:pt x="0" y="1987"/>
                      <a:pt x="0" y="1987"/>
                      <a:pt x="0" y="1987"/>
                    </a:cubicBezTo>
                    <a:cubicBezTo>
                      <a:pt x="188" y="1987"/>
                      <a:pt x="188" y="1987"/>
                      <a:pt x="188" y="1987"/>
                    </a:cubicBezTo>
                    <a:lnTo>
                      <a:pt x="188" y="2928"/>
                    </a:lnTo>
                    <a:close/>
                    <a:moveTo>
                      <a:pt x="10452" y="2652"/>
                    </a:moveTo>
                    <a:cubicBezTo>
                      <a:pt x="10288" y="2559"/>
                      <a:pt x="10288" y="2559"/>
                      <a:pt x="10288" y="2559"/>
                    </a:cubicBezTo>
                    <a:cubicBezTo>
                      <a:pt x="10446" y="2279"/>
                      <a:pt x="10629" y="2014"/>
                      <a:pt x="10832" y="1771"/>
                    </a:cubicBezTo>
                    <a:cubicBezTo>
                      <a:pt x="10976" y="1892"/>
                      <a:pt x="10976" y="1892"/>
                      <a:pt x="10976" y="1892"/>
                    </a:cubicBezTo>
                    <a:cubicBezTo>
                      <a:pt x="10781" y="2126"/>
                      <a:pt x="10604" y="2382"/>
                      <a:pt x="10452" y="2652"/>
                    </a:cubicBezTo>
                    <a:close/>
                    <a:moveTo>
                      <a:pt x="29134" y="2151"/>
                    </a:moveTo>
                    <a:cubicBezTo>
                      <a:pt x="28982" y="2040"/>
                      <a:pt x="28982" y="2040"/>
                      <a:pt x="28982" y="2040"/>
                    </a:cubicBezTo>
                    <a:cubicBezTo>
                      <a:pt x="29171" y="1781"/>
                      <a:pt x="29383" y="1539"/>
                      <a:pt x="29614" y="1321"/>
                    </a:cubicBezTo>
                    <a:cubicBezTo>
                      <a:pt x="29743" y="1458"/>
                      <a:pt x="29743" y="1458"/>
                      <a:pt x="29743" y="1458"/>
                    </a:cubicBezTo>
                    <a:cubicBezTo>
                      <a:pt x="29521" y="1668"/>
                      <a:pt x="29316" y="1901"/>
                      <a:pt x="29134" y="2151"/>
                    </a:cubicBezTo>
                    <a:close/>
                    <a:moveTo>
                      <a:pt x="36311" y="1819"/>
                    </a:moveTo>
                    <a:cubicBezTo>
                      <a:pt x="36109" y="1585"/>
                      <a:pt x="35885" y="1371"/>
                      <a:pt x="35645" y="1181"/>
                    </a:cubicBezTo>
                    <a:cubicBezTo>
                      <a:pt x="35762" y="1034"/>
                      <a:pt x="35762" y="1034"/>
                      <a:pt x="35762" y="1034"/>
                    </a:cubicBezTo>
                    <a:cubicBezTo>
                      <a:pt x="36011" y="1230"/>
                      <a:pt x="36243" y="1453"/>
                      <a:pt x="36454" y="1696"/>
                    </a:cubicBezTo>
                    <a:lnTo>
                      <a:pt x="36311" y="1819"/>
                    </a:lnTo>
                    <a:close/>
                    <a:moveTo>
                      <a:pt x="17424" y="1767"/>
                    </a:moveTo>
                    <a:cubicBezTo>
                      <a:pt x="17217" y="1536"/>
                      <a:pt x="16989" y="1326"/>
                      <a:pt x="16746" y="1144"/>
                    </a:cubicBezTo>
                    <a:cubicBezTo>
                      <a:pt x="16859" y="994"/>
                      <a:pt x="16859" y="994"/>
                      <a:pt x="16859" y="994"/>
                    </a:cubicBezTo>
                    <a:cubicBezTo>
                      <a:pt x="17111" y="1183"/>
                      <a:pt x="17349" y="1401"/>
                      <a:pt x="17564" y="1642"/>
                    </a:cubicBezTo>
                    <a:lnTo>
                      <a:pt x="17424" y="1767"/>
                    </a:lnTo>
                    <a:close/>
                    <a:moveTo>
                      <a:pt x="11633" y="1245"/>
                    </a:moveTo>
                    <a:cubicBezTo>
                      <a:pt x="11514" y="1099"/>
                      <a:pt x="11514" y="1099"/>
                      <a:pt x="11514" y="1099"/>
                    </a:cubicBezTo>
                    <a:cubicBezTo>
                      <a:pt x="11766" y="896"/>
                      <a:pt x="12037" y="720"/>
                      <a:pt x="12319" y="576"/>
                    </a:cubicBezTo>
                    <a:cubicBezTo>
                      <a:pt x="12404" y="744"/>
                      <a:pt x="12404" y="744"/>
                      <a:pt x="12404" y="744"/>
                    </a:cubicBezTo>
                    <a:cubicBezTo>
                      <a:pt x="12134" y="882"/>
                      <a:pt x="11874" y="1050"/>
                      <a:pt x="11633" y="1245"/>
                    </a:cubicBezTo>
                    <a:close/>
                    <a:moveTo>
                      <a:pt x="188" y="1046"/>
                    </a:moveTo>
                    <a:cubicBezTo>
                      <a:pt x="0" y="1046"/>
                      <a:pt x="0" y="1046"/>
                      <a:pt x="0" y="1046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188" y="104"/>
                      <a:pt x="188" y="104"/>
                      <a:pt x="188" y="104"/>
                    </a:cubicBezTo>
                    <a:lnTo>
                      <a:pt x="188" y="1046"/>
                    </a:lnTo>
                    <a:close/>
                    <a:moveTo>
                      <a:pt x="30472" y="893"/>
                    </a:moveTo>
                    <a:cubicBezTo>
                      <a:pt x="30371" y="734"/>
                      <a:pt x="30371" y="734"/>
                      <a:pt x="30371" y="734"/>
                    </a:cubicBezTo>
                    <a:cubicBezTo>
                      <a:pt x="30643" y="562"/>
                      <a:pt x="30932" y="418"/>
                      <a:pt x="31229" y="307"/>
                    </a:cubicBezTo>
                    <a:cubicBezTo>
                      <a:pt x="31296" y="483"/>
                      <a:pt x="31296" y="483"/>
                      <a:pt x="31296" y="483"/>
                    </a:cubicBezTo>
                    <a:cubicBezTo>
                      <a:pt x="31010" y="590"/>
                      <a:pt x="30733" y="728"/>
                      <a:pt x="30472" y="893"/>
                    </a:cubicBezTo>
                    <a:close/>
                    <a:moveTo>
                      <a:pt x="34870" y="684"/>
                    </a:moveTo>
                    <a:cubicBezTo>
                      <a:pt x="34595" y="544"/>
                      <a:pt x="34306" y="433"/>
                      <a:pt x="34012" y="353"/>
                    </a:cubicBezTo>
                    <a:cubicBezTo>
                      <a:pt x="34061" y="171"/>
                      <a:pt x="34061" y="171"/>
                      <a:pt x="34061" y="171"/>
                    </a:cubicBezTo>
                    <a:cubicBezTo>
                      <a:pt x="34368" y="255"/>
                      <a:pt x="34669" y="371"/>
                      <a:pt x="34955" y="517"/>
                    </a:cubicBezTo>
                    <a:lnTo>
                      <a:pt x="34870" y="684"/>
                    </a:lnTo>
                    <a:close/>
                    <a:moveTo>
                      <a:pt x="15957" y="673"/>
                    </a:moveTo>
                    <a:cubicBezTo>
                      <a:pt x="15676" y="543"/>
                      <a:pt x="15383" y="446"/>
                      <a:pt x="15085" y="383"/>
                    </a:cubicBezTo>
                    <a:cubicBezTo>
                      <a:pt x="15124" y="199"/>
                      <a:pt x="15124" y="199"/>
                      <a:pt x="15124" y="199"/>
                    </a:cubicBezTo>
                    <a:cubicBezTo>
                      <a:pt x="15436" y="265"/>
                      <a:pt x="15742" y="366"/>
                      <a:pt x="16035" y="502"/>
                    </a:cubicBezTo>
                    <a:lnTo>
                      <a:pt x="15957" y="673"/>
                    </a:lnTo>
                    <a:close/>
                    <a:moveTo>
                      <a:pt x="13263" y="420"/>
                    </a:moveTo>
                    <a:cubicBezTo>
                      <a:pt x="13217" y="238"/>
                      <a:pt x="13217" y="238"/>
                      <a:pt x="13217" y="238"/>
                    </a:cubicBezTo>
                    <a:cubicBezTo>
                      <a:pt x="13528" y="159"/>
                      <a:pt x="13848" y="115"/>
                      <a:pt x="14168" y="109"/>
                    </a:cubicBezTo>
                    <a:cubicBezTo>
                      <a:pt x="14172" y="297"/>
                      <a:pt x="14172" y="297"/>
                      <a:pt x="14172" y="297"/>
                    </a:cubicBezTo>
                    <a:cubicBezTo>
                      <a:pt x="13866" y="303"/>
                      <a:pt x="13560" y="345"/>
                      <a:pt x="13263" y="420"/>
                    </a:cubicBezTo>
                    <a:close/>
                    <a:moveTo>
                      <a:pt x="32185" y="249"/>
                    </a:moveTo>
                    <a:cubicBezTo>
                      <a:pt x="32157" y="63"/>
                      <a:pt x="32157" y="63"/>
                      <a:pt x="32157" y="63"/>
                    </a:cubicBezTo>
                    <a:cubicBezTo>
                      <a:pt x="32472" y="15"/>
                      <a:pt x="32798" y="0"/>
                      <a:pt x="33115" y="18"/>
                    </a:cubicBezTo>
                    <a:cubicBezTo>
                      <a:pt x="33104" y="206"/>
                      <a:pt x="33104" y="206"/>
                      <a:pt x="33104" y="206"/>
                    </a:cubicBezTo>
                    <a:cubicBezTo>
                      <a:pt x="32800" y="188"/>
                      <a:pt x="32487" y="203"/>
                      <a:pt x="32185" y="24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23" name="Google Shape;823;p32"/>
            <p:cNvGrpSpPr/>
            <p:nvPr/>
          </p:nvGrpSpPr>
          <p:grpSpPr>
            <a:xfrm flipH="1">
              <a:off x="4498845" y="50639"/>
              <a:ext cx="146306" cy="261940"/>
              <a:chOff x="7419591" y="3612333"/>
              <a:chExt cx="146306" cy="261940"/>
            </a:xfrm>
          </p:grpSpPr>
          <p:sp>
            <p:nvSpPr>
              <p:cNvPr id="824" name="Google Shape;824;p32"/>
              <p:cNvSpPr/>
              <p:nvPr/>
            </p:nvSpPr>
            <p:spPr>
              <a:xfrm>
                <a:off x="7426735" y="3612333"/>
                <a:ext cx="132160" cy="26194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002" extrusionOk="0">
                    <a:moveTo>
                      <a:pt x="0" y="2644"/>
                    </a:moveTo>
                    <a:cubicBezTo>
                      <a:pt x="0" y="184"/>
                      <a:pt x="0" y="184"/>
                      <a:pt x="0" y="184"/>
                    </a:cubicBezTo>
                    <a:cubicBezTo>
                      <a:pt x="0" y="82"/>
                      <a:pt x="83" y="0"/>
                      <a:pt x="184" y="0"/>
                    </a:cubicBezTo>
                    <a:cubicBezTo>
                      <a:pt x="1323" y="0"/>
                      <a:pt x="1323" y="0"/>
                      <a:pt x="1323" y="0"/>
                    </a:cubicBezTo>
                    <a:cubicBezTo>
                      <a:pt x="1424" y="0"/>
                      <a:pt x="1507" y="82"/>
                      <a:pt x="1507" y="184"/>
                    </a:cubicBezTo>
                    <a:cubicBezTo>
                      <a:pt x="1507" y="2644"/>
                      <a:pt x="1507" y="2644"/>
                      <a:pt x="1507" y="2644"/>
                    </a:cubicBezTo>
                    <a:cubicBezTo>
                      <a:pt x="1507" y="2821"/>
                      <a:pt x="1377" y="2969"/>
                      <a:pt x="1208" y="2997"/>
                    </a:cubicBezTo>
                    <a:cubicBezTo>
                      <a:pt x="1189" y="3001"/>
                      <a:pt x="1169" y="3002"/>
                      <a:pt x="1149" y="3002"/>
                    </a:cubicBezTo>
                    <a:cubicBezTo>
                      <a:pt x="358" y="3002"/>
                      <a:pt x="358" y="3002"/>
                      <a:pt x="358" y="3002"/>
                    </a:cubicBezTo>
                    <a:cubicBezTo>
                      <a:pt x="161" y="3002"/>
                      <a:pt x="0" y="2841"/>
                      <a:pt x="0" y="2644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5" name="Google Shape;825;p32"/>
              <p:cNvSpPr/>
              <p:nvPr/>
            </p:nvSpPr>
            <p:spPr>
              <a:xfrm>
                <a:off x="7523175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283" y="0"/>
                    </a:moveTo>
                    <a:cubicBezTo>
                      <a:pt x="308" y="0"/>
                      <a:pt x="328" y="20"/>
                      <a:pt x="328" y="44"/>
                    </a:cubicBezTo>
                    <a:cubicBezTo>
                      <a:pt x="328" y="201"/>
                      <a:pt x="201" y="328"/>
                      <a:pt x="44" y="328"/>
                    </a:cubicBezTo>
                    <a:cubicBezTo>
                      <a:pt x="20" y="328"/>
                      <a:pt x="0" y="308"/>
                      <a:pt x="0" y="283"/>
                    </a:cubicBezTo>
                    <a:cubicBezTo>
                      <a:pt x="0" y="258"/>
                      <a:pt x="20" y="238"/>
                      <a:pt x="44" y="238"/>
                    </a:cubicBezTo>
                    <a:cubicBezTo>
                      <a:pt x="151" y="238"/>
                      <a:pt x="238" y="151"/>
                      <a:pt x="238" y="44"/>
                    </a:cubicBezTo>
                    <a:cubicBezTo>
                      <a:pt x="238" y="20"/>
                      <a:pt x="258" y="0"/>
                      <a:pt x="283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6" name="Google Shape;826;p32"/>
              <p:cNvSpPr/>
              <p:nvPr/>
            </p:nvSpPr>
            <p:spPr>
              <a:xfrm>
                <a:off x="7433879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45" y="0"/>
                    </a:moveTo>
                    <a:cubicBezTo>
                      <a:pt x="70" y="0"/>
                      <a:pt x="90" y="20"/>
                      <a:pt x="90" y="44"/>
                    </a:cubicBezTo>
                    <a:cubicBezTo>
                      <a:pt x="90" y="151"/>
                      <a:pt x="177" y="238"/>
                      <a:pt x="284" y="238"/>
                    </a:cubicBezTo>
                    <a:cubicBezTo>
                      <a:pt x="308" y="238"/>
                      <a:pt x="328" y="258"/>
                      <a:pt x="328" y="283"/>
                    </a:cubicBezTo>
                    <a:cubicBezTo>
                      <a:pt x="328" y="308"/>
                      <a:pt x="308" y="328"/>
                      <a:pt x="284" y="328"/>
                    </a:cubicBezTo>
                    <a:cubicBezTo>
                      <a:pt x="128" y="328"/>
                      <a:pt x="0" y="201"/>
                      <a:pt x="0" y="44"/>
                    </a:cubicBezTo>
                    <a:cubicBezTo>
                      <a:pt x="0" y="20"/>
                      <a:pt x="20" y="0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" name="Google Shape;827;p32"/>
              <p:cNvSpPr/>
              <p:nvPr/>
            </p:nvSpPr>
            <p:spPr>
              <a:xfrm>
                <a:off x="7519603" y="3619477"/>
                <a:ext cx="238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2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63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3" y="104"/>
                      <a:pt x="262" y="104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8" name="Google Shape;828;p32"/>
              <p:cNvSpPr/>
              <p:nvPr/>
            </p:nvSpPr>
            <p:spPr>
              <a:xfrm>
                <a:off x="7445785" y="3619477"/>
                <a:ext cx="226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1" y="0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62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2" y="104"/>
                      <a:pt x="261" y="104"/>
                    </a:cubicBezTo>
                    <a:cubicBezTo>
                      <a:pt x="1" y="104"/>
                      <a:pt x="1" y="104"/>
                      <a:pt x="1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" name="Google Shape;829;p32"/>
              <p:cNvSpPr/>
              <p:nvPr/>
            </p:nvSpPr>
            <p:spPr>
              <a:xfrm>
                <a:off x="7455310" y="3649243"/>
                <a:ext cx="7858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31" extrusionOk="0">
                    <a:moveTo>
                      <a:pt x="94" y="131"/>
                    </a:moveTo>
                    <a:cubicBezTo>
                      <a:pt x="33" y="80"/>
                      <a:pt x="33" y="80"/>
                      <a:pt x="33" y="80"/>
                    </a:cubicBezTo>
                    <a:cubicBezTo>
                      <a:pt x="0" y="53"/>
                      <a:pt x="19" y="0"/>
                      <a:pt x="61" y="0"/>
                    </a:cubicBezTo>
                    <a:cubicBezTo>
                      <a:pt x="840" y="0"/>
                      <a:pt x="840" y="0"/>
                      <a:pt x="840" y="0"/>
                    </a:cubicBezTo>
                    <a:cubicBezTo>
                      <a:pt x="882" y="0"/>
                      <a:pt x="901" y="53"/>
                      <a:pt x="868" y="80"/>
                    </a:cubicBezTo>
                    <a:cubicBezTo>
                      <a:pt x="807" y="131"/>
                      <a:pt x="807" y="131"/>
                      <a:pt x="807" y="131"/>
                    </a:cubicBezTo>
                    <a:lnTo>
                      <a:pt x="94" y="131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830;p32"/>
              <p:cNvSpPr/>
              <p:nvPr/>
            </p:nvSpPr>
            <p:spPr>
              <a:xfrm>
                <a:off x="7452928" y="3770686"/>
                <a:ext cx="82152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941" h="450" extrusionOk="0">
                    <a:moveTo>
                      <a:pt x="36" y="257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807" y="0"/>
                      <a:pt x="807" y="0"/>
                      <a:pt x="807" y="0"/>
                    </a:cubicBezTo>
                    <a:cubicBezTo>
                      <a:pt x="905" y="257"/>
                      <a:pt x="905" y="257"/>
                      <a:pt x="905" y="257"/>
                    </a:cubicBezTo>
                    <a:cubicBezTo>
                      <a:pt x="941" y="350"/>
                      <a:pt x="872" y="450"/>
                      <a:pt x="772" y="450"/>
                    </a:cubicBezTo>
                    <a:cubicBezTo>
                      <a:pt x="169" y="450"/>
                      <a:pt x="169" y="450"/>
                      <a:pt x="169" y="450"/>
                    </a:cubicBezTo>
                    <a:cubicBezTo>
                      <a:pt x="69" y="450"/>
                      <a:pt x="0" y="350"/>
                      <a:pt x="36" y="257"/>
                    </a:cubicBezTo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32"/>
              <p:cNvSpPr/>
              <p:nvPr/>
            </p:nvSpPr>
            <p:spPr>
              <a:xfrm>
                <a:off x="7449356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0"/>
                    </a:moveTo>
                    <a:lnTo>
                      <a:pt x="7" y="30"/>
                    </a:lnTo>
                    <a:lnTo>
                      <a:pt x="0" y="33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32"/>
              <p:cNvSpPr/>
              <p:nvPr/>
            </p:nvSpPr>
            <p:spPr>
              <a:xfrm>
                <a:off x="7449356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33"/>
                    </a:moveTo>
                    <a:lnTo>
                      <a:pt x="7" y="3"/>
                    </a:lnTo>
                    <a:lnTo>
                      <a:pt x="0" y="0"/>
                    </a:lnTo>
                    <a:lnTo>
                      <a:pt x="0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" name="Google Shape;833;p32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" name="Google Shape;834;p32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5" name="Google Shape;835;p32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6" name="Google Shape;836;p32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7" name="Google Shape;837;p32"/>
              <p:cNvSpPr/>
              <p:nvPr/>
            </p:nvSpPr>
            <p:spPr>
              <a:xfrm>
                <a:off x="7529128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151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84"/>
                      <a:pt x="112" y="84"/>
                      <a:pt x="112" y="84"/>
                    </a:cubicBezTo>
                    <a:cubicBezTo>
                      <a:pt x="157" y="84"/>
                      <a:pt x="157" y="84"/>
                      <a:pt x="157" y="84"/>
                    </a:cubicBezTo>
                    <a:cubicBezTo>
                      <a:pt x="158" y="84"/>
                      <a:pt x="158" y="85"/>
                      <a:pt x="158" y="86"/>
                    </a:cubicBezTo>
                    <a:cubicBezTo>
                      <a:pt x="158" y="187"/>
                      <a:pt x="158" y="187"/>
                      <a:pt x="158" y="187"/>
                    </a:cubicBezTo>
                    <a:cubicBezTo>
                      <a:pt x="158" y="188"/>
                      <a:pt x="158" y="188"/>
                      <a:pt x="157" y="188"/>
                    </a:cubicBezTo>
                    <a:cubicBezTo>
                      <a:pt x="112" y="188"/>
                      <a:pt x="112" y="188"/>
                      <a:pt x="112" y="188"/>
                    </a:cubicBezTo>
                    <a:cubicBezTo>
                      <a:pt x="112" y="1541"/>
                      <a:pt x="112" y="1541"/>
                      <a:pt x="112" y="1541"/>
                    </a:cubicBezTo>
                    <a:cubicBezTo>
                      <a:pt x="112" y="1542"/>
                      <a:pt x="112" y="1542"/>
                      <a:pt x="112" y="1542"/>
                    </a:cubicBezTo>
                    <a:cubicBezTo>
                      <a:pt x="112" y="1685"/>
                      <a:pt x="112" y="1685"/>
                      <a:pt x="112" y="1685"/>
                    </a:cubicBezTo>
                    <a:cubicBezTo>
                      <a:pt x="95" y="1678"/>
                      <a:pt x="95" y="1678"/>
                      <a:pt x="95" y="1678"/>
                    </a:cubicBezTo>
                    <a:cubicBezTo>
                      <a:pt x="41" y="2107"/>
                      <a:pt x="41" y="2107"/>
                      <a:pt x="41" y="2107"/>
                    </a:cubicBezTo>
                    <a:cubicBezTo>
                      <a:pt x="43" y="2130"/>
                      <a:pt x="40" y="2154"/>
                      <a:pt x="32" y="2175"/>
                    </a:cubicBezTo>
                    <a:cubicBezTo>
                      <a:pt x="32" y="2175"/>
                      <a:pt x="32" y="2175"/>
                      <a:pt x="32" y="2175"/>
                    </a:cubicBezTo>
                    <a:cubicBezTo>
                      <a:pt x="0" y="2373"/>
                      <a:pt x="4" y="2615"/>
                      <a:pt x="21" y="2833"/>
                    </a:cubicBezTo>
                    <a:cubicBezTo>
                      <a:pt x="107" y="2814"/>
                      <a:pt x="171" y="2736"/>
                      <a:pt x="171" y="2644"/>
                    </a:cubicBezTo>
                    <a:cubicBezTo>
                      <a:pt x="171" y="2620"/>
                      <a:pt x="191" y="2600"/>
                      <a:pt x="216" y="2600"/>
                    </a:cubicBezTo>
                    <a:cubicBezTo>
                      <a:pt x="241" y="2600"/>
                      <a:pt x="261" y="2620"/>
                      <a:pt x="261" y="2644"/>
                    </a:cubicBezTo>
                    <a:cubicBezTo>
                      <a:pt x="261" y="2783"/>
                      <a:pt x="160" y="2899"/>
                      <a:pt x="28" y="2923"/>
                    </a:cubicBezTo>
                    <a:cubicBezTo>
                      <a:pt x="31" y="2948"/>
                      <a:pt x="33" y="2973"/>
                      <a:pt x="36" y="2997"/>
                    </a:cubicBezTo>
                    <a:cubicBezTo>
                      <a:pt x="205" y="2969"/>
                      <a:pt x="335" y="2821"/>
                      <a:pt x="335" y="2644"/>
                    </a:cubicBezTo>
                    <a:cubicBezTo>
                      <a:pt x="335" y="184"/>
                      <a:pt x="335" y="184"/>
                      <a:pt x="335" y="184"/>
                    </a:cubicBezTo>
                    <a:cubicBezTo>
                      <a:pt x="335" y="82"/>
                      <a:pt x="252" y="0"/>
                      <a:pt x="15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" name="Google Shape;838;p32"/>
              <p:cNvSpPr/>
              <p:nvPr/>
            </p:nvSpPr>
            <p:spPr>
              <a:xfrm>
                <a:off x="7538653" y="3619477"/>
                <a:ext cx="47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" h="104" extrusionOk="0">
                    <a:moveTo>
                      <a:pt x="4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6" y="104"/>
                      <a:pt x="46" y="104"/>
                      <a:pt x="46" y="103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6" y="1"/>
                      <a:pt x="46" y="0"/>
                      <a:pt x="45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9" name="Google Shape;839;p32"/>
              <p:cNvSpPr/>
              <p:nvPr/>
            </p:nvSpPr>
            <p:spPr>
              <a:xfrm>
                <a:off x="7532700" y="3795688"/>
                <a:ext cx="0" cy="5953"/>
              </a:xfrm>
              <a:custGeom>
                <a:avLst/>
                <a:gdLst/>
                <a:ahLst/>
                <a:cxnLst/>
                <a:rect l="l" t="t" r="r" b="b"/>
                <a:pathLst>
                  <a:path w="11" h="68" extrusionOk="0">
                    <a:moveTo>
                      <a:pt x="0" y="0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47"/>
                      <a:pt x="0" y="23"/>
                      <a:pt x="0" y="0"/>
                    </a:cubicBezTo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32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" name="Google Shape;841;p32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" name="Google Shape;842;p32"/>
              <p:cNvSpPr/>
              <p:nvPr/>
            </p:nvSpPr>
            <p:spPr>
              <a:xfrm>
                <a:off x="7426735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223" y="0"/>
                    </a:moveTo>
                    <a:cubicBezTo>
                      <a:pt x="184" y="0"/>
                      <a:pt x="184" y="0"/>
                      <a:pt x="184" y="0"/>
                    </a:cubicBezTo>
                    <a:cubicBezTo>
                      <a:pt x="83" y="0"/>
                      <a:pt x="0" y="82"/>
                      <a:pt x="0" y="184"/>
                    </a:cubicBezTo>
                    <a:cubicBezTo>
                      <a:pt x="0" y="2644"/>
                      <a:pt x="0" y="2644"/>
                      <a:pt x="0" y="2644"/>
                    </a:cubicBezTo>
                    <a:cubicBezTo>
                      <a:pt x="0" y="2821"/>
                      <a:pt x="130" y="2969"/>
                      <a:pt x="299" y="2997"/>
                    </a:cubicBezTo>
                    <a:cubicBezTo>
                      <a:pt x="302" y="2973"/>
                      <a:pt x="304" y="2949"/>
                      <a:pt x="307" y="2923"/>
                    </a:cubicBezTo>
                    <a:cubicBezTo>
                      <a:pt x="174" y="2900"/>
                      <a:pt x="72" y="2784"/>
                      <a:pt x="72" y="2644"/>
                    </a:cubicBezTo>
                    <a:cubicBezTo>
                      <a:pt x="72" y="2620"/>
                      <a:pt x="92" y="2600"/>
                      <a:pt x="117" y="2600"/>
                    </a:cubicBezTo>
                    <a:cubicBezTo>
                      <a:pt x="142" y="2600"/>
                      <a:pt x="162" y="2620"/>
                      <a:pt x="162" y="2644"/>
                    </a:cubicBezTo>
                    <a:cubicBezTo>
                      <a:pt x="162" y="2737"/>
                      <a:pt x="227" y="2815"/>
                      <a:pt x="314" y="2834"/>
                    </a:cubicBezTo>
                    <a:cubicBezTo>
                      <a:pt x="331" y="2615"/>
                      <a:pt x="335" y="2373"/>
                      <a:pt x="303" y="2175"/>
                    </a:cubicBezTo>
                    <a:cubicBezTo>
                      <a:pt x="223" y="1541"/>
                      <a:pt x="223" y="1541"/>
                      <a:pt x="223" y="1541"/>
                    </a:cubicBezTo>
                    <a:cubicBezTo>
                      <a:pt x="223" y="188"/>
                      <a:pt x="223" y="188"/>
                      <a:pt x="223" y="188"/>
                    </a:cubicBezTo>
                    <a:cubicBezTo>
                      <a:pt x="208" y="188"/>
                      <a:pt x="208" y="188"/>
                      <a:pt x="208" y="188"/>
                    </a:cubicBezTo>
                    <a:cubicBezTo>
                      <a:pt x="208" y="188"/>
                      <a:pt x="207" y="188"/>
                      <a:pt x="207" y="187"/>
                    </a:cubicBezTo>
                    <a:cubicBezTo>
                      <a:pt x="207" y="86"/>
                      <a:pt x="207" y="86"/>
                      <a:pt x="207" y="86"/>
                    </a:cubicBezTo>
                    <a:cubicBezTo>
                      <a:pt x="207" y="85"/>
                      <a:pt x="208" y="84"/>
                      <a:pt x="208" y="84"/>
                    </a:cubicBezTo>
                    <a:cubicBezTo>
                      <a:pt x="223" y="84"/>
                      <a:pt x="223" y="84"/>
                      <a:pt x="223" y="84"/>
                    </a:cubicBezTo>
                    <a:cubicBezTo>
                      <a:pt x="223" y="0"/>
                      <a:pt x="223" y="0"/>
                      <a:pt x="223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" name="Google Shape;843;p32"/>
              <p:cNvSpPr/>
              <p:nvPr/>
            </p:nvSpPr>
            <p:spPr>
              <a:xfrm>
                <a:off x="7445785" y="3619477"/>
                <a:ext cx="11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04" extrusionOk="0">
                    <a:moveTo>
                      <a:pt x="16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1" y="104"/>
                      <a:pt x="1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" name="Google Shape;844;p32"/>
              <p:cNvSpPr/>
              <p:nvPr/>
            </p:nvSpPr>
            <p:spPr>
              <a:xfrm>
                <a:off x="7545797" y="3780211"/>
                <a:ext cx="20100" cy="156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5" name="Google Shape;845;p32"/>
              <p:cNvSpPr/>
              <p:nvPr/>
            </p:nvSpPr>
            <p:spPr>
              <a:xfrm>
                <a:off x="7419591" y="3780211"/>
                <a:ext cx="20100" cy="156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356420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1625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35"/>
          <p:cNvSpPr txBox="1">
            <a:spLocks noGrp="1"/>
          </p:cNvSpPr>
          <p:nvPr>
            <p:ph type="title"/>
          </p:nvPr>
        </p:nvSpPr>
        <p:spPr>
          <a:xfrm>
            <a:off x="1397800" y="431800"/>
            <a:ext cx="93964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83171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T Serif"/>
              <a:buNone/>
              <a:defRPr sz="33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T Serif"/>
              <a:buNone/>
              <a:defRPr sz="33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T Serif"/>
              <a:buNone/>
              <a:defRPr sz="33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T Serif"/>
              <a:buNone/>
              <a:defRPr sz="33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T Serif"/>
              <a:buNone/>
              <a:defRPr sz="33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T Serif"/>
              <a:buNone/>
              <a:defRPr sz="33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T Serif"/>
              <a:buNone/>
              <a:defRPr sz="33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T Serif"/>
              <a:buNone/>
              <a:defRPr sz="33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T Serif"/>
              <a:buNone/>
              <a:defRPr sz="330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Char char="●"/>
              <a:defRPr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Char char="○"/>
              <a:defRPr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Char char="■"/>
              <a:defRPr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Char char="●"/>
              <a:defRPr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Char char="○"/>
              <a:defRPr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Char char="■"/>
              <a:defRPr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Char char="●"/>
              <a:defRPr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Char char="○"/>
              <a:defRPr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Char char="■"/>
              <a:defRPr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626966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  <p:sldLayoutId id="2147483701" r:id="rId29"/>
    <p:sldLayoutId id="2147483702" r:id="rId30"/>
    <p:sldLayoutId id="2147483703" r:id="rId3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33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848" name="Google Shape;848;p33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024420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5" r:id="rId1"/>
    <p:sldLayoutId id="2147483706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29808" y="2134357"/>
            <a:ext cx="4902760" cy="5790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56" name="Google Shape;856;p36"/>
          <p:cNvSpPr/>
          <p:nvPr/>
        </p:nvSpPr>
        <p:spPr>
          <a:xfrm rot="7196160">
            <a:off x="13017024" y="185794"/>
            <a:ext cx="133859" cy="894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7" name="Google Shape;857;p36"/>
          <p:cNvGrpSpPr/>
          <p:nvPr/>
        </p:nvGrpSpPr>
        <p:grpSpPr>
          <a:xfrm>
            <a:off x="-410456" y="1254802"/>
            <a:ext cx="13029176" cy="4627838"/>
            <a:chOff x="-307842" y="941101"/>
            <a:chExt cx="9592690" cy="2733165"/>
          </a:xfrm>
        </p:grpSpPr>
        <p:grpSp>
          <p:nvGrpSpPr>
            <p:cNvPr id="858" name="Google Shape;858;p36"/>
            <p:cNvGrpSpPr/>
            <p:nvPr/>
          </p:nvGrpSpPr>
          <p:grpSpPr>
            <a:xfrm rot="-5400000" flipH="1">
              <a:off x="5610582" y="0"/>
              <a:ext cx="2205000" cy="5143533"/>
              <a:chOff x="5361007" y="0"/>
              <a:chExt cx="2205000" cy="5143533"/>
            </a:xfrm>
          </p:grpSpPr>
          <p:sp>
            <p:nvSpPr>
              <p:cNvPr id="859" name="Google Shape;859;p36"/>
              <p:cNvSpPr/>
              <p:nvPr/>
            </p:nvSpPr>
            <p:spPr>
              <a:xfrm>
                <a:off x="5361007" y="0"/>
                <a:ext cx="2205000" cy="5143533"/>
              </a:xfrm>
              <a:custGeom>
                <a:avLst/>
                <a:gdLst/>
                <a:ahLst/>
                <a:cxnLst/>
                <a:rect l="l" t="t" r="r" b="b"/>
                <a:pathLst>
                  <a:path w="25278" h="58999" extrusionOk="0">
                    <a:moveTo>
                      <a:pt x="23139" y="19105"/>
                    </a:moveTo>
                    <a:cubicBezTo>
                      <a:pt x="21760" y="17726"/>
                      <a:pt x="19926" y="16966"/>
                      <a:pt x="17975" y="16966"/>
                    </a:cubicBezTo>
                    <a:cubicBezTo>
                      <a:pt x="16024" y="16966"/>
                      <a:pt x="14190" y="17726"/>
                      <a:pt x="12811" y="19105"/>
                    </a:cubicBezTo>
                    <a:cubicBezTo>
                      <a:pt x="11431" y="20484"/>
                      <a:pt x="10672" y="22318"/>
                      <a:pt x="10672" y="24269"/>
                    </a:cubicBezTo>
                    <a:cubicBezTo>
                      <a:pt x="10672" y="33510"/>
                      <a:pt x="10672" y="33510"/>
                      <a:pt x="10672" y="33510"/>
                    </a:cubicBezTo>
                    <a:cubicBezTo>
                      <a:pt x="10672" y="35367"/>
                      <a:pt x="9161" y="36878"/>
                      <a:pt x="7303" y="36878"/>
                    </a:cubicBezTo>
                    <a:cubicBezTo>
                      <a:pt x="5446" y="36878"/>
                      <a:pt x="3935" y="35367"/>
                      <a:pt x="3935" y="33510"/>
                    </a:cubicBezTo>
                    <a:cubicBezTo>
                      <a:pt x="3935" y="0"/>
                      <a:pt x="3935" y="0"/>
                      <a:pt x="393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3510"/>
                      <a:pt x="0" y="33510"/>
                      <a:pt x="0" y="33510"/>
                    </a:cubicBezTo>
                    <a:cubicBezTo>
                      <a:pt x="0" y="35461"/>
                      <a:pt x="760" y="37295"/>
                      <a:pt x="2139" y="38674"/>
                    </a:cubicBezTo>
                    <a:cubicBezTo>
                      <a:pt x="3519" y="40053"/>
                      <a:pt x="5353" y="40813"/>
                      <a:pt x="7303" y="40813"/>
                    </a:cubicBezTo>
                    <a:cubicBezTo>
                      <a:pt x="9254" y="40813"/>
                      <a:pt x="11088" y="40053"/>
                      <a:pt x="12467" y="38674"/>
                    </a:cubicBezTo>
                    <a:cubicBezTo>
                      <a:pt x="13847" y="37295"/>
                      <a:pt x="14606" y="35461"/>
                      <a:pt x="14606" y="33510"/>
                    </a:cubicBezTo>
                    <a:cubicBezTo>
                      <a:pt x="14606" y="24269"/>
                      <a:pt x="14606" y="24269"/>
                      <a:pt x="14606" y="24269"/>
                    </a:cubicBezTo>
                    <a:cubicBezTo>
                      <a:pt x="14606" y="22412"/>
                      <a:pt x="16117" y="20901"/>
                      <a:pt x="17975" y="20901"/>
                    </a:cubicBezTo>
                    <a:cubicBezTo>
                      <a:pt x="19832" y="20901"/>
                      <a:pt x="21343" y="22412"/>
                      <a:pt x="21343" y="24269"/>
                    </a:cubicBezTo>
                    <a:cubicBezTo>
                      <a:pt x="21343" y="58999"/>
                      <a:pt x="21343" y="58999"/>
                      <a:pt x="21343" y="58999"/>
                    </a:cubicBezTo>
                    <a:cubicBezTo>
                      <a:pt x="25278" y="58999"/>
                      <a:pt x="25278" y="58999"/>
                      <a:pt x="25278" y="58999"/>
                    </a:cubicBezTo>
                    <a:cubicBezTo>
                      <a:pt x="25278" y="24269"/>
                      <a:pt x="25278" y="24269"/>
                      <a:pt x="25278" y="24269"/>
                    </a:cubicBezTo>
                    <a:cubicBezTo>
                      <a:pt x="25278" y="22318"/>
                      <a:pt x="24518" y="20484"/>
                      <a:pt x="23139" y="19105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60" name="Google Shape;860;p36"/>
              <p:cNvGrpSpPr/>
              <p:nvPr/>
            </p:nvGrpSpPr>
            <p:grpSpPr>
              <a:xfrm>
                <a:off x="5527694" y="85724"/>
                <a:ext cx="1872857" cy="4968432"/>
                <a:chOff x="5527694" y="85724"/>
                <a:chExt cx="1872857" cy="4968432"/>
              </a:xfrm>
            </p:grpSpPr>
            <p:sp>
              <p:nvSpPr>
                <p:cNvPr id="861" name="Google Shape;861;p36"/>
                <p:cNvSpPr/>
                <p:nvPr/>
              </p:nvSpPr>
              <p:spPr>
                <a:xfrm>
                  <a:off x="6452807" y="1643052"/>
                  <a:ext cx="947744" cy="34111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4" h="39135" extrusionOk="0">
                      <a:moveTo>
                        <a:pt x="10854" y="39135"/>
                      </a:moveTo>
                      <a:cubicBezTo>
                        <a:pt x="10616" y="39135"/>
                        <a:pt x="10616" y="39135"/>
                        <a:pt x="10616" y="39135"/>
                      </a:cubicBezTo>
                      <a:cubicBezTo>
                        <a:pt x="10616" y="37989"/>
                        <a:pt x="10616" y="37989"/>
                        <a:pt x="10616" y="37989"/>
                      </a:cubicBezTo>
                      <a:cubicBezTo>
                        <a:pt x="10854" y="37989"/>
                        <a:pt x="10854" y="37989"/>
                        <a:pt x="10854" y="37989"/>
                      </a:cubicBezTo>
                      <a:lnTo>
                        <a:pt x="10854" y="39135"/>
                      </a:lnTo>
                      <a:close/>
                      <a:moveTo>
                        <a:pt x="10854" y="37254"/>
                      </a:moveTo>
                      <a:cubicBezTo>
                        <a:pt x="10616" y="37254"/>
                        <a:pt x="10616" y="37254"/>
                        <a:pt x="10616" y="37254"/>
                      </a:cubicBezTo>
                      <a:cubicBezTo>
                        <a:pt x="10616" y="36108"/>
                        <a:pt x="10616" y="36108"/>
                        <a:pt x="10616" y="36108"/>
                      </a:cubicBezTo>
                      <a:cubicBezTo>
                        <a:pt x="10854" y="36108"/>
                        <a:pt x="10854" y="36108"/>
                        <a:pt x="10854" y="36108"/>
                      </a:cubicBezTo>
                      <a:lnTo>
                        <a:pt x="10854" y="37254"/>
                      </a:lnTo>
                      <a:close/>
                      <a:moveTo>
                        <a:pt x="10854" y="35374"/>
                      </a:moveTo>
                      <a:cubicBezTo>
                        <a:pt x="10616" y="35374"/>
                        <a:pt x="10616" y="35374"/>
                        <a:pt x="10616" y="35374"/>
                      </a:cubicBezTo>
                      <a:cubicBezTo>
                        <a:pt x="10616" y="34228"/>
                        <a:pt x="10616" y="34228"/>
                        <a:pt x="10616" y="34228"/>
                      </a:cubicBezTo>
                      <a:cubicBezTo>
                        <a:pt x="10854" y="34228"/>
                        <a:pt x="10854" y="34228"/>
                        <a:pt x="10854" y="34228"/>
                      </a:cubicBezTo>
                      <a:lnTo>
                        <a:pt x="10854" y="35374"/>
                      </a:lnTo>
                      <a:close/>
                      <a:moveTo>
                        <a:pt x="10854" y="33493"/>
                      </a:moveTo>
                      <a:cubicBezTo>
                        <a:pt x="10616" y="33493"/>
                        <a:pt x="10616" y="33493"/>
                        <a:pt x="10616" y="33493"/>
                      </a:cubicBezTo>
                      <a:cubicBezTo>
                        <a:pt x="10616" y="32347"/>
                        <a:pt x="10616" y="32347"/>
                        <a:pt x="10616" y="32347"/>
                      </a:cubicBezTo>
                      <a:cubicBezTo>
                        <a:pt x="10854" y="32347"/>
                        <a:pt x="10854" y="32347"/>
                        <a:pt x="10854" y="32347"/>
                      </a:cubicBezTo>
                      <a:lnTo>
                        <a:pt x="10854" y="33493"/>
                      </a:lnTo>
                      <a:close/>
                      <a:moveTo>
                        <a:pt x="10854" y="31613"/>
                      </a:moveTo>
                      <a:cubicBezTo>
                        <a:pt x="10616" y="31613"/>
                        <a:pt x="10616" y="31613"/>
                        <a:pt x="10616" y="31613"/>
                      </a:cubicBezTo>
                      <a:cubicBezTo>
                        <a:pt x="10616" y="30467"/>
                        <a:pt x="10616" y="30467"/>
                        <a:pt x="10616" y="30467"/>
                      </a:cubicBezTo>
                      <a:cubicBezTo>
                        <a:pt x="10854" y="30467"/>
                        <a:pt x="10854" y="30467"/>
                        <a:pt x="10854" y="30467"/>
                      </a:cubicBezTo>
                      <a:lnTo>
                        <a:pt x="10854" y="31613"/>
                      </a:lnTo>
                      <a:close/>
                      <a:moveTo>
                        <a:pt x="10854" y="29732"/>
                      </a:moveTo>
                      <a:cubicBezTo>
                        <a:pt x="10616" y="29732"/>
                        <a:pt x="10616" y="29732"/>
                        <a:pt x="10616" y="29732"/>
                      </a:cubicBezTo>
                      <a:cubicBezTo>
                        <a:pt x="10616" y="28587"/>
                        <a:pt x="10616" y="28587"/>
                        <a:pt x="10616" y="28587"/>
                      </a:cubicBezTo>
                      <a:cubicBezTo>
                        <a:pt x="10854" y="28587"/>
                        <a:pt x="10854" y="28587"/>
                        <a:pt x="10854" y="28587"/>
                      </a:cubicBezTo>
                      <a:lnTo>
                        <a:pt x="10854" y="29732"/>
                      </a:lnTo>
                      <a:close/>
                      <a:moveTo>
                        <a:pt x="10854" y="27852"/>
                      </a:moveTo>
                      <a:cubicBezTo>
                        <a:pt x="10616" y="27852"/>
                        <a:pt x="10616" y="27852"/>
                        <a:pt x="10616" y="27852"/>
                      </a:cubicBezTo>
                      <a:cubicBezTo>
                        <a:pt x="10616" y="26706"/>
                        <a:pt x="10616" y="26706"/>
                        <a:pt x="10616" y="26706"/>
                      </a:cubicBezTo>
                      <a:cubicBezTo>
                        <a:pt x="10854" y="26706"/>
                        <a:pt x="10854" y="26706"/>
                        <a:pt x="10854" y="26706"/>
                      </a:cubicBezTo>
                      <a:lnTo>
                        <a:pt x="10854" y="27852"/>
                      </a:lnTo>
                      <a:close/>
                      <a:moveTo>
                        <a:pt x="10854" y="25971"/>
                      </a:moveTo>
                      <a:cubicBezTo>
                        <a:pt x="10616" y="25971"/>
                        <a:pt x="10616" y="25971"/>
                        <a:pt x="10616" y="25971"/>
                      </a:cubicBezTo>
                      <a:cubicBezTo>
                        <a:pt x="10616" y="24826"/>
                        <a:pt x="10616" y="24826"/>
                        <a:pt x="10616" y="24826"/>
                      </a:cubicBezTo>
                      <a:cubicBezTo>
                        <a:pt x="10854" y="24826"/>
                        <a:pt x="10854" y="24826"/>
                        <a:pt x="10854" y="24826"/>
                      </a:cubicBezTo>
                      <a:lnTo>
                        <a:pt x="10854" y="25971"/>
                      </a:lnTo>
                      <a:close/>
                      <a:moveTo>
                        <a:pt x="10854" y="24091"/>
                      </a:moveTo>
                      <a:cubicBezTo>
                        <a:pt x="10616" y="24091"/>
                        <a:pt x="10616" y="24091"/>
                        <a:pt x="10616" y="24091"/>
                      </a:cubicBezTo>
                      <a:cubicBezTo>
                        <a:pt x="10616" y="22945"/>
                        <a:pt x="10616" y="22945"/>
                        <a:pt x="10616" y="22945"/>
                      </a:cubicBezTo>
                      <a:cubicBezTo>
                        <a:pt x="10854" y="22945"/>
                        <a:pt x="10854" y="22945"/>
                        <a:pt x="10854" y="22945"/>
                      </a:cubicBezTo>
                      <a:lnTo>
                        <a:pt x="10854" y="24091"/>
                      </a:lnTo>
                      <a:close/>
                      <a:moveTo>
                        <a:pt x="10854" y="22210"/>
                      </a:moveTo>
                      <a:cubicBezTo>
                        <a:pt x="10616" y="22210"/>
                        <a:pt x="10616" y="22210"/>
                        <a:pt x="10616" y="22210"/>
                      </a:cubicBezTo>
                      <a:cubicBezTo>
                        <a:pt x="10616" y="21065"/>
                        <a:pt x="10616" y="21065"/>
                        <a:pt x="10616" y="21065"/>
                      </a:cubicBezTo>
                      <a:cubicBezTo>
                        <a:pt x="10854" y="21065"/>
                        <a:pt x="10854" y="21065"/>
                        <a:pt x="10854" y="21065"/>
                      </a:cubicBezTo>
                      <a:lnTo>
                        <a:pt x="10854" y="22210"/>
                      </a:lnTo>
                      <a:close/>
                      <a:moveTo>
                        <a:pt x="10854" y="20330"/>
                      </a:moveTo>
                      <a:cubicBezTo>
                        <a:pt x="10616" y="20330"/>
                        <a:pt x="10616" y="20330"/>
                        <a:pt x="10616" y="20330"/>
                      </a:cubicBezTo>
                      <a:cubicBezTo>
                        <a:pt x="10616" y="19184"/>
                        <a:pt x="10616" y="19184"/>
                        <a:pt x="10616" y="19184"/>
                      </a:cubicBezTo>
                      <a:cubicBezTo>
                        <a:pt x="10854" y="19184"/>
                        <a:pt x="10854" y="19184"/>
                        <a:pt x="10854" y="19184"/>
                      </a:cubicBezTo>
                      <a:lnTo>
                        <a:pt x="10854" y="20330"/>
                      </a:lnTo>
                      <a:close/>
                      <a:moveTo>
                        <a:pt x="10854" y="18450"/>
                      </a:moveTo>
                      <a:cubicBezTo>
                        <a:pt x="10616" y="18450"/>
                        <a:pt x="10616" y="18450"/>
                        <a:pt x="10616" y="18450"/>
                      </a:cubicBezTo>
                      <a:cubicBezTo>
                        <a:pt x="10616" y="17304"/>
                        <a:pt x="10616" y="17304"/>
                        <a:pt x="10616" y="17304"/>
                      </a:cubicBezTo>
                      <a:cubicBezTo>
                        <a:pt x="10854" y="17304"/>
                        <a:pt x="10854" y="17304"/>
                        <a:pt x="10854" y="17304"/>
                      </a:cubicBezTo>
                      <a:lnTo>
                        <a:pt x="10854" y="18450"/>
                      </a:lnTo>
                      <a:close/>
                      <a:moveTo>
                        <a:pt x="10854" y="16569"/>
                      </a:moveTo>
                      <a:cubicBezTo>
                        <a:pt x="10616" y="16569"/>
                        <a:pt x="10616" y="16569"/>
                        <a:pt x="10616" y="16569"/>
                      </a:cubicBezTo>
                      <a:cubicBezTo>
                        <a:pt x="10616" y="15423"/>
                        <a:pt x="10616" y="15423"/>
                        <a:pt x="10616" y="15423"/>
                      </a:cubicBezTo>
                      <a:cubicBezTo>
                        <a:pt x="10854" y="15423"/>
                        <a:pt x="10854" y="15423"/>
                        <a:pt x="10854" y="15423"/>
                      </a:cubicBezTo>
                      <a:lnTo>
                        <a:pt x="10854" y="16569"/>
                      </a:lnTo>
                      <a:close/>
                      <a:moveTo>
                        <a:pt x="10854" y="14689"/>
                      </a:moveTo>
                      <a:cubicBezTo>
                        <a:pt x="10616" y="14689"/>
                        <a:pt x="10616" y="14689"/>
                        <a:pt x="10616" y="14689"/>
                      </a:cubicBezTo>
                      <a:cubicBezTo>
                        <a:pt x="10616" y="13543"/>
                        <a:pt x="10616" y="13543"/>
                        <a:pt x="10616" y="13543"/>
                      </a:cubicBezTo>
                      <a:cubicBezTo>
                        <a:pt x="10854" y="13543"/>
                        <a:pt x="10854" y="13543"/>
                        <a:pt x="10854" y="13543"/>
                      </a:cubicBezTo>
                      <a:lnTo>
                        <a:pt x="10854" y="14689"/>
                      </a:lnTo>
                      <a:close/>
                      <a:moveTo>
                        <a:pt x="10854" y="12808"/>
                      </a:moveTo>
                      <a:cubicBezTo>
                        <a:pt x="10616" y="12808"/>
                        <a:pt x="10616" y="12808"/>
                        <a:pt x="10616" y="12808"/>
                      </a:cubicBezTo>
                      <a:cubicBezTo>
                        <a:pt x="10616" y="11662"/>
                        <a:pt x="10616" y="11662"/>
                        <a:pt x="10616" y="11662"/>
                      </a:cubicBezTo>
                      <a:cubicBezTo>
                        <a:pt x="10854" y="11662"/>
                        <a:pt x="10854" y="11662"/>
                        <a:pt x="10854" y="11662"/>
                      </a:cubicBezTo>
                      <a:lnTo>
                        <a:pt x="10854" y="12808"/>
                      </a:lnTo>
                      <a:close/>
                      <a:moveTo>
                        <a:pt x="10854" y="10928"/>
                      </a:moveTo>
                      <a:cubicBezTo>
                        <a:pt x="10616" y="10928"/>
                        <a:pt x="10616" y="10928"/>
                        <a:pt x="10616" y="10928"/>
                      </a:cubicBezTo>
                      <a:cubicBezTo>
                        <a:pt x="10616" y="9782"/>
                        <a:pt x="10616" y="9782"/>
                        <a:pt x="10616" y="9782"/>
                      </a:cubicBezTo>
                      <a:cubicBezTo>
                        <a:pt x="10854" y="9782"/>
                        <a:pt x="10854" y="9782"/>
                        <a:pt x="10854" y="9782"/>
                      </a:cubicBezTo>
                      <a:lnTo>
                        <a:pt x="10854" y="10928"/>
                      </a:lnTo>
                      <a:close/>
                      <a:moveTo>
                        <a:pt x="10854" y="9047"/>
                      </a:moveTo>
                      <a:cubicBezTo>
                        <a:pt x="10616" y="9047"/>
                        <a:pt x="10616" y="9047"/>
                        <a:pt x="10616" y="9047"/>
                      </a:cubicBezTo>
                      <a:cubicBezTo>
                        <a:pt x="10616" y="7901"/>
                        <a:pt x="10616" y="7901"/>
                        <a:pt x="10616" y="7901"/>
                      </a:cubicBezTo>
                      <a:cubicBezTo>
                        <a:pt x="10854" y="7901"/>
                        <a:pt x="10854" y="7901"/>
                        <a:pt x="10854" y="7901"/>
                      </a:cubicBezTo>
                      <a:lnTo>
                        <a:pt x="10854" y="9047"/>
                      </a:lnTo>
                      <a:close/>
                      <a:moveTo>
                        <a:pt x="238" y="8863"/>
                      </a:moveTo>
                      <a:cubicBezTo>
                        <a:pt x="0" y="8863"/>
                        <a:pt x="0" y="8863"/>
                        <a:pt x="0" y="8863"/>
                      </a:cubicBezTo>
                      <a:cubicBezTo>
                        <a:pt x="0" y="7718"/>
                        <a:pt x="0" y="7718"/>
                        <a:pt x="0" y="7718"/>
                      </a:cubicBezTo>
                      <a:cubicBezTo>
                        <a:pt x="238" y="7718"/>
                        <a:pt x="238" y="7718"/>
                        <a:pt x="238" y="7718"/>
                      </a:cubicBezTo>
                      <a:lnTo>
                        <a:pt x="238" y="8863"/>
                      </a:lnTo>
                      <a:close/>
                      <a:moveTo>
                        <a:pt x="10854" y="7167"/>
                      </a:moveTo>
                      <a:cubicBezTo>
                        <a:pt x="10616" y="7167"/>
                        <a:pt x="10616" y="7167"/>
                        <a:pt x="10616" y="7167"/>
                      </a:cubicBezTo>
                      <a:cubicBezTo>
                        <a:pt x="10616" y="6021"/>
                        <a:pt x="10616" y="6021"/>
                        <a:pt x="10616" y="6021"/>
                      </a:cubicBezTo>
                      <a:cubicBezTo>
                        <a:pt x="10854" y="6021"/>
                        <a:pt x="10854" y="6021"/>
                        <a:pt x="10854" y="6021"/>
                      </a:cubicBezTo>
                      <a:lnTo>
                        <a:pt x="10854" y="7167"/>
                      </a:lnTo>
                      <a:close/>
                      <a:moveTo>
                        <a:pt x="238" y="6983"/>
                      </a:moveTo>
                      <a:cubicBezTo>
                        <a:pt x="0" y="6983"/>
                        <a:pt x="0" y="6983"/>
                        <a:pt x="0" y="6983"/>
                      </a:cubicBezTo>
                      <a:cubicBezTo>
                        <a:pt x="0" y="5837"/>
                        <a:pt x="0" y="5837"/>
                        <a:pt x="0" y="5837"/>
                      </a:cubicBezTo>
                      <a:cubicBezTo>
                        <a:pt x="238" y="5837"/>
                        <a:pt x="238" y="5837"/>
                        <a:pt x="238" y="5837"/>
                      </a:cubicBezTo>
                      <a:lnTo>
                        <a:pt x="238" y="6983"/>
                      </a:lnTo>
                      <a:close/>
                      <a:moveTo>
                        <a:pt x="10614" y="5290"/>
                      </a:moveTo>
                      <a:cubicBezTo>
                        <a:pt x="10603" y="4915"/>
                        <a:pt x="10552" y="4543"/>
                        <a:pt x="10462" y="4182"/>
                      </a:cubicBezTo>
                      <a:cubicBezTo>
                        <a:pt x="10694" y="4125"/>
                        <a:pt x="10694" y="4125"/>
                        <a:pt x="10694" y="4125"/>
                      </a:cubicBezTo>
                      <a:cubicBezTo>
                        <a:pt x="10788" y="4502"/>
                        <a:pt x="10841" y="4892"/>
                        <a:pt x="10852" y="5283"/>
                      </a:cubicBezTo>
                      <a:lnTo>
                        <a:pt x="10614" y="5290"/>
                      </a:lnTo>
                      <a:close/>
                      <a:moveTo>
                        <a:pt x="249" y="5110"/>
                      </a:moveTo>
                      <a:cubicBezTo>
                        <a:pt x="11" y="5095"/>
                        <a:pt x="11" y="5095"/>
                        <a:pt x="11" y="5095"/>
                      </a:cubicBezTo>
                      <a:cubicBezTo>
                        <a:pt x="35" y="4705"/>
                        <a:pt x="102" y="4317"/>
                        <a:pt x="209" y="3943"/>
                      </a:cubicBezTo>
                      <a:cubicBezTo>
                        <a:pt x="438" y="4009"/>
                        <a:pt x="438" y="4009"/>
                        <a:pt x="438" y="4009"/>
                      </a:cubicBezTo>
                      <a:cubicBezTo>
                        <a:pt x="336" y="4366"/>
                        <a:pt x="272" y="4737"/>
                        <a:pt x="249" y="5110"/>
                      </a:cubicBezTo>
                      <a:close/>
                      <a:moveTo>
                        <a:pt x="10241" y="3500"/>
                      </a:moveTo>
                      <a:cubicBezTo>
                        <a:pt x="10101" y="3154"/>
                        <a:pt x="9924" y="2823"/>
                        <a:pt x="9713" y="2514"/>
                      </a:cubicBezTo>
                      <a:cubicBezTo>
                        <a:pt x="9910" y="2380"/>
                        <a:pt x="9910" y="2380"/>
                        <a:pt x="9910" y="2380"/>
                      </a:cubicBezTo>
                      <a:cubicBezTo>
                        <a:pt x="10130" y="2702"/>
                        <a:pt x="10316" y="3049"/>
                        <a:pt x="10462" y="3410"/>
                      </a:cubicBezTo>
                      <a:lnTo>
                        <a:pt x="10241" y="3500"/>
                      </a:lnTo>
                      <a:close/>
                      <a:moveTo>
                        <a:pt x="683" y="3335"/>
                      </a:moveTo>
                      <a:cubicBezTo>
                        <a:pt x="465" y="3238"/>
                        <a:pt x="465" y="3238"/>
                        <a:pt x="465" y="3238"/>
                      </a:cubicBezTo>
                      <a:cubicBezTo>
                        <a:pt x="624" y="2882"/>
                        <a:pt x="821" y="2542"/>
                        <a:pt x="1053" y="2227"/>
                      </a:cubicBezTo>
                      <a:cubicBezTo>
                        <a:pt x="1245" y="2369"/>
                        <a:pt x="1245" y="2369"/>
                        <a:pt x="1245" y="2369"/>
                      </a:cubicBezTo>
                      <a:cubicBezTo>
                        <a:pt x="1023" y="2670"/>
                        <a:pt x="835" y="2995"/>
                        <a:pt x="683" y="3335"/>
                      </a:cubicBezTo>
                      <a:close/>
                      <a:moveTo>
                        <a:pt x="9268" y="1951"/>
                      </a:moveTo>
                      <a:cubicBezTo>
                        <a:pt x="9017" y="1675"/>
                        <a:pt x="8735" y="1426"/>
                        <a:pt x="8432" y="1210"/>
                      </a:cubicBezTo>
                      <a:cubicBezTo>
                        <a:pt x="8570" y="1015"/>
                        <a:pt x="8570" y="1015"/>
                        <a:pt x="8570" y="1015"/>
                      </a:cubicBezTo>
                      <a:cubicBezTo>
                        <a:pt x="8888" y="1241"/>
                        <a:pt x="9182" y="1502"/>
                        <a:pt x="9444" y="1791"/>
                      </a:cubicBezTo>
                      <a:lnTo>
                        <a:pt x="9268" y="1951"/>
                      </a:lnTo>
                      <a:close/>
                      <a:moveTo>
                        <a:pt x="1709" y="1822"/>
                      </a:moveTo>
                      <a:cubicBezTo>
                        <a:pt x="1538" y="1655"/>
                        <a:pt x="1538" y="1655"/>
                        <a:pt x="1538" y="1655"/>
                      </a:cubicBezTo>
                      <a:cubicBezTo>
                        <a:pt x="1810" y="1376"/>
                        <a:pt x="2113" y="1125"/>
                        <a:pt x="2438" y="910"/>
                      </a:cubicBezTo>
                      <a:cubicBezTo>
                        <a:pt x="2570" y="1109"/>
                        <a:pt x="2570" y="1109"/>
                        <a:pt x="2570" y="1109"/>
                      </a:cubicBezTo>
                      <a:cubicBezTo>
                        <a:pt x="2259" y="1314"/>
                        <a:pt x="1969" y="1554"/>
                        <a:pt x="1709" y="1822"/>
                      </a:cubicBezTo>
                      <a:close/>
                      <a:moveTo>
                        <a:pt x="7820" y="835"/>
                      </a:moveTo>
                      <a:cubicBezTo>
                        <a:pt x="7489" y="663"/>
                        <a:pt x="7139" y="526"/>
                        <a:pt x="6779" y="429"/>
                      </a:cubicBezTo>
                      <a:cubicBezTo>
                        <a:pt x="6841" y="199"/>
                        <a:pt x="6841" y="199"/>
                        <a:pt x="6841" y="199"/>
                      </a:cubicBezTo>
                      <a:cubicBezTo>
                        <a:pt x="7217" y="301"/>
                        <a:pt x="7584" y="443"/>
                        <a:pt x="7930" y="624"/>
                      </a:cubicBezTo>
                      <a:lnTo>
                        <a:pt x="7820" y="835"/>
                      </a:lnTo>
                      <a:close/>
                      <a:moveTo>
                        <a:pt x="3194" y="755"/>
                      </a:moveTo>
                      <a:cubicBezTo>
                        <a:pt x="3091" y="540"/>
                        <a:pt x="3091" y="540"/>
                        <a:pt x="3091" y="540"/>
                      </a:cubicBezTo>
                      <a:cubicBezTo>
                        <a:pt x="3444" y="372"/>
                        <a:pt x="3815" y="242"/>
                        <a:pt x="4195" y="154"/>
                      </a:cubicBezTo>
                      <a:cubicBezTo>
                        <a:pt x="4249" y="386"/>
                        <a:pt x="4249" y="386"/>
                        <a:pt x="4249" y="386"/>
                      </a:cubicBezTo>
                      <a:cubicBezTo>
                        <a:pt x="3886" y="470"/>
                        <a:pt x="3531" y="594"/>
                        <a:pt x="3194" y="755"/>
                      </a:cubicBezTo>
                      <a:close/>
                      <a:moveTo>
                        <a:pt x="6075" y="292"/>
                      </a:moveTo>
                      <a:cubicBezTo>
                        <a:pt x="5707" y="246"/>
                        <a:pt x="5327" y="239"/>
                        <a:pt x="4957" y="273"/>
                      </a:cubicBezTo>
                      <a:cubicBezTo>
                        <a:pt x="4936" y="35"/>
                        <a:pt x="4936" y="35"/>
                        <a:pt x="4936" y="35"/>
                      </a:cubicBezTo>
                      <a:cubicBezTo>
                        <a:pt x="5322" y="0"/>
                        <a:pt x="5720" y="7"/>
                        <a:pt x="6105" y="55"/>
                      </a:cubicBezTo>
                      <a:lnTo>
                        <a:pt x="6075" y="292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t" anchorCtr="0">
                  <a:noAutofit/>
                </a:bodyPr>
                <a:lstStyle/>
                <a:p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2" name="Google Shape;862;p36"/>
                <p:cNvSpPr/>
                <p:nvPr/>
              </p:nvSpPr>
              <p:spPr>
                <a:xfrm>
                  <a:off x="6452807" y="2480056"/>
                  <a:ext cx="21300" cy="798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t" anchorCtr="0">
                  <a:noAutofit/>
                </a:bodyPr>
                <a:lstStyle/>
                <a:p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3" name="Google Shape;863;p36"/>
                <p:cNvSpPr/>
                <p:nvPr/>
              </p:nvSpPr>
              <p:spPr>
                <a:xfrm>
                  <a:off x="5527694" y="2624121"/>
                  <a:ext cx="946550" cy="7977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4" h="9149" extrusionOk="0">
                      <a:moveTo>
                        <a:pt x="5427" y="9149"/>
                      </a:moveTo>
                      <a:cubicBezTo>
                        <a:pt x="5283" y="9149"/>
                        <a:pt x="5137" y="9143"/>
                        <a:pt x="4994" y="9132"/>
                      </a:cubicBezTo>
                      <a:cubicBezTo>
                        <a:pt x="5012" y="8894"/>
                        <a:pt x="5012" y="8894"/>
                        <a:pt x="5012" y="8894"/>
                      </a:cubicBezTo>
                      <a:cubicBezTo>
                        <a:pt x="5385" y="8923"/>
                        <a:pt x="5766" y="8913"/>
                        <a:pt x="6135" y="8863"/>
                      </a:cubicBezTo>
                      <a:cubicBezTo>
                        <a:pt x="6167" y="9099"/>
                        <a:pt x="6167" y="9099"/>
                        <a:pt x="6167" y="9099"/>
                      </a:cubicBezTo>
                      <a:cubicBezTo>
                        <a:pt x="5924" y="9132"/>
                        <a:pt x="5675" y="9149"/>
                        <a:pt x="5427" y="9149"/>
                      </a:cubicBezTo>
                      <a:close/>
                      <a:moveTo>
                        <a:pt x="4248" y="9020"/>
                      </a:moveTo>
                      <a:cubicBezTo>
                        <a:pt x="3865" y="8936"/>
                        <a:pt x="3491" y="8809"/>
                        <a:pt x="3135" y="8643"/>
                      </a:cubicBezTo>
                      <a:cubicBezTo>
                        <a:pt x="3236" y="8427"/>
                        <a:pt x="3236" y="8427"/>
                        <a:pt x="3236" y="8427"/>
                      </a:cubicBezTo>
                      <a:cubicBezTo>
                        <a:pt x="3576" y="8585"/>
                        <a:pt x="3934" y="8707"/>
                        <a:pt x="4300" y="8788"/>
                      </a:cubicBezTo>
                      <a:lnTo>
                        <a:pt x="4248" y="9020"/>
                      </a:lnTo>
                      <a:close/>
                      <a:moveTo>
                        <a:pt x="6905" y="8945"/>
                      </a:moveTo>
                      <a:cubicBezTo>
                        <a:pt x="6841" y="8716"/>
                        <a:pt x="6841" y="8716"/>
                        <a:pt x="6841" y="8716"/>
                      </a:cubicBezTo>
                      <a:cubicBezTo>
                        <a:pt x="7201" y="8614"/>
                        <a:pt x="7551" y="8472"/>
                        <a:pt x="7881" y="8294"/>
                      </a:cubicBezTo>
                      <a:cubicBezTo>
                        <a:pt x="7994" y="8504"/>
                        <a:pt x="7994" y="8504"/>
                        <a:pt x="7994" y="8504"/>
                      </a:cubicBezTo>
                      <a:cubicBezTo>
                        <a:pt x="7649" y="8690"/>
                        <a:pt x="7282" y="8839"/>
                        <a:pt x="6905" y="8945"/>
                      </a:cubicBezTo>
                      <a:close/>
                      <a:moveTo>
                        <a:pt x="2476" y="8277"/>
                      </a:moveTo>
                      <a:cubicBezTo>
                        <a:pt x="2147" y="8064"/>
                        <a:pt x="1841" y="7814"/>
                        <a:pt x="1565" y="7535"/>
                      </a:cubicBezTo>
                      <a:cubicBezTo>
                        <a:pt x="1735" y="7367"/>
                        <a:pt x="1735" y="7367"/>
                        <a:pt x="1735" y="7367"/>
                      </a:cubicBezTo>
                      <a:cubicBezTo>
                        <a:pt x="1999" y="7634"/>
                        <a:pt x="2292" y="7873"/>
                        <a:pt x="2606" y="8077"/>
                      </a:cubicBezTo>
                      <a:lnTo>
                        <a:pt x="2476" y="8277"/>
                      </a:lnTo>
                      <a:close/>
                      <a:moveTo>
                        <a:pt x="8632" y="8102"/>
                      </a:moveTo>
                      <a:cubicBezTo>
                        <a:pt x="8491" y="7910"/>
                        <a:pt x="8491" y="7910"/>
                        <a:pt x="8491" y="7910"/>
                      </a:cubicBezTo>
                      <a:cubicBezTo>
                        <a:pt x="8793" y="7689"/>
                        <a:pt x="9072" y="7434"/>
                        <a:pt x="9320" y="7152"/>
                      </a:cubicBezTo>
                      <a:cubicBezTo>
                        <a:pt x="9499" y="7310"/>
                        <a:pt x="9499" y="7310"/>
                        <a:pt x="9499" y="7310"/>
                      </a:cubicBezTo>
                      <a:cubicBezTo>
                        <a:pt x="9239" y="7604"/>
                        <a:pt x="8947" y="7871"/>
                        <a:pt x="8632" y="8102"/>
                      </a:cubicBezTo>
                      <a:close/>
                      <a:moveTo>
                        <a:pt x="1074" y="6964"/>
                      </a:moveTo>
                      <a:cubicBezTo>
                        <a:pt x="839" y="6649"/>
                        <a:pt x="639" y="6309"/>
                        <a:pt x="478" y="5952"/>
                      </a:cubicBezTo>
                      <a:cubicBezTo>
                        <a:pt x="695" y="5854"/>
                        <a:pt x="695" y="5854"/>
                        <a:pt x="695" y="5854"/>
                      </a:cubicBezTo>
                      <a:cubicBezTo>
                        <a:pt x="849" y="6195"/>
                        <a:pt x="1041" y="6520"/>
                        <a:pt x="1265" y="6821"/>
                      </a:cubicBezTo>
                      <a:lnTo>
                        <a:pt x="1074" y="6964"/>
                      </a:lnTo>
                      <a:close/>
                      <a:moveTo>
                        <a:pt x="9957" y="6712"/>
                      </a:moveTo>
                      <a:cubicBezTo>
                        <a:pt x="9758" y="6580"/>
                        <a:pt x="9758" y="6580"/>
                        <a:pt x="9758" y="6580"/>
                      </a:cubicBezTo>
                      <a:cubicBezTo>
                        <a:pt x="9965" y="6267"/>
                        <a:pt x="10138" y="5931"/>
                        <a:pt x="10272" y="5582"/>
                      </a:cubicBezTo>
                      <a:cubicBezTo>
                        <a:pt x="10495" y="5667"/>
                        <a:pt x="10495" y="5667"/>
                        <a:pt x="10495" y="5667"/>
                      </a:cubicBezTo>
                      <a:cubicBezTo>
                        <a:pt x="10355" y="6033"/>
                        <a:pt x="10174" y="6384"/>
                        <a:pt x="9957" y="6712"/>
                      </a:cubicBezTo>
                      <a:close/>
                      <a:moveTo>
                        <a:pt x="216" y="5245"/>
                      </a:moveTo>
                      <a:cubicBezTo>
                        <a:pt x="107" y="4869"/>
                        <a:pt x="38" y="4480"/>
                        <a:pt x="12" y="4088"/>
                      </a:cubicBezTo>
                      <a:cubicBezTo>
                        <a:pt x="250" y="4072"/>
                        <a:pt x="250" y="4072"/>
                        <a:pt x="250" y="4072"/>
                      </a:cubicBezTo>
                      <a:cubicBezTo>
                        <a:pt x="275" y="4447"/>
                        <a:pt x="341" y="4819"/>
                        <a:pt x="445" y="5178"/>
                      </a:cubicBezTo>
                      <a:lnTo>
                        <a:pt x="216" y="5245"/>
                      </a:lnTo>
                      <a:close/>
                      <a:moveTo>
                        <a:pt x="10716" y="4946"/>
                      </a:moveTo>
                      <a:cubicBezTo>
                        <a:pt x="10483" y="4892"/>
                        <a:pt x="10483" y="4892"/>
                        <a:pt x="10483" y="4892"/>
                      </a:cubicBezTo>
                      <a:cubicBezTo>
                        <a:pt x="10567" y="4529"/>
                        <a:pt x="10612" y="4153"/>
                        <a:pt x="10616" y="3777"/>
                      </a:cubicBezTo>
                      <a:cubicBezTo>
                        <a:pt x="10854" y="3780"/>
                        <a:pt x="10854" y="3780"/>
                        <a:pt x="10854" y="3780"/>
                      </a:cubicBezTo>
                      <a:cubicBezTo>
                        <a:pt x="10850" y="4173"/>
                        <a:pt x="10803" y="4565"/>
                        <a:pt x="10716" y="4946"/>
                      </a:cubicBezTo>
                      <a:close/>
                      <a:moveTo>
                        <a:pt x="238" y="3343"/>
                      </a:moveTo>
                      <a:cubicBezTo>
                        <a:pt x="0" y="3343"/>
                        <a:pt x="0" y="3343"/>
                        <a:pt x="0" y="3343"/>
                      </a:cubicBezTo>
                      <a:cubicBezTo>
                        <a:pt x="0" y="2191"/>
                        <a:pt x="0" y="2191"/>
                        <a:pt x="0" y="2191"/>
                      </a:cubicBezTo>
                      <a:cubicBezTo>
                        <a:pt x="238" y="2191"/>
                        <a:pt x="238" y="2191"/>
                        <a:pt x="238" y="2191"/>
                      </a:cubicBezTo>
                      <a:lnTo>
                        <a:pt x="238" y="3343"/>
                      </a:lnTo>
                      <a:close/>
                      <a:moveTo>
                        <a:pt x="10854" y="3040"/>
                      </a:moveTo>
                      <a:cubicBezTo>
                        <a:pt x="10616" y="3040"/>
                        <a:pt x="10616" y="3040"/>
                        <a:pt x="10616" y="3040"/>
                      </a:cubicBezTo>
                      <a:cubicBezTo>
                        <a:pt x="10616" y="1889"/>
                        <a:pt x="10616" y="1889"/>
                        <a:pt x="10616" y="1889"/>
                      </a:cubicBezTo>
                      <a:cubicBezTo>
                        <a:pt x="10854" y="1889"/>
                        <a:pt x="10854" y="1889"/>
                        <a:pt x="10854" y="1889"/>
                      </a:cubicBezTo>
                      <a:lnTo>
                        <a:pt x="10854" y="3040"/>
                      </a:lnTo>
                      <a:close/>
                      <a:moveTo>
                        <a:pt x="238" y="1453"/>
                      </a:moveTo>
                      <a:cubicBezTo>
                        <a:pt x="0" y="1453"/>
                        <a:pt x="0" y="1453"/>
                        <a:pt x="0" y="1453"/>
                      </a:cubicBezTo>
                      <a:cubicBezTo>
                        <a:pt x="0" y="302"/>
                        <a:pt x="0" y="302"/>
                        <a:pt x="0" y="302"/>
                      </a:cubicBezTo>
                      <a:cubicBezTo>
                        <a:pt x="238" y="302"/>
                        <a:pt x="238" y="302"/>
                        <a:pt x="238" y="302"/>
                      </a:cubicBezTo>
                      <a:lnTo>
                        <a:pt x="238" y="1453"/>
                      </a:lnTo>
                      <a:close/>
                      <a:moveTo>
                        <a:pt x="10854" y="1151"/>
                      </a:moveTo>
                      <a:cubicBezTo>
                        <a:pt x="10616" y="1151"/>
                        <a:pt x="10616" y="1151"/>
                        <a:pt x="10616" y="1151"/>
                      </a:cubicBezTo>
                      <a:cubicBezTo>
                        <a:pt x="10616" y="0"/>
                        <a:pt x="10616" y="0"/>
                        <a:pt x="10616" y="0"/>
                      </a:cubicBezTo>
                      <a:cubicBezTo>
                        <a:pt x="10854" y="0"/>
                        <a:pt x="10854" y="0"/>
                        <a:pt x="10854" y="0"/>
                      </a:cubicBezTo>
                      <a:lnTo>
                        <a:pt x="10854" y="115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t" anchorCtr="0">
                  <a:noAutofit/>
                </a:bodyPr>
                <a:lstStyle/>
                <a:p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4" name="Google Shape;864;p36"/>
                <p:cNvSpPr/>
                <p:nvPr/>
              </p:nvSpPr>
              <p:spPr>
                <a:xfrm>
                  <a:off x="5527694" y="2513394"/>
                  <a:ext cx="20100" cy="72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t" anchorCtr="0">
                  <a:noAutofit/>
                </a:bodyPr>
                <a:lstStyle/>
                <a:p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5" name="Google Shape;865;p36"/>
                <p:cNvSpPr/>
                <p:nvPr/>
              </p:nvSpPr>
              <p:spPr>
                <a:xfrm>
                  <a:off x="5527694" y="85724"/>
                  <a:ext cx="20241" cy="23645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" h="1986" extrusionOk="0">
                      <a:moveTo>
                        <a:pt x="17" y="1986"/>
                      </a:moveTo>
                      <a:lnTo>
                        <a:pt x="0" y="1986"/>
                      </a:lnTo>
                      <a:lnTo>
                        <a:pt x="0" y="1903"/>
                      </a:lnTo>
                      <a:lnTo>
                        <a:pt x="17" y="1903"/>
                      </a:lnTo>
                      <a:lnTo>
                        <a:pt x="17" y="1986"/>
                      </a:lnTo>
                      <a:close/>
                      <a:moveTo>
                        <a:pt x="17" y="1850"/>
                      </a:moveTo>
                      <a:lnTo>
                        <a:pt x="0" y="1850"/>
                      </a:lnTo>
                      <a:lnTo>
                        <a:pt x="0" y="1767"/>
                      </a:lnTo>
                      <a:lnTo>
                        <a:pt x="17" y="1767"/>
                      </a:lnTo>
                      <a:lnTo>
                        <a:pt x="17" y="1850"/>
                      </a:lnTo>
                      <a:close/>
                      <a:moveTo>
                        <a:pt x="17" y="1714"/>
                      </a:moveTo>
                      <a:lnTo>
                        <a:pt x="0" y="1714"/>
                      </a:lnTo>
                      <a:lnTo>
                        <a:pt x="0" y="1632"/>
                      </a:lnTo>
                      <a:lnTo>
                        <a:pt x="17" y="1632"/>
                      </a:lnTo>
                      <a:lnTo>
                        <a:pt x="17" y="1714"/>
                      </a:lnTo>
                      <a:close/>
                      <a:moveTo>
                        <a:pt x="17" y="1578"/>
                      </a:moveTo>
                      <a:lnTo>
                        <a:pt x="0" y="1578"/>
                      </a:lnTo>
                      <a:lnTo>
                        <a:pt x="0" y="1496"/>
                      </a:lnTo>
                      <a:lnTo>
                        <a:pt x="17" y="1496"/>
                      </a:lnTo>
                      <a:lnTo>
                        <a:pt x="17" y="1578"/>
                      </a:lnTo>
                      <a:close/>
                      <a:moveTo>
                        <a:pt x="17" y="1442"/>
                      </a:moveTo>
                      <a:lnTo>
                        <a:pt x="0" y="1442"/>
                      </a:lnTo>
                      <a:lnTo>
                        <a:pt x="0" y="1360"/>
                      </a:lnTo>
                      <a:lnTo>
                        <a:pt x="17" y="1360"/>
                      </a:lnTo>
                      <a:lnTo>
                        <a:pt x="17" y="1442"/>
                      </a:lnTo>
                      <a:close/>
                      <a:moveTo>
                        <a:pt x="17" y="1306"/>
                      </a:moveTo>
                      <a:lnTo>
                        <a:pt x="0" y="1306"/>
                      </a:lnTo>
                      <a:lnTo>
                        <a:pt x="0" y="1224"/>
                      </a:lnTo>
                      <a:lnTo>
                        <a:pt x="17" y="1224"/>
                      </a:lnTo>
                      <a:lnTo>
                        <a:pt x="17" y="1306"/>
                      </a:lnTo>
                      <a:close/>
                      <a:moveTo>
                        <a:pt x="17" y="1171"/>
                      </a:moveTo>
                      <a:lnTo>
                        <a:pt x="0" y="1171"/>
                      </a:lnTo>
                      <a:lnTo>
                        <a:pt x="0" y="1088"/>
                      </a:lnTo>
                      <a:lnTo>
                        <a:pt x="17" y="1088"/>
                      </a:lnTo>
                      <a:lnTo>
                        <a:pt x="17" y="1171"/>
                      </a:lnTo>
                      <a:close/>
                      <a:moveTo>
                        <a:pt x="17" y="1035"/>
                      </a:moveTo>
                      <a:lnTo>
                        <a:pt x="0" y="1035"/>
                      </a:lnTo>
                      <a:lnTo>
                        <a:pt x="0" y="952"/>
                      </a:lnTo>
                      <a:lnTo>
                        <a:pt x="17" y="952"/>
                      </a:lnTo>
                      <a:lnTo>
                        <a:pt x="17" y="1035"/>
                      </a:lnTo>
                      <a:close/>
                      <a:moveTo>
                        <a:pt x="17" y="899"/>
                      </a:moveTo>
                      <a:lnTo>
                        <a:pt x="0" y="899"/>
                      </a:lnTo>
                      <a:lnTo>
                        <a:pt x="0" y="816"/>
                      </a:lnTo>
                      <a:lnTo>
                        <a:pt x="17" y="816"/>
                      </a:lnTo>
                      <a:lnTo>
                        <a:pt x="17" y="899"/>
                      </a:lnTo>
                      <a:close/>
                      <a:moveTo>
                        <a:pt x="17" y="763"/>
                      </a:moveTo>
                      <a:lnTo>
                        <a:pt x="0" y="763"/>
                      </a:lnTo>
                      <a:lnTo>
                        <a:pt x="0" y="680"/>
                      </a:lnTo>
                      <a:lnTo>
                        <a:pt x="17" y="680"/>
                      </a:lnTo>
                      <a:lnTo>
                        <a:pt x="17" y="763"/>
                      </a:lnTo>
                      <a:close/>
                      <a:moveTo>
                        <a:pt x="17" y="627"/>
                      </a:moveTo>
                      <a:lnTo>
                        <a:pt x="0" y="627"/>
                      </a:lnTo>
                      <a:lnTo>
                        <a:pt x="0" y="544"/>
                      </a:lnTo>
                      <a:lnTo>
                        <a:pt x="17" y="544"/>
                      </a:lnTo>
                      <a:lnTo>
                        <a:pt x="17" y="627"/>
                      </a:lnTo>
                      <a:close/>
                      <a:moveTo>
                        <a:pt x="17" y="491"/>
                      </a:moveTo>
                      <a:lnTo>
                        <a:pt x="0" y="491"/>
                      </a:lnTo>
                      <a:lnTo>
                        <a:pt x="0" y="408"/>
                      </a:lnTo>
                      <a:lnTo>
                        <a:pt x="17" y="408"/>
                      </a:lnTo>
                      <a:lnTo>
                        <a:pt x="17" y="491"/>
                      </a:lnTo>
                      <a:close/>
                      <a:moveTo>
                        <a:pt x="17" y="355"/>
                      </a:moveTo>
                      <a:lnTo>
                        <a:pt x="0" y="355"/>
                      </a:lnTo>
                      <a:lnTo>
                        <a:pt x="0" y="272"/>
                      </a:lnTo>
                      <a:lnTo>
                        <a:pt x="17" y="272"/>
                      </a:lnTo>
                      <a:lnTo>
                        <a:pt x="17" y="355"/>
                      </a:lnTo>
                      <a:close/>
                      <a:moveTo>
                        <a:pt x="17" y="219"/>
                      </a:moveTo>
                      <a:lnTo>
                        <a:pt x="0" y="219"/>
                      </a:lnTo>
                      <a:lnTo>
                        <a:pt x="0" y="136"/>
                      </a:lnTo>
                      <a:lnTo>
                        <a:pt x="17" y="136"/>
                      </a:lnTo>
                      <a:lnTo>
                        <a:pt x="17" y="219"/>
                      </a:lnTo>
                      <a:close/>
                      <a:moveTo>
                        <a:pt x="17" y="83"/>
                      </a:moveTo>
                      <a:lnTo>
                        <a:pt x="0" y="83"/>
                      </a:lnTo>
                      <a:lnTo>
                        <a:pt x="0" y="0"/>
                      </a:lnTo>
                      <a:lnTo>
                        <a:pt x="17" y="0"/>
                      </a:lnTo>
                      <a:lnTo>
                        <a:pt x="17" y="8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121900" tIns="60933" rIns="121900" bIns="60933" anchor="t" anchorCtr="0">
                  <a:noAutofit/>
                </a:bodyPr>
                <a:lstStyle/>
                <a:p>
                  <a:endParaRPr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66" name="Google Shape;866;p36"/>
            <p:cNvGrpSpPr/>
            <p:nvPr/>
          </p:nvGrpSpPr>
          <p:grpSpPr>
            <a:xfrm>
              <a:off x="-307842" y="1455367"/>
              <a:ext cx="850500" cy="342000"/>
              <a:chOff x="-307842" y="1455367"/>
              <a:chExt cx="850500" cy="342000"/>
            </a:xfrm>
          </p:grpSpPr>
          <p:sp>
            <p:nvSpPr>
              <p:cNvPr id="867" name="Google Shape;867;p36"/>
              <p:cNvSpPr/>
              <p:nvPr/>
            </p:nvSpPr>
            <p:spPr>
              <a:xfrm>
                <a:off x="-307842" y="1455367"/>
                <a:ext cx="850500" cy="342000"/>
              </a:xfrm>
              <a:prstGeom prst="roundRect">
                <a:avLst>
                  <a:gd name="adj" fmla="val 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cxnSp>
            <p:nvCxnSpPr>
              <p:cNvPr id="868" name="Google Shape;868;p36"/>
              <p:cNvCxnSpPr/>
              <p:nvPr/>
            </p:nvCxnSpPr>
            <p:spPr>
              <a:xfrm>
                <a:off x="-307842" y="1626367"/>
                <a:ext cx="850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869" name="Google Shape;869;p36"/>
            <p:cNvGrpSpPr/>
            <p:nvPr/>
          </p:nvGrpSpPr>
          <p:grpSpPr>
            <a:xfrm rot="-5400000" flipH="1">
              <a:off x="7992059" y="3456137"/>
              <a:ext cx="146306" cy="261940"/>
              <a:chOff x="7419591" y="3612333"/>
              <a:chExt cx="146306" cy="261940"/>
            </a:xfrm>
          </p:grpSpPr>
          <p:sp>
            <p:nvSpPr>
              <p:cNvPr id="870" name="Google Shape;870;p36"/>
              <p:cNvSpPr/>
              <p:nvPr/>
            </p:nvSpPr>
            <p:spPr>
              <a:xfrm>
                <a:off x="7426735" y="3612333"/>
                <a:ext cx="132160" cy="26194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002" extrusionOk="0">
                    <a:moveTo>
                      <a:pt x="0" y="2644"/>
                    </a:moveTo>
                    <a:cubicBezTo>
                      <a:pt x="0" y="184"/>
                      <a:pt x="0" y="184"/>
                      <a:pt x="0" y="184"/>
                    </a:cubicBezTo>
                    <a:cubicBezTo>
                      <a:pt x="0" y="82"/>
                      <a:pt x="83" y="0"/>
                      <a:pt x="184" y="0"/>
                    </a:cubicBezTo>
                    <a:cubicBezTo>
                      <a:pt x="1323" y="0"/>
                      <a:pt x="1323" y="0"/>
                      <a:pt x="1323" y="0"/>
                    </a:cubicBezTo>
                    <a:cubicBezTo>
                      <a:pt x="1424" y="0"/>
                      <a:pt x="1507" y="82"/>
                      <a:pt x="1507" y="184"/>
                    </a:cubicBezTo>
                    <a:cubicBezTo>
                      <a:pt x="1507" y="2644"/>
                      <a:pt x="1507" y="2644"/>
                      <a:pt x="1507" y="2644"/>
                    </a:cubicBezTo>
                    <a:cubicBezTo>
                      <a:pt x="1507" y="2821"/>
                      <a:pt x="1377" y="2969"/>
                      <a:pt x="1208" y="2997"/>
                    </a:cubicBezTo>
                    <a:cubicBezTo>
                      <a:pt x="1189" y="3001"/>
                      <a:pt x="1169" y="3002"/>
                      <a:pt x="1149" y="3002"/>
                    </a:cubicBezTo>
                    <a:cubicBezTo>
                      <a:pt x="358" y="3002"/>
                      <a:pt x="358" y="3002"/>
                      <a:pt x="358" y="3002"/>
                    </a:cubicBezTo>
                    <a:cubicBezTo>
                      <a:pt x="161" y="3002"/>
                      <a:pt x="0" y="2841"/>
                      <a:pt x="0" y="2644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1" name="Google Shape;871;p36"/>
              <p:cNvSpPr/>
              <p:nvPr/>
            </p:nvSpPr>
            <p:spPr>
              <a:xfrm>
                <a:off x="7523175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283" y="0"/>
                    </a:moveTo>
                    <a:cubicBezTo>
                      <a:pt x="308" y="0"/>
                      <a:pt x="328" y="20"/>
                      <a:pt x="328" y="44"/>
                    </a:cubicBezTo>
                    <a:cubicBezTo>
                      <a:pt x="328" y="201"/>
                      <a:pt x="201" y="328"/>
                      <a:pt x="44" y="328"/>
                    </a:cubicBezTo>
                    <a:cubicBezTo>
                      <a:pt x="20" y="328"/>
                      <a:pt x="0" y="308"/>
                      <a:pt x="0" y="283"/>
                    </a:cubicBezTo>
                    <a:cubicBezTo>
                      <a:pt x="0" y="258"/>
                      <a:pt x="20" y="238"/>
                      <a:pt x="44" y="238"/>
                    </a:cubicBezTo>
                    <a:cubicBezTo>
                      <a:pt x="151" y="238"/>
                      <a:pt x="238" y="151"/>
                      <a:pt x="238" y="44"/>
                    </a:cubicBezTo>
                    <a:cubicBezTo>
                      <a:pt x="238" y="20"/>
                      <a:pt x="258" y="0"/>
                      <a:pt x="283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2" name="Google Shape;872;p36"/>
              <p:cNvSpPr/>
              <p:nvPr/>
            </p:nvSpPr>
            <p:spPr>
              <a:xfrm>
                <a:off x="7433879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45" y="0"/>
                    </a:moveTo>
                    <a:cubicBezTo>
                      <a:pt x="70" y="0"/>
                      <a:pt x="90" y="20"/>
                      <a:pt x="90" y="44"/>
                    </a:cubicBezTo>
                    <a:cubicBezTo>
                      <a:pt x="90" y="151"/>
                      <a:pt x="177" y="238"/>
                      <a:pt x="284" y="238"/>
                    </a:cubicBezTo>
                    <a:cubicBezTo>
                      <a:pt x="308" y="238"/>
                      <a:pt x="328" y="258"/>
                      <a:pt x="328" y="283"/>
                    </a:cubicBezTo>
                    <a:cubicBezTo>
                      <a:pt x="328" y="308"/>
                      <a:pt x="308" y="328"/>
                      <a:pt x="284" y="328"/>
                    </a:cubicBezTo>
                    <a:cubicBezTo>
                      <a:pt x="128" y="328"/>
                      <a:pt x="0" y="201"/>
                      <a:pt x="0" y="44"/>
                    </a:cubicBezTo>
                    <a:cubicBezTo>
                      <a:pt x="0" y="20"/>
                      <a:pt x="20" y="0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" name="Google Shape;873;p36"/>
              <p:cNvSpPr/>
              <p:nvPr/>
            </p:nvSpPr>
            <p:spPr>
              <a:xfrm>
                <a:off x="7519603" y="3619477"/>
                <a:ext cx="238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2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63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3" y="104"/>
                      <a:pt x="262" y="104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" name="Google Shape;874;p36"/>
              <p:cNvSpPr/>
              <p:nvPr/>
            </p:nvSpPr>
            <p:spPr>
              <a:xfrm>
                <a:off x="7445785" y="3619477"/>
                <a:ext cx="226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1" y="0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62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2" y="104"/>
                      <a:pt x="261" y="104"/>
                    </a:cubicBezTo>
                    <a:cubicBezTo>
                      <a:pt x="1" y="104"/>
                      <a:pt x="1" y="104"/>
                      <a:pt x="1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" name="Google Shape;875;p36"/>
              <p:cNvSpPr/>
              <p:nvPr/>
            </p:nvSpPr>
            <p:spPr>
              <a:xfrm>
                <a:off x="7455310" y="3649243"/>
                <a:ext cx="7858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31" extrusionOk="0">
                    <a:moveTo>
                      <a:pt x="94" y="131"/>
                    </a:moveTo>
                    <a:cubicBezTo>
                      <a:pt x="33" y="80"/>
                      <a:pt x="33" y="80"/>
                      <a:pt x="33" y="80"/>
                    </a:cubicBezTo>
                    <a:cubicBezTo>
                      <a:pt x="0" y="53"/>
                      <a:pt x="19" y="0"/>
                      <a:pt x="61" y="0"/>
                    </a:cubicBezTo>
                    <a:cubicBezTo>
                      <a:pt x="840" y="0"/>
                      <a:pt x="840" y="0"/>
                      <a:pt x="840" y="0"/>
                    </a:cubicBezTo>
                    <a:cubicBezTo>
                      <a:pt x="882" y="0"/>
                      <a:pt x="901" y="53"/>
                      <a:pt x="868" y="80"/>
                    </a:cubicBezTo>
                    <a:cubicBezTo>
                      <a:pt x="807" y="131"/>
                      <a:pt x="807" y="131"/>
                      <a:pt x="807" y="131"/>
                    </a:cubicBezTo>
                    <a:lnTo>
                      <a:pt x="94" y="131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" name="Google Shape;876;p36"/>
              <p:cNvSpPr/>
              <p:nvPr/>
            </p:nvSpPr>
            <p:spPr>
              <a:xfrm>
                <a:off x="7452928" y="3770686"/>
                <a:ext cx="82152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941" h="450" extrusionOk="0">
                    <a:moveTo>
                      <a:pt x="36" y="257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807" y="0"/>
                      <a:pt x="807" y="0"/>
                      <a:pt x="807" y="0"/>
                    </a:cubicBezTo>
                    <a:cubicBezTo>
                      <a:pt x="905" y="257"/>
                      <a:pt x="905" y="257"/>
                      <a:pt x="905" y="257"/>
                    </a:cubicBezTo>
                    <a:cubicBezTo>
                      <a:pt x="941" y="350"/>
                      <a:pt x="872" y="450"/>
                      <a:pt x="772" y="450"/>
                    </a:cubicBezTo>
                    <a:cubicBezTo>
                      <a:pt x="169" y="450"/>
                      <a:pt x="169" y="450"/>
                      <a:pt x="169" y="450"/>
                    </a:cubicBezTo>
                    <a:cubicBezTo>
                      <a:pt x="69" y="450"/>
                      <a:pt x="0" y="350"/>
                      <a:pt x="36" y="257"/>
                    </a:cubicBezTo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7" name="Google Shape;877;p36"/>
              <p:cNvSpPr/>
              <p:nvPr/>
            </p:nvSpPr>
            <p:spPr>
              <a:xfrm>
                <a:off x="7449356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0"/>
                    </a:moveTo>
                    <a:lnTo>
                      <a:pt x="7" y="30"/>
                    </a:lnTo>
                    <a:lnTo>
                      <a:pt x="0" y="33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8" name="Google Shape;878;p36"/>
              <p:cNvSpPr/>
              <p:nvPr/>
            </p:nvSpPr>
            <p:spPr>
              <a:xfrm>
                <a:off x="7449356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33"/>
                    </a:moveTo>
                    <a:lnTo>
                      <a:pt x="7" y="3"/>
                    </a:lnTo>
                    <a:lnTo>
                      <a:pt x="0" y="0"/>
                    </a:lnTo>
                    <a:lnTo>
                      <a:pt x="0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9" name="Google Shape;879;p36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0" name="Google Shape;880;p36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1" name="Google Shape;881;p36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2" name="Google Shape;882;p36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3" name="Google Shape;883;p36"/>
              <p:cNvSpPr/>
              <p:nvPr/>
            </p:nvSpPr>
            <p:spPr>
              <a:xfrm>
                <a:off x="7529128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151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84"/>
                      <a:pt x="112" y="84"/>
                      <a:pt x="112" y="84"/>
                    </a:cubicBezTo>
                    <a:cubicBezTo>
                      <a:pt x="157" y="84"/>
                      <a:pt x="157" y="84"/>
                      <a:pt x="157" y="84"/>
                    </a:cubicBezTo>
                    <a:cubicBezTo>
                      <a:pt x="158" y="84"/>
                      <a:pt x="158" y="85"/>
                      <a:pt x="158" y="86"/>
                    </a:cubicBezTo>
                    <a:cubicBezTo>
                      <a:pt x="158" y="187"/>
                      <a:pt x="158" y="187"/>
                      <a:pt x="158" y="187"/>
                    </a:cubicBezTo>
                    <a:cubicBezTo>
                      <a:pt x="158" y="188"/>
                      <a:pt x="158" y="188"/>
                      <a:pt x="157" y="188"/>
                    </a:cubicBezTo>
                    <a:cubicBezTo>
                      <a:pt x="112" y="188"/>
                      <a:pt x="112" y="188"/>
                      <a:pt x="112" y="188"/>
                    </a:cubicBezTo>
                    <a:cubicBezTo>
                      <a:pt x="112" y="1541"/>
                      <a:pt x="112" y="1541"/>
                      <a:pt x="112" y="1541"/>
                    </a:cubicBezTo>
                    <a:cubicBezTo>
                      <a:pt x="112" y="1542"/>
                      <a:pt x="112" y="1542"/>
                      <a:pt x="112" y="1542"/>
                    </a:cubicBezTo>
                    <a:cubicBezTo>
                      <a:pt x="112" y="1685"/>
                      <a:pt x="112" y="1685"/>
                      <a:pt x="112" y="1685"/>
                    </a:cubicBezTo>
                    <a:cubicBezTo>
                      <a:pt x="95" y="1678"/>
                      <a:pt x="95" y="1678"/>
                      <a:pt x="95" y="1678"/>
                    </a:cubicBezTo>
                    <a:cubicBezTo>
                      <a:pt x="41" y="2107"/>
                      <a:pt x="41" y="2107"/>
                      <a:pt x="41" y="2107"/>
                    </a:cubicBezTo>
                    <a:cubicBezTo>
                      <a:pt x="43" y="2130"/>
                      <a:pt x="40" y="2154"/>
                      <a:pt x="32" y="2175"/>
                    </a:cubicBezTo>
                    <a:cubicBezTo>
                      <a:pt x="32" y="2175"/>
                      <a:pt x="32" y="2175"/>
                      <a:pt x="32" y="2175"/>
                    </a:cubicBezTo>
                    <a:cubicBezTo>
                      <a:pt x="0" y="2373"/>
                      <a:pt x="4" y="2615"/>
                      <a:pt x="21" y="2833"/>
                    </a:cubicBezTo>
                    <a:cubicBezTo>
                      <a:pt x="107" y="2814"/>
                      <a:pt x="171" y="2736"/>
                      <a:pt x="171" y="2644"/>
                    </a:cubicBezTo>
                    <a:cubicBezTo>
                      <a:pt x="171" y="2620"/>
                      <a:pt x="191" y="2600"/>
                      <a:pt x="216" y="2600"/>
                    </a:cubicBezTo>
                    <a:cubicBezTo>
                      <a:pt x="241" y="2600"/>
                      <a:pt x="261" y="2620"/>
                      <a:pt x="261" y="2644"/>
                    </a:cubicBezTo>
                    <a:cubicBezTo>
                      <a:pt x="261" y="2783"/>
                      <a:pt x="160" y="2899"/>
                      <a:pt x="28" y="2923"/>
                    </a:cubicBezTo>
                    <a:cubicBezTo>
                      <a:pt x="31" y="2948"/>
                      <a:pt x="33" y="2973"/>
                      <a:pt x="36" y="2997"/>
                    </a:cubicBezTo>
                    <a:cubicBezTo>
                      <a:pt x="205" y="2969"/>
                      <a:pt x="335" y="2821"/>
                      <a:pt x="335" y="2644"/>
                    </a:cubicBezTo>
                    <a:cubicBezTo>
                      <a:pt x="335" y="184"/>
                      <a:pt x="335" y="184"/>
                      <a:pt x="335" y="184"/>
                    </a:cubicBezTo>
                    <a:cubicBezTo>
                      <a:pt x="335" y="82"/>
                      <a:pt x="252" y="0"/>
                      <a:pt x="151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4" name="Google Shape;884;p36"/>
              <p:cNvSpPr/>
              <p:nvPr/>
            </p:nvSpPr>
            <p:spPr>
              <a:xfrm>
                <a:off x="7538653" y="3619477"/>
                <a:ext cx="47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" h="104" extrusionOk="0">
                    <a:moveTo>
                      <a:pt x="4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6" y="104"/>
                      <a:pt x="46" y="104"/>
                      <a:pt x="46" y="103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6" y="1"/>
                      <a:pt x="46" y="0"/>
                      <a:pt x="45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5" name="Google Shape;885;p36"/>
              <p:cNvSpPr/>
              <p:nvPr/>
            </p:nvSpPr>
            <p:spPr>
              <a:xfrm>
                <a:off x="7532700" y="3795688"/>
                <a:ext cx="0" cy="5953"/>
              </a:xfrm>
              <a:custGeom>
                <a:avLst/>
                <a:gdLst/>
                <a:ahLst/>
                <a:cxnLst/>
                <a:rect l="l" t="t" r="r" b="b"/>
                <a:pathLst>
                  <a:path w="11" h="68" extrusionOk="0">
                    <a:moveTo>
                      <a:pt x="0" y="0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47"/>
                      <a:pt x="0" y="23"/>
                      <a:pt x="0" y="0"/>
                    </a:cubicBezTo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6" name="Google Shape;886;p36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7" name="Google Shape;887;p36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8" name="Google Shape;888;p36"/>
              <p:cNvSpPr/>
              <p:nvPr/>
            </p:nvSpPr>
            <p:spPr>
              <a:xfrm>
                <a:off x="7426735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223" y="0"/>
                    </a:moveTo>
                    <a:cubicBezTo>
                      <a:pt x="184" y="0"/>
                      <a:pt x="184" y="0"/>
                      <a:pt x="184" y="0"/>
                    </a:cubicBezTo>
                    <a:cubicBezTo>
                      <a:pt x="83" y="0"/>
                      <a:pt x="0" y="82"/>
                      <a:pt x="0" y="184"/>
                    </a:cubicBezTo>
                    <a:cubicBezTo>
                      <a:pt x="0" y="2644"/>
                      <a:pt x="0" y="2644"/>
                      <a:pt x="0" y="2644"/>
                    </a:cubicBezTo>
                    <a:cubicBezTo>
                      <a:pt x="0" y="2821"/>
                      <a:pt x="130" y="2969"/>
                      <a:pt x="299" y="2997"/>
                    </a:cubicBezTo>
                    <a:cubicBezTo>
                      <a:pt x="302" y="2973"/>
                      <a:pt x="304" y="2949"/>
                      <a:pt x="307" y="2923"/>
                    </a:cubicBezTo>
                    <a:cubicBezTo>
                      <a:pt x="174" y="2900"/>
                      <a:pt x="72" y="2784"/>
                      <a:pt x="72" y="2644"/>
                    </a:cubicBezTo>
                    <a:cubicBezTo>
                      <a:pt x="72" y="2620"/>
                      <a:pt x="92" y="2600"/>
                      <a:pt x="117" y="2600"/>
                    </a:cubicBezTo>
                    <a:cubicBezTo>
                      <a:pt x="142" y="2600"/>
                      <a:pt x="162" y="2620"/>
                      <a:pt x="162" y="2644"/>
                    </a:cubicBezTo>
                    <a:cubicBezTo>
                      <a:pt x="162" y="2737"/>
                      <a:pt x="227" y="2815"/>
                      <a:pt x="314" y="2834"/>
                    </a:cubicBezTo>
                    <a:cubicBezTo>
                      <a:pt x="331" y="2615"/>
                      <a:pt x="335" y="2373"/>
                      <a:pt x="303" y="2175"/>
                    </a:cubicBezTo>
                    <a:cubicBezTo>
                      <a:pt x="223" y="1541"/>
                      <a:pt x="223" y="1541"/>
                      <a:pt x="223" y="1541"/>
                    </a:cubicBezTo>
                    <a:cubicBezTo>
                      <a:pt x="223" y="188"/>
                      <a:pt x="223" y="188"/>
                      <a:pt x="223" y="188"/>
                    </a:cubicBezTo>
                    <a:cubicBezTo>
                      <a:pt x="208" y="188"/>
                      <a:pt x="208" y="188"/>
                      <a:pt x="208" y="188"/>
                    </a:cubicBezTo>
                    <a:cubicBezTo>
                      <a:pt x="208" y="188"/>
                      <a:pt x="207" y="188"/>
                      <a:pt x="207" y="187"/>
                    </a:cubicBezTo>
                    <a:cubicBezTo>
                      <a:pt x="207" y="86"/>
                      <a:pt x="207" y="86"/>
                      <a:pt x="207" y="86"/>
                    </a:cubicBezTo>
                    <a:cubicBezTo>
                      <a:pt x="207" y="85"/>
                      <a:pt x="208" y="84"/>
                      <a:pt x="208" y="84"/>
                    </a:cubicBezTo>
                    <a:cubicBezTo>
                      <a:pt x="223" y="84"/>
                      <a:pt x="223" y="84"/>
                      <a:pt x="223" y="84"/>
                    </a:cubicBezTo>
                    <a:cubicBezTo>
                      <a:pt x="223" y="0"/>
                      <a:pt x="223" y="0"/>
                      <a:pt x="223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9" name="Google Shape;889;p36"/>
              <p:cNvSpPr/>
              <p:nvPr/>
            </p:nvSpPr>
            <p:spPr>
              <a:xfrm>
                <a:off x="7445785" y="3619477"/>
                <a:ext cx="11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04" extrusionOk="0">
                    <a:moveTo>
                      <a:pt x="16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1" y="104"/>
                      <a:pt x="1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0" name="Google Shape;890;p36"/>
              <p:cNvSpPr/>
              <p:nvPr/>
            </p:nvSpPr>
            <p:spPr>
              <a:xfrm>
                <a:off x="7545797" y="3780211"/>
                <a:ext cx="20100" cy="156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" name="Google Shape;891;p36"/>
              <p:cNvSpPr/>
              <p:nvPr/>
            </p:nvSpPr>
            <p:spPr>
              <a:xfrm>
                <a:off x="7419591" y="3780211"/>
                <a:ext cx="20100" cy="156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2" name="Google Shape;892;p36"/>
            <p:cNvGrpSpPr/>
            <p:nvPr/>
          </p:nvGrpSpPr>
          <p:grpSpPr>
            <a:xfrm rot="5400000" flipH="1">
              <a:off x="6641909" y="1407912"/>
              <a:ext cx="146306" cy="261940"/>
              <a:chOff x="7419591" y="3612333"/>
              <a:chExt cx="146306" cy="261940"/>
            </a:xfrm>
          </p:grpSpPr>
          <p:sp>
            <p:nvSpPr>
              <p:cNvPr id="893" name="Google Shape;893;p36"/>
              <p:cNvSpPr/>
              <p:nvPr/>
            </p:nvSpPr>
            <p:spPr>
              <a:xfrm>
                <a:off x="7426735" y="3612333"/>
                <a:ext cx="132160" cy="26194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002" extrusionOk="0">
                    <a:moveTo>
                      <a:pt x="0" y="2644"/>
                    </a:moveTo>
                    <a:cubicBezTo>
                      <a:pt x="0" y="184"/>
                      <a:pt x="0" y="184"/>
                      <a:pt x="0" y="184"/>
                    </a:cubicBezTo>
                    <a:cubicBezTo>
                      <a:pt x="0" y="82"/>
                      <a:pt x="83" y="0"/>
                      <a:pt x="184" y="0"/>
                    </a:cubicBezTo>
                    <a:cubicBezTo>
                      <a:pt x="1323" y="0"/>
                      <a:pt x="1323" y="0"/>
                      <a:pt x="1323" y="0"/>
                    </a:cubicBezTo>
                    <a:cubicBezTo>
                      <a:pt x="1424" y="0"/>
                      <a:pt x="1507" y="82"/>
                      <a:pt x="1507" y="184"/>
                    </a:cubicBezTo>
                    <a:cubicBezTo>
                      <a:pt x="1507" y="2644"/>
                      <a:pt x="1507" y="2644"/>
                      <a:pt x="1507" y="2644"/>
                    </a:cubicBezTo>
                    <a:cubicBezTo>
                      <a:pt x="1507" y="2821"/>
                      <a:pt x="1377" y="2969"/>
                      <a:pt x="1208" y="2997"/>
                    </a:cubicBezTo>
                    <a:cubicBezTo>
                      <a:pt x="1189" y="3001"/>
                      <a:pt x="1169" y="3002"/>
                      <a:pt x="1149" y="3002"/>
                    </a:cubicBezTo>
                    <a:cubicBezTo>
                      <a:pt x="358" y="3002"/>
                      <a:pt x="358" y="3002"/>
                      <a:pt x="358" y="3002"/>
                    </a:cubicBezTo>
                    <a:cubicBezTo>
                      <a:pt x="161" y="3002"/>
                      <a:pt x="0" y="2841"/>
                      <a:pt x="0" y="2644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" name="Google Shape;894;p36"/>
              <p:cNvSpPr/>
              <p:nvPr/>
            </p:nvSpPr>
            <p:spPr>
              <a:xfrm>
                <a:off x="7523175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283" y="0"/>
                    </a:moveTo>
                    <a:cubicBezTo>
                      <a:pt x="308" y="0"/>
                      <a:pt x="328" y="20"/>
                      <a:pt x="328" y="44"/>
                    </a:cubicBezTo>
                    <a:cubicBezTo>
                      <a:pt x="328" y="201"/>
                      <a:pt x="201" y="328"/>
                      <a:pt x="44" y="328"/>
                    </a:cubicBezTo>
                    <a:cubicBezTo>
                      <a:pt x="20" y="328"/>
                      <a:pt x="0" y="308"/>
                      <a:pt x="0" y="283"/>
                    </a:cubicBezTo>
                    <a:cubicBezTo>
                      <a:pt x="0" y="258"/>
                      <a:pt x="20" y="238"/>
                      <a:pt x="44" y="238"/>
                    </a:cubicBezTo>
                    <a:cubicBezTo>
                      <a:pt x="151" y="238"/>
                      <a:pt x="238" y="151"/>
                      <a:pt x="238" y="44"/>
                    </a:cubicBezTo>
                    <a:cubicBezTo>
                      <a:pt x="238" y="20"/>
                      <a:pt x="258" y="0"/>
                      <a:pt x="283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5" name="Google Shape;895;p36"/>
              <p:cNvSpPr/>
              <p:nvPr/>
            </p:nvSpPr>
            <p:spPr>
              <a:xfrm>
                <a:off x="7433879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45" y="0"/>
                    </a:moveTo>
                    <a:cubicBezTo>
                      <a:pt x="70" y="0"/>
                      <a:pt x="90" y="20"/>
                      <a:pt x="90" y="44"/>
                    </a:cubicBezTo>
                    <a:cubicBezTo>
                      <a:pt x="90" y="151"/>
                      <a:pt x="177" y="238"/>
                      <a:pt x="284" y="238"/>
                    </a:cubicBezTo>
                    <a:cubicBezTo>
                      <a:pt x="308" y="238"/>
                      <a:pt x="328" y="258"/>
                      <a:pt x="328" y="283"/>
                    </a:cubicBezTo>
                    <a:cubicBezTo>
                      <a:pt x="328" y="308"/>
                      <a:pt x="308" y="328"/>
                      <a:pt x="284" y="328"/>
                    </a:cubicBezTo>
                    <a:cubicBezTo>
                      <a:pt x="128" y="328"/>
                      <a:pt x="0" y="201"/>
                      <a:pt x="0" y="44"/>
                    </a:cubicBezTo>
                    <a:cubicBezTo>
                      <a:pt x="0" y="20"/>
                      <a:pt x="20" y="0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6" name="Google Shape;896;p36"/>
              <p:cNvSpPr/>
              <p:nvPr/>
            </p:nvSpPr>
            <p:spPr>
              <a:xfrm>
                <a:off x="7519603" y="3619477"/>
                <a:ext cx="238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2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63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3" y="104"/>
                      <a:pt x="262" y="104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7" name="Google Shape;897;p36"/>
              <p:cNvSpPr/>
              <p:nvPr/>
            </p:nvSpPr>
            <p:spPr>
              <a:xfrm>
                <a:off x="7445785" y="3619477"/>
                <a:ext cx="226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1" y="0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62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2" y="104"/>
                      <a:pt x="261" y="104"/>
                    </a:cubicBezTo>
                    <a:cubicBezTo>
                      <a:pt x="1" y="104"/>
                      <a:pt x="1" y="104"/>
                      <a:pt x="1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8" name="Google Shape;898;p36"/>
              <p:cNvSpPr/>
              <p:nvPr/>
            </p:nvSpPr>
            <p:spPr>
              <a:xfrm>
                <a:off x="7455310" y="3649243"/>
                <a:ext cx="7858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31" extrusionOk="0">
                    <a:moveTo>
                      <a:pt x="94" y="131"/>
                    </a:moveTo>
                    <a:cubicBezTo>
                      <a:pt x="33" y="80"/>
                      <a:pt x="33" y="80"/>
                      <a:pt x="33" y="80"/>
                    </a:cubicBezTo>
                    <a:cubicBezTo>
                      <a:pt x="0" y="53"/>
                      <a:pt x="19" y="0"/>
                      <a:pt x="61" y="0"/>
                    </a:cubicBezTo>
                    <a:cubicBezTo>
                      <a:pt x="840" y="0"/>
                      <a:pt x="840" y="0"/>
                      <a:pt x="840" y="0"/>
                    </a:cubicBezTo>
                    <a:cubicBezTo>
                      <a:pt x="882" y="0"/>
                      <a:pt x="901" y="53"/>
                      <a:pt x="868" y="80"/>
                    </a:cubicBezTo>
                    <a:cubicBezTo>
                      <a:pt x="807" y="131"/>
                      <a:pt x="807" y="131"/>
                      <a:pt x="807" y="131"/>
                    </a:cubicBezTo>
                    <a:lnTo>
                      <a:pt x="94" y="131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9" name="Google Shape;899;p36"/>
              <p:cNvSpPr/>
              <p:nvPr/>
            </p:nvSpPr>
            <p:spPr>
              <a:xfrm>
                <a:off x="7452928" y="3770686"/>
                <a:ext cx="82152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941" h="450" extrusionOk="0">
                    <a:moveTo>
                      <a:pt x="36" y="257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807" y="0"/>
                      <a:pt x="807" y="0"/>
                      <a:pt x="807" y="0"/>
                    </a:cubicBezTo>
                    <a:cubicBezTo>
                      <a:pt x="905" y="257"/>
                      <a:pt x="905" y="257"/>
                      <a:pt x="905" y="257"/>
                    </a:cubicBezTo>
                    <a:cubicBezTo>
                      <a:pt x="941" y="350"/>
                      <a:pt x="872" y="450"/>
                      <a:pt x="772" y="450"/>
                    </a:cubicBezTo>
                    <a:cubicBezTo>
                      <a:pt x="169" y="450"/>
                      <a:pt x="169" y="450"/>
                      <a:pt x="169" y="450"/>
                    </a:cubicBezTo>
                    <a:cubicBezTo>
                      <a:pt x="69" y="450"/>
                      <a:pt x="0" y="350"/>
                      <a:pt x="36" y="257"/>
                    </a:cubicBezTo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0" name="Google Shape;900;p36"/>
              <p:cNvSpPr/>
              <p:nvPr/>
            </p:nvSpPr>
            <p:spPr>
              <a:xfrm>
                <a:off x="7449356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0"/>
                    </a:moveTo>
                    <a:lnTo>
                      <a:pt x="7" y="30"/>
                    </a:lnTo>
                    <a:lnTo>
                      <a:pt x="0" y="33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1" name="Google Shape;901;p36"/>
              <p:cNvSpPr/>
              <p:nvPr/>
            </p:nvSpPr>
            <p:spPr>
              <a:xfrm>
                <a:off x="7449356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33"/>
                    </a:moveTo>
                    <a:lnTo>
                      <a:pt x="7" y="3"/>
                    </a:lnTo>
                    <a:lnTo>
                      <a:pt x="0" y="0"/>
                    </a:lnTo>
                    <a:lnTo>
                      <a:pt x="0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2" name="Google Shape;902;p36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" name="Google Shape;903;p36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" name="Google Shape;904;p36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5" name="Google Shape;905;p36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6" name="Google Shape;906;p36"/>
              <p:cNvSpPr/>
              <p:nvPr/>
            </p:nvSpPr>
            <p:spPr>
              <a:xfrm>
                <a:off x="7529128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151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84"/>
                      <a:pt x="112" y="84"/>
                      <a:pt x="112" y="84"/>
                    </a:cubicBezTo>
                    <a:cubicBezTo>
                      <a:pt x="157" y="84"/>
                      <a:pt x="157" y="84"/>
                      <a:pt x="157" y="84"/>
                    </a:cubicBezTo>
                    <a:cubicBezTo>
                      <a:pt x="158" y="84"/>
                      <a:pt x="158" y="85"/>
                      <a:pt x="158" y="86"/>
                    </a:cubicBezTo>
                    <a:cubicBezTo>
                      <a:pt x="158" y="187"/>
                      <a:pt x="158" y="187"/>
                      <a:pt x="158" y="187"/>
                    </a:cubicBezTo>
                    <a:cubicBezTo>
                      <a:pt x="158" y="188"/>
                      <a:pt x="158" y="188"/>
                      <a:pt x="157" y="188"/>
                    </a:cubicBezTo>
                    <a:cubicBezTo>
                      <a:pt x="112" y="188"/>
                      <a:pt x="112" y="188"/>
                      <a:pt x="112" y="188"/>
                    </a:cubicBezTo>
                    <a:cubicBezTo>
                      <a:pt x="112" y="1541"/>
                      <a:pt x="112" y="1541"/>
                      <a:pt x="112" y="1541"/>
                    </a:cubicBezTo>
                    <a:cubicBezTo>
                      <a:pt x="112" y="1542"/>
                      <a:pt x="112" y="1542"/>
                      <a:pt x="112" y="1542"/>
                    </a:cubicBezTo>
                    <a:cubicBezTo>
                      <a:pt x="112" y="1685"/>
                      <a:pt x="112" y="1685"/>
                      <a:pt x="112" y="1685"/>
                    </a:cubicBezTo>
                    <a:cubicBezTo>
                      <a:pt x="95" y="1678"/>
                      <a:pt x="95" y="1678"/>
                      <a:pt x="95" y="1678"/>
                    </a:cubicBezTo>
                    <a:cubicBezTo>
                      <a:pt x="41" y="2107"/>
                      <a:pt x="41" y="2107"/>
                      <a:pt x="41" y="2107"/>
                    </a:cubicBezTo>
                    <a:cubicBezTo>
                      <a:pt x="43" y="2130"/>
                      <a:pt x="40" y="2154"/>
                      <a:pt x="32" y="2175"/>
                    </a:cubicBezTo>
                    <a:cubicBezTo>
                      <a:pt x="32" y="2175"/>
                      <a:pt x="32" y="2175"/>
                      <a:pt x="32" y="2175"/>
                    </a:cubicBezTo>
                    <a:cubicBezTo>
                      <a:pt x="0" y="2373"/>
                      <a:pt x="4" y="2615"/>
                      <a:pt x="21" y="2833"/>
                    </a:cubicBezTo>
                    <a:cubicBezTo>
                      <a:pt x="107" y="2814"/>
                      <a:pt x="171" y="2736"/>
                      <a:pt x="171" y="2644"/>
                    </a:cubicBezTo>
                    <a:cubicBezTo>
                      <a:pt x="171" y="2620"/>
                      <a:pt x="191" y="2600"/>
                      <a:pt x="216" y="2600"/>
                    </a:cubicBezTo>
                    <a:cubicBezTo>
                      <a:pt x="241" y="2600"/>
                      <a:pt x="261" y="2620"/>
                      <a:pt x="261" y="2644"/>
                    </a:cubicBezTo>
                    <a:cubicBezTo>
                      <a:pt x="261" y="2783"/>
                      <a:pt x="160" y="2899"/>
                      <a:pt x="28" y="2923"/>
                    </a:cubicBezTo>
                    <a:cubicBezTo>
                      <a:pt x="31" y="2948"/>
                      <a:pt x="33" y="2973"/>
                      <a:pt x="36" y="2997"/>
                    </a:cubicBezTo>
                    <a:cubicBezTo>
                      <a:pt x="205" y="2969"/>
                      <a:pt x="335" y="2821"/>
                      <a:pt x="335" y="2644"/>
                    </a:cubicBezTo>
                    <a:cubicBezTo>
                      <a:pt x="335" y="184"/>
                      <a:pt x="335" y="184"/>
                      <a:pt x="335" y="184"/>
                    </a:cubicBezTo>
                    <a:cubicBezTo>
                      <a:pt x="335" y="82"/>
                      <a:pt x="252" y="0"/>
                      <a:pt x="15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7" name="Google Shape;907;p36"/>
              <p:cNvSpPr/>
              <p:nvPr/>
            </p:nvSpPr>
            <p:spPr>
              <a:xfrm>
                <a:off x="7538653" y="3619477"/>
                <a:ext cx="47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" h="104" extrusionOk="0">
                    <a:moveTo>
                      <a:pt x="4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6" y="104"/>
                      <a:pt x="46" y="104"/>
                      <a:pt x="46" y="103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6" y="1"/>
                      <a:pt x="46" y="0"/>
                      <a:pt x="45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8" name="Google Shape;908;p36"/>
              <p:cNvSpPr/>
              <p:nvPr/>
            </p:nvSpPr>
            <p:spPr>
              <a:xfrm>
                <a:off x="7532700" y="3795688"/>
                <a:ext cx="0" cy="5953"/>
              </a:xfrm>
              <a:custGeom>
                <a:avLst/>
                <a:gdLst/>
                <a:ahLst/>
                <a:cxnLst/>
                <a:rect l="l" t="t" r="r" b="b"/>
                <a:pathLst>
                  <a:path w="11" h="68" extrusionOk="0">
                    <a:moveTo>
                      <a:pt x="0" y="0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47"/>
                      <a:pt x="0" y="23"/>
                      <a:pt x="0" y="0"/>
                    </a:cubicBezTo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9" name="Google Shape;909;p36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" name="Google Shape;910;p36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1" name="Google Shape;911;p36"/>
              <p:cNvSpPr/>
              <p:nvPr/>
            </p:nvSpPr>
            <p:spPr>
              <a:xfrm>
                <a:off x="7426735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223" y="0"/>
                    </a:moveTo>
                    <a:cubicBezTo>
                      <a:pt x="184" y="0"/>
                      <a:pt x="184" y="0"/>
                      <a:pt x="184" y="0"/>
                    </a:cubicBezTo>
                    <a:cubicBezTo>
                      <a:pt x="83" y="0"/>
                      <a:pt x="0" y="82"/>
                      <a:pt x="0" y="184"/>
                    </a:cubicBezTo>
                    <a:cubicBezTo>
                      <a:pt x="0" y="2644"/>
                      <a:pt x="0" y="2644"/>
                      <a:pt x="0" y="2644"/>
                    </a:cubicBezTo>
                    <a:cubicBezTo>
                      <a:pt x="0" y="2821"/>
                      <a:pt x="130" y="2969"/>
                      <a:pt x="299" y="2997"/>
                    </a:cubicBezTo>
                    <a:cubicBezTo>
                      <a:pt x="302" y="2973"/>
                      <a:pt x="304" y="2949"/>
                      <a:pt x="307" y="2923"/>
                    </a:cubicBezTo>
                    <a:cubicBezTo>
                      <a:pt x="174" y="2900"/>
                      <a:pt x="72" y="2784"/>
                      <a:pt x="72" y="2644"/>
                    </a:cubicBezTo>
                    <a:cubicBezTo>
                      <a:pt x="72" y="2620"/>
                      <a:pt x="92" y="2600"/>
                      <a:pt x="117" y="2600"/>
                    </a:cubicBezTo>
                    <a:cubicBezTo>
                      <a:pt x="142" y="2600"/>
                      <a:pt x="162" y="2620"/>
                      <a:pt x="162" y="2644"/>
                    </a:cubicBezTo>
                    <a:cubicBezTo>
                      <a:pt x="162" y="2737"/>
                      <a:pt x="227" y="2815"/>
                      <a:pt x="314" y="2834"/>
                    </a:cubicBezTo>
                    <a:cubicBezTo>
                      <a:pt x="331" y="2615"/>
                      <a:pt x="335" y="2373"/>
                      <a:pt x="303" y="2175"/>
                    </a:cubicBezTo>
                    <a:cubicBezTo>
                      <a:pt x="223" y="1541"/>
                      <a:pt x="223" y="1541"/>
                      <a:pt x="223" y="1541"/>
                    </a:cubicBezTo>
                    <a:cubicBezTo>
                      <a:pt x="223" y="188"/>
                      <a:pt x="223" y="188"/>
                      <a:pt x="223" y="188"/>
                    </a:cubicBezTo>
                    <a:cubicBezTo>
                      <a:pt x="208" y="188"/>
                      <a:pt x="208" y="188"/>
                      <a:pt x="208" y="188"/>
                    </a:cubicBezTo>
                    <a:cubicBezTo>
                      <a:pt x="208" y="188"/>
                      <a:pt x="207" y="188"/>
                      <a:pt x="207" y="187"/>
                    </a:cubicBezTo>
                    <a:cubicBezTo>
                      <a:pt x="207" y="86"/>
                      <a:pt x="207" y="86"/>
                      <a:pt x="207" y="86"/>
                    </a:cubicBezTo>
                    <a:cubicBezTo>
                      <a:pt x="207" y="85"/>
                      <a:pt x="208" y="84"/>
                      <a:pt x="208" y="84"/>
                    </a:cubicBezTo>
                    <a:cubicBezTo>
                      <a:pt x="223" y="84"/>
                      <a:pt x="223" y="84"/>
                      <a:pt x="223" y="84"/>
                    </a:cubicBezTo>
                    <a:cubicBezTo>
                      <a:pt x="223" y="0"/>
                      <a:pt x="223" y="0"/>
                      <a:pt x="223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2" name="Google Shape;912;p36"/>
              <p:cNvSpPr/>
              <p:nvPr/>
            </p:nvSpPr>
            <p:spPr>
              <a:xfrm>
                <a:off x="7445785" y="3619477"/>
                <a:ext cx="11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04" extrusionOk="0">
                    <a:moveTo>
                      <a:pt x="16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1" y="104"/>
                      <a:pt x="1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3" name="Google Shape;913;p36"/>
              <p:cNvSpPr/>
              <p:nvPr/>
            </p:nvSpPr>
            <p:spPr>
              <a:xfrm>
                <a:off x="7545797" y="3780211"/>
                <a:ext cx="20100" cy="156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4" name="Google Shape;914;p36"/>
              <p:cNvSpPr/>
              <p:nvPr/>
            </p:nvSpPr>
            <p:spPr>
              <a:xfrm>
                <a:off x="7419591" y="3780211"/>
                <a:ext cx="20100" cy="156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5" name="Google Shape;915;p36"/>
            <p:cNvGrpSpPr/>
            <p:nvPr/>
          </p:nvGrpSpPr>
          <p:grpSpPr>
            <a:xfrm flipH="1">
              <a:off x="6584090" y="941101"/>
              <a:ext cx="1624595" cy="2278909"/>
              <a:chOff x="5535446" y="1154899"/>
              <a:chExt cx="1624595" cy="2278909"/>
            </a:xfrm>
          </p:grpSpPr>
          <p:sp>
            <p:nvSpPr>
              <p:cNvPr id="916" name="Google Shape;916;p36"/>
              <p:cNvSpPr/>
              <p:nvPr/>
            </p:nvSpPr>
            <p:spPr>
              <a:xfrm>
                <a:off x="6873096" y="1154899"/>
                <a:ext cx="286945" cy="420292"/>
              </a:xfrm>
              <a:custGeom>
                <a:avLst/>
                <a:gdLst/>
                <a:ahLst/>
                <a:cxnLst/>
                <a:rect l="l" t="t" r="r" b="b"/>
                <a:pathLst>
                  <a:path w="3295" h="4816" extrusionOk="0">
                    <a:moveTo>
                      <a:pt x="1647" y="0"/>
                    </a:moveTo>
                    <a:cubicBezTo>
                      <a:pt x="737" y="0"/>
                      <a:pt x="0" y="738"/>
                      <a:pt x="0" y="1648"/>
                    </a:cubicBezTo>
                    <a:cubicBezTo>
                      <a:pt x="0" y="2558"/>
                      <a:pt x="1647" y="4816"/>
                      <a:pt x="1647" y="4816"/>
                    </a:cubicBezTo>
                    <a:cubicBezTo>
                      <a:pt x="1647" y="4816"/>
                      <a:pt x="3295" y="2558"/>
                      <a:pt x="3295" y="1648"/>
                    </a:cubicBezTo>
                    <a:cubicBezTo>
                      <a:pt x="3295" y="738"/>
                      <a:pt x="2558" y="0"/>
                      <a:pt x="1647" y="0"/>
                    </a:cubicBezTo>
                    <a:close/>
                    <a:moveTo>
                      <a:pt x="763" y="1624"/>
                    </a:moveTo>
                    <a:cubicBezTo>
                      <a:pt x="763" y="1136"/>
                      <a:pt x="1159" y="740"/>
                      <a:pt x="1647" y="740"/>
                    </a:cubicBezTo>
                    <a:cubicBezTo>
                      <a:pt x="2136" y="740"/>
                      <a:pt x="2532" y="1136"/>
                      <a:pt x="2532" y="1624"/>
                    </a:cubicBezTo>
                    <a:cubicBezTo>
                      <a:pt x="2532" y="1629"/>
                      <a:pt x="2532" y="1629"/>
                      <a:pt x="2532" y="1629"/>
                    </a:cubicBezTo>
                    <a:cubicBezTo>
                      <a:pt x="2529" y="2115"/>
                      <a:pt x="2134" y="2509"/>
                      <a:pt x="1647" y="2509"/>
                    </a:cubicBezTo>
                    <a:cubicBezTo>
                      <a:pt x="1161" y="2509"/>
                      <a:pt x="766" y="2115"/>
                      <a:pt x="763" y="1629"/>
                    </a:cubicBezTo>
                    <a:lnTo>
                      <a:pt x="763" y="162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" name="Google Shape;917;p36"/>
              <p:cNvSpPr/>
              <p:nvPr/>
            </p:nvSpPr>
            <p:spPr>
              <a:xfrm>
                <a:off x="5535446" y="3014710"/>
                <a:ext cx="286942" cy="419098"/>
              </a:xfrm>
              <a:custGeom>
                <a:avLst/>
                <a:gdLst/>
                <a:ahLst/>
                <a:cxnLst/>
                <a:rect l="l" t="t" r="r" b="b"/>
                <a:pathLst>
                  <a:path w="3296" h="4815" extrusionOk="0">
                    <a:moveTo>
                      <a:pt x="1648" y="0"/>
                    </a:moveTo>
                    <a:cubicBezTo>
                      <a:pt x="738" y="0"/>
                      <a:pt x="0" y="738"/>
                      <a:pt x="0" y="1648"/>
                    </a:cubicBezTo>
                    <a:cubicBezTo>
                      <a:pt x="0" y="2558"/>
                      <a:pt x="1648" y="4815"/>
                      <a:pt x="1648" y="4815"/>
                    </a:cubicBezTo>
                    <a:cubicBezTo>
                      <a:pt x="1648" y="4815"/>
                      <a:pt x="3296" y="2558"/>
                      <a:pt x="3296" y="1648"/>
                    </a:cubicBezTo>
                    <a:cubicBezTo>
                      <a:pt x="3296" y="738"/>
                      <a:pt x="2558" y="0"/>
                      <a:pt x="1648" y="0"/>
                    </a:cubicBezTo>
                    <a:close/>
                    <a:moveTo>
                      <a:pt x="764" y="1624"/>
                    </a:moveTo>
                    <a:cubicBezTo>
                      <a:pt x="764" y="1135"/>
                      <a:pt x="1160" y="740"/>
                      <a:pt x="1648" y="740"/>
                    </a:cubicBezTo>
                    <a:cubicBezTo>
                      <a:pt x="2137" y="740"/>
                      <a:pt x="2532" y="1135"/>
                      <a:pt x="2532" y="1624"/>
                    </a:cubicBezTo>
                    <a:cubicBezTo>
                      <a:pt x="2532" y="1629"/>
                      <a:pt x="2532" y="1629"/>
                      <a:pt x="2532" y="1629"/>
                    </a:cubicBezTo>
                    <a:cubicBezTo>
                      <a:pt x="2530" y="2115"/>
                      <a:pt x="2135" y="2509"/>
                      <a:pt x="1648" y="2509"/>
                    </a:cubicBezTo>
                    <a:cubicBezTo>
                      <a:pt x="1161" y="2509"/>
                      <a:pt x="766" y="2115"/>
                      <a:pt x="764" y="1629"/>
                    </a:cubicBezTo>
                    <a:lnTo>
                      <a:pt x="764" y="162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18" name="Google Shape;918;p36"/>
          <p:cNvSpPr txBox="1">
            <a:spLocks noGrp="1"/>
          </p:cNvSpPr>
          <p:nvPr>
            <p:ph type="ctrTitle"/>
          </p:nvPr>
        </p:nvSpPr>
        <p:spPr>
          <a:xfrm>
            <a:off x="729808" y="1715803"/>
            <a:ext cx="6565994" cy="356204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ru-RU" sz="4800" b="1" dirty="0">
                <a:solidFill>
                  <a:srgbClr val="FCD51E"/>
                </a:solidFill>
              </a:rPr>
              <a:t>Решение </a:t>
            </a:r>
            <a:r>
              <a:rPr lang="ru-RU" sz="4800" b="1" dirty="0" smtClean="0">
                <a:solidFill>
                  <a:srgbClr val="FCD51E"/>
                </a:solidFill>
              </a:rPr>
              <a:t>задач </a:t>
            </a:r>
            <a:r>
              <a:rPr lang="ru-RU" sz="4800" b="1" dirty="0"/>
              <a:t>CVRP гибридным </a:t>
            </a:r>
            <a:r>
              <a:rPr lang="ru-RU" sz="4800" b="1" dirty="0" err="1"/>
              <a:t>метаэвристическим</a:t>
            </a:r>
            <a:r>
              <a:rPr lang="ru-RU" sz="4800" b="1" dirty="0"/>
              <a:t> алгоритмом</a:t>
            </a:r>
            <a:endParaRPr sz="4800" b="1" dirty="0">
              <a:solidFill>
                <a:schemeClr val="lt2"/>
              </a:solidFill>
            </a:endParaRPr>
          </a:p>
        </p:txBody>
      </p:sp>
      <p:sp>
        <p:nvSpPr>
          <p:cNvPr id="919" name="Google Shape;919;p36"/>
          <p:cNvSpPr txBox="1">
            <a:spLocks noGrp="1"/>
          </p:cNvSpPr>
          <p:nvPr>
            <p:ph type="subTitle" idx="1"/>
          </p:nvPr>
        </p:nvSpPr>
        <p:spPr>
          <a:xfrm>
            <a:off x="613001" y="9497979"/>
            <a:ext cx="5136000" cy="549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dirty="0"/>
              <a:t>Hier beginnt deine Präsentation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8807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2873308977"/>
              </p:ext>
            </p:extLst>
          </p:nvPr>
        </p:nvGraphicFramePr>
        <p:xfrm>
          <a:off x="0" y="853440"/>
          <a:ext cx="12192000" cy="6004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Google Shape;942;p38"/>
          <p:cNvSpPr txBox="1">
            <a:spLocks/>
          </p:cNvSpPr>
          <p:nvPr/>
        </p:nvSpPr>
        <p:spPr>
          <a:xfrm>
            <a:off x="14168" y="0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4800" dirty="0"/>
              <a:t>Архитектура алгоритма</a:t>
            </a:r>
          </a:p>
        </p:txBody>
      </p:sp>
      <p:pic>
        <p:nvPicPr>
          <p:cNvPr id="5" name="Google Shape;3892;p77"/>
          <p:cNvPicPr preferRelativeResize="0"/>
          <p:nvPr/>
        </p:nvPicPr>
        <p:blipFill rotWithShape="1">
          <a:blip r:embed="rId7">
            <a:alphaModFix/>
          </a:blip>
          <a:srcRect t="14837" b="14844"/>
          <a:stretch/>
        </p:blipFill>
        <p:spPr>
          <a:xfrm>
            <a:off x="10112857" y="-250000"/>
            <a:ext cx="1796925" cy="126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4134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37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5118100" cy="195072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u-RU" sz="4800" b="1" dirty="0"/>
              <a:t>Результаты экспериментов</a:t>
            </a:r>
          </a:p>
        </p:txBody>
      </p:sp>
      <p:graphicFrame>
        <p:nvGraphicFramePr>
          <p:cNvPr id="926" name="Google Shape;926;p37"/>
          <p:cNvGraphicFramePr/>
          <p:nvPr>
            <p:extLst>
              <p:ext uri="{D42A27DB-BD31-4B8C-83A1-F6EECF244321}">
                <p14:modId xmlns:p14="http://schemas.microsoft.com/office/powerpoint/2010/main" val="1344088527"/>
              </p:ext>
            </p:extLst>
          </p:nvPr>
        </p:nvGraphicFramePr>
        <p:xfrm>
          <a:off x="1146340" y="1581783"/>
          <a:ext cx="9899319" cy="4032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59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933558263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1008702547"/>
                    </a:ext>
                  </a:extLst>
                </a:gridCol>
              </a:tblGrid>
              <a:tr h="1008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Cyrl-AZ" sz="2400" b="1" dirty="0" smtClean="0">
                          <a:solidFill>
                            <a:schemeClr val="dk1"/>
                          </a:solidFill>
                          <a:latin typeface="PT Serif" panose="020B0604020202020204" charset="-52"/>
                          <a:ea typeface="PT Serif"/>
                          <a:cs typeface="PT Serif"/>
                          <a:sym typeface="PT Serif"/>
                        </a:rPr>
                        <a:t>Набор</a:t>
                      </a:r>
                      <a:endParaRPr sz="2400" b="1" dirty="0">
                        <a:solidFill>
                          <a:schemeClr val="dk1"/>
                        </a:solidFill>
                        <a:latin typeface="PT Serif" panose="020B0604020202020204" charset="-52"/>
                        <a:ea typeface="PT Serif"/>
                        <a:cs typeface="PT Serif"/>
                        <a:sym typeface="PT Serif"/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Cyrl-AZ" sz="2400" b="1" dirty="0" smtClean="0">
                          <a:solidFill>
                            <a:schemeClr val="dk1"/>
                          </a:solidFill>
                          <a:latin typeface="PT Serif" panose="020B0604020202020204" charset="-52"/>
                          <a:ea typeface="Jost"/>
                          <a:cs typeface="Jost"/>
                          <a:sym typeface="Jost"/>
                        </a:rPr>
                        <a:t>Количество задач</a:t>
                      </a:r>
                      <a:endParaRPr sz="2400" b="1" dirty="0">
                        <a:solidFill>
                          <a:schemeClr val="dk1"/>
                        </a:solidFill>
                        <a:latin typeface="PT Serif" panose="020B0604020202020204" charset="-52"/>
                        <a:ea typeface="Jost"/>
                        <a:cs typeface="Jost"/>
                        <a:sym typeface="Jost"/>
                      </a:endParaRPr>
                    </a:p>
                  </a:txBody>
                  <a:tcPr marL="121900" marR="121900" marT="121900" marB="121900" anchor="ctr">
                    <a:lnL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Cyrl-AZ" sz="2400" b="1" dirty="0" smtClean="0">
                          <a:solidFill>
                            <a:schemeClr val="dk1"/>
                          </a:solidFill>
                          <a:latin typeface="PT Serif" panose="020B0604020202020204" charset="-52"/>
                          <a:ea typeface="Jost"/>
                          <a:cs typeface="Jost"/>
                          <a:sym typeface="Jost"/>
                        </a:rPr>
                        <a:t>Среднее</a:t>
                      </a:r>
                      <a:r>
                        <a:rPr lang="az-Cyrl-AZ" sz="2400" b="1" baseline="0" dirty="0" smtClean="0">
                          <a:solidFill>
                            <a:schemeClr val="dk1"/>
                          </a:solidFill>
                          <a:latin typeface="PT Serif" panose="020B0604020202020204" charset="-52"/>
                          <a:ea typeface="Jost"/>
                          <a:cs typeface="Jost"/>
                          <a:sym typeface="Jost"/>
                        </a:rPr>
                        <a:t> отклонение</a:t>
                      </a:r>
                      <a:endParaRPr sz="2400" b="1" dirty="0">
                        <a:solidFill>
                          <a:schemeClr val="dk1"/>
                        </a:solidFill>
                        <a:latin typeface="PT Serif" panose="020B0604020202020204" charset="-52"/>
                        <a:ea typeface="Jost"/>
                        <a:cs typeface="Jost"/>
                        <a:sym typeface="Jost"/>
                      </a:endParaRPr>
                    </a:p>
                  </a:txBody>
                  <a:tcPr marL="121900" marR="121900" marT="121900" marB="121900" anchor="ctr">
                    <a:lnL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Cyrl-AZ" sz="2400" b="1" dirty="0" smtClean="0">
                          <a:solidFill>
                            <a:schemeClr val="dk1"/>
                          </a:solidFill>
                          <a:latin typeface="PT Serif" panose="020B0604020202020204" charset="-52"/>
                          <a:ea typeface="Jost"/>
                          <a:cs typeface="Jost"/>
                          <a:sym typeface="Jost"/>
                        </a:rPr>
                        <a:t>Лучший</a:t>
                      </a:r>
                      <a:r>
                        <a:rPr lang="az-Cyrl-AZ" sz="2400" b="1" baseline="0" dirty="0" smtClean="0">
                          <a:solidFill>
                            <a:schemeClr val="dk1"/>
                          </a:solidFill>
                          <a:latin typeface="PT Serif" panose="020B0604020202020204" charset="-52"/>
                          <a:ea typeface="Jost"/>
                          <a:cs typeface="Jost"/>
                          <a:sym typeface="Jost"/>
                        </a:rPr>
                        <a:t> результат</a:t>
                      </a:r>
                      <a:endParaRPr sz="2400" b="1" dirty="0">
                        <a:solidFill>
                          <a:schemeClr val="dk1"/>
                        </a:solidFill>
                        <a:latin typeface="PT Serif" panose="020B0604020202020204" charset="-52"/>
                        <a:ea typeface="Jost"/>
                        <a:cs typeface="Jost"/>
                        <a:sym typeface="Jost"/>
                      </a:endParaRPr>
                    </a:p>
                  </a:txBody>
                  <a:tcPr marL="121900" marR="121900" marT="121900" marB="121900" anchor="ctr">
                    <a:lnL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0525550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effectLst/>
                          <a:latin typeface="PT Serif" panose="020B0604020202020204" charset="-52"/>
                        </a:rPr>
                        <a:t>E</a:t>
                      </a:r>
                    </a:p>
                  </a:txBody>
                  <a:tcPr anchor="ctr">
                    <a:lnL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b="0" dirty="0">
                          <a:effectLst/>
                          <a:latin typeface="PT Serif" panose="020B0604020202020204" charset="-52"/>
                        </a:rPr>
                        <a:t>13</a:t>
                      </a:r>
                    </a:p>
                  </a:txBody>
                  <a:tcPr anchor="ctr">
                    <a:lnL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b="0" dirty="0">
                          <a:effectLst/>
                          <a:latin typeface="PT Serif" panose="020B0604020202020204" charset="-52"/>
                        </a:rPr>
                        <a:t>5.9%</a:t>
                      </a:r>
                    </a:p>
                  </a:txBody>
                  <a:tcPr anchor="ctr">
                    <a:lnL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>
                          <a:effectLst/>
                          <a:latin typeface="PT Serif" panose="020B0604020202020204" charset="-52"/>
                        </a:rPr>
                        <a:t>0.0% (E-n23-k3)</a:t>
                      </a:r>
                    </a:p>
                  </a:txBody>
                  <a:tcPr anchor="ctr">
                    <a:lnL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effectLst/>
                          <a:latin typeface="PT Serif" panose="020B0604020202020204" charset="-52"/>
                        </a:rPr>
                        <a:t>F</a:t>
                      </a:r>
                    </a:p>
                  </a:txBody>
                  <a:tcPr anchor="ctr">
                    <a:lnL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b="0" dirty="0">
                          <a:effectLst/>
                          <a:latin typeface="PT Serif" panose="020B0604020202020204" charset="-52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b="0" dirty="0">
                          <a:effectLst/>
                          <a:latin typeface="PT Serif" panose="020B0604020202020204" charset="-52"/>
                        </a:rPr>
                        <a:t>3.0%</a:t>
                      </a:r>
                    </a:p>
                  </a:txBody>
                  <a:tcPr anchor="ctr">
                    <a:lnL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effectLst/>
                          <a:latin typeface="PT Serif" panose="020B0604020202020204" charset="-52"/>
                        </a:rPr>
                        <a:t>0.1% (F-n45-k4)</a:t>
                      </a:r>
                    </a:p>
                  </a:txBody>
                  <a:tcPr anchor="ctr">
                    <a:lnL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effectLst/>
                          <a:latin typeface="PT Serif" panose="020B0604020202020204" charset="-52"/>
                        </a:rPr>
                        <a:t>M</a:t>
                      </a:r>
                    </a:p>
                  </a:txBody>
                  <a:tcPr anchor="ctr">
                    <a:lnL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b="0" dirty="0">
                          <a:effectLst/>
                          <a:latin typeface="PT Serif" panose="020B0604020202020204" charset="-52"/>
                        </a:rPr>
                        <a:t>5</a:t>
                      </a:r>
                    </a:p>
                  </a:txBody>
                  <a:tcPr anchor="ctr">
                    <a:lnL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b="0" dirty="0">
                          <a:effectLst/>
                          <a:latin typeface="PT Serif" panose="020B0604020202020204" charset="-52"/>
                        </a:rPr>
                        <a:t>5.1%</a:t>
                      </a:r>
                    </a:p>
                  </a:txBody>
                  <a:tcPr anchor="ctr">
                    <a:lnL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effectLst/>
                          <a:latin typeface="PT Serif" panose="020B0604020202020204" charset="-52"/>
                        </a:rPr>
                        <a:t>0.6% (M-n101-k10)</a:t>
                      </a:r>
                    </a:p>
                  </a:txBody>
                  <a:tcPr anchor="ctr">
                    <a:lnL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6000"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effectLst/>
                          <a:latin typeface="PT Serif" panose="020B0604020202020204" charset="-52"/>
                        </a:rPr>
                        <a:t>P</a:t>
                      </a:r>
                    </a:p>
                  </a:txBody>
                  <a:tcPr anchor="ctr">
                    <a:lnL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b="0" dirty="0">
                          <a:effectLst/>
                          <a:latin typeface="PT Serif" panose="020B0604020202020204" charset="-52"/>
                        </a:rPr>
                        <a:t>24</a:t>
                      </a:r>
                    </a:p>
                  </a:txBody>
                  <a:tcPr anchor="ctr">
                    <a:lnL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400" b="0" dirty="0">
                          <a:effectLst/>
                          <a:latin typeface="PT Serif" panose="020B0604020202020204" charset="-52"/>
                        </a:rPr>
                        <a:t>4.8%</a:t>
                      </a:r>
                    </a:p>
                  </a:txBody>
                  <a:tcPr anchor="ctr">
                    <a:lnL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effectLst/>
                          <a:latin typeface="PT Serif" panose="020B0604020202020204" charset="-52"/>
                        </a:rPr>
                        <a:t>0.0% (P-n20-k2)</a:t>
                      </a:r>
                    </a:p>
                  </a:txBody>
                  <a:tcPr anchor="ctr">
                    <a:lnL w="9525" cap="flat" cmpd="sng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lt2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27" name="Google Shape;927;p37"/>
          <p:cNvSpPr txBox="1"/>
          <p:nvPr/>
        </p:nvSpPr>
        <p:spPr>
          <a:xfrm>
            <a:off x="2353378" y="5735703"/>
            <a:ext cx="9838622" cy="6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u-RU" sz="1800" dirty="0">
                <a:latin typeface="PT Serif" panose="020B0604020202020204" charset="-52"/>
              </a:rPr>
              <a:t>✓ Наилучшие результаты на наборах F и P (среднее &lt;5%)</a:t>
            </a:r>
            <a:br>
              <a:rPr lang="ru-RU" sz="1800" dirty="0">
                <a:latin typeface="PT Serif" panose="020B0604020202020204" charset="-52"/>
              </a:rPr>
            </a:br>
            <a:r>
              <a:rPr lang="ru-RU" sz="1800" dirty="0">
                <a:latin typeface="PT Serif" panose="020B0604020202020204" charset="-52"/>
              </a:rPr>
              <a:t>✓ Даже для крупных задач (200+ клиентов) отклонение ≤8.5%</a:t>
            </a:r>
            <a:endParaRPr sz="1800" b="1" dirty="0">
              <a:solidFill>
                <a:schemeClr val="dk1"/>
              </a:solidFill>
              <a:latin typeface="PT Serif" panose="020B0604020202020204" charset="-52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3535195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237;p43"/>
          <p:cNvGrpSpPr/>
          <p:nvPr/>
        </p:nvGrpSpPr>
        <p:grpSpPr>
          <a:xfrm>
            <a:off x="14168" y="1612157"/>
            <a:ext cx="12177832" cy="2685523"/>
            <a:chOff x="762560" y="1612157"/>
            <a:chExt cx="7618883" cy="1818699"/>
          </a:xfrm>
        </p:grpSpPr>
        <p:grpSp>
          <p:nvGrpSpPr>
            <p:cNvPr id="109" name="Google Shape;1238;p43"/>
            <p:cNvGrpSpPr/>
            <p:nvPr/>
          </p:nvGrpSpPr>
          <p:grpSpPr>
            <a:xfrm rot="10800000">
              <a:off x="762560" y="1612157"/>
              <a:ext cx="7618883" cy="1818699"/>
              <a:chOff x="763035" y="1325969"/>
              <a:chExt cx="7618883" cy="1818699"/>
            </a:xfrm>
          </p:grpSpPr>
          <p:sp>
            <p:nvSpPr>
              <p:cNvPr id="179" name="Google Shape;1239;p43"/>
              <p:cNvSpPr/>
              <p:nvPr/>
            </p:nvSpPr>
            <p:spPr>
              <a:xfrm>
                <a:off x="763035" y="1325969"/>
                <a:ext cx="7618883" cy="1818699"/>
              </a:xfrm>
              <a:custGeom>
                <a:avLst/>
                <a:gdLst/>
                <a:ahLst/>
                <a:cxnLst/>
                <a:rect l="l" t="t" r="r" b="b"/>
                <a:pathLst>
                  <a:path w="48886" h="11663" extrusionOk="0">
                    <a:moveTo>
                      <a:pt x="46528" y="5832"/>
                    </a:moveTo>
                    <a:cubicBezTo>
                      <a:pt x="46528" y="5832"/>
                      <a:pt x="46528" y="5832"/>
                      <a:pt x="46528" y="5832"/>
                    </a:cubicBezTo>
                    <a:cubicBezTo>
                      <a:pt x="46528" y="6315"/>
                      <a:pt x="46431" y="6769"/>
                      <a:pt x="46255" y="7184"/>
                    </a:cubicBezTo>
                    <a:cubicBezTo>
                      <a:pt x="45993" y="7805"/>
                      <a:pt x="45551" y="8338"/>
                      <a:pt x="44995" y="8713"/>
                    </a:cubicBezTo>
                    <a:cubicBezTo>
                      <a:pt x="44440" y="9088"/>
                      <a:pt x="43777" y="9305"/>
                      <a:pt x="43054" y="9306"/>
                    </a:cubicBezTo>
                    <a:cubicBezTo>
                      <a:pt x="43054" y="9306"/>
                      <a:pt x="43054" y="9306"/>
                      <a:pt x="43054" y="9306"/>
                    </a:cubicBezTo>
                    <a:cubicBezTo>
                      <a:pt x="42571" y="9306"/>
                      <a:pt x="42117" y="9209"/>
                      <a:pt x="41702" y="9033"/>
                    </a:cubicBezTo>
                    <a:cubicBezTo>
                      <a:pt x="41080" y="8770"/>
                      <a:pt x="40547" y="8328"/>
                      <a:pt x="40172" y="7773"/>
                    </a:cubicBezTo>
                    <a:cubicBezTo>
                      <a:pt x="39798" y="7217"/>
                      <a:pt x="39580" y="6555"/>
                      <a:pt x="39580" y="5832"/>
                    </a:cubicBezTo>
                    <a:cubicBezTo>
                      <a:pt x="39580" y="5030"/>
                      <a:pt x="39416" y="4260"/>
                      <a:pt x="39121" y="3561"/>
                    </a:cubicBezTo>
                    <a:cubicBezTo>
                      <a:pt x="38677" y="2513"/>
                      <a:pt x="37940" y="1625"/>
                      <a:pt x="37009" y="997"/>
                    </a:cubicBezTo>
                    <a:cubicBezTo>
                      <a:pt x="36080" y="368"/>
                      <a:pt x="34952" y="0"/>
                      <a:pt x="33748" y="0"/>
                    </a:cubicBezTo>
                    <a:cubicBezTo>
                      <a:pt x="33748" y="0"/>
                      <a:pt x="33748" y="0"/>
                      <a:pt x="33748" y="0"/>
                    </a:cubicBezTo>
                    <a:cubicBezTo>
                      <a:pt x="32946" y="0"/>
                      <a:pt x="32176" y="163"/>
                      <a:pt x="31478" y="459"/>
                    </a:cubicBezTo>
                    <a:cubicBezTo>
                      <a:pt x="30430" y="902"/>
                      <a:pt x="29542" y="1640"/>
                      <a:pt x="28914" y="2570"/>
                    </a:cubicBezTo>
                    <a:cubicBezTo>
                      <a:pt x="28285" y="3500"/>
                      <a:pt x="27916" y="4628"/>
                      <a:pt x="27917" y="5832"/>
                    </a:cubicBezTo>
                    <a:cubicBezTo>
                      <a:pt x="27917" y="6315"/>
                      <a:pt x="27820" y="6769"/>
                      <a:pt x="27644" y="7184"/>
                    </a:cubicBezTo>
                    <a:cubicBezTo>
                      <a:pt x="27382" y="7805"/>
                      <a:pt x="26939" y="8338"/>
                      <a:pt x="26384" y="8713"/>
                    </a:cubicBezTo>
                    <a:cubicBezTo>
                      <a:pt x="25828" y="9088"/>
                      <a:pt x="25166" y="9305"/>
                      <a:pt x="24443" y="9306"/>
                    </a:cubicBezTo>
                    <a:cubicBezTo>
                      <a:pt x="24443" y="9306"/>
                      <a:pt x="24443" y="9306"/>
                      <a:pt x="24443" y="9306"/>
                    </a:cubicBezTo>
                    <a:cubicBezTo>
                      <a:pt x="23960" y="9306"/>
                      <a:pt x="23506" y="9209"/>
                      <a:pt x="23091" y="9033"/>
                    </a:cubicBezTo>
                    <a:cubicBezTo>
                      <a:pt x="22469" y="8770"/>
                      <a:pt x="21936" y="8328"/>
                      <a:pt x="21561" y="7773"/>
                    </a:cubicBezTo>
                    <a:cubicBezTo>
                      <a:pt x="21186" y="7217"/>
                      <a:pt x="20969" y="6555"/>
                      <a:pt x="20969" y="5832"/>
                    </a:cubicBezTo>
                    <a:cubicBezTo>
                      <a:pt x="20969" y="5030"/>
                      <a:pt x="20805" y="4260"/>
                      <a:pt x="20510" y="3561"/>
                    </a:cubicBezTo>
                    <a:cubicBezTo>
                      <a:pt x="20066" y="2513"/>
                      <a:pt x="19328" y="1625"/>
                      <a:pt x="18398" y="997"/>
                    </a:cubicBezTo>
                    <a:cubicBezTo>
                      <a:pt x="17469" y="368"/>
                      <a:pt x="16341" y="0"/>
                      <a:pt x="15137" y="0"/>
                    </a:cubicBezTo>
                    <a:cubicBezTo>
                      <a:pt x="15137" y="0"/>
                      <a:pt x="15137" y="0"/>
                      <a:pt x="15137" y="0"/>
                    </a:cubicBezTo>
                    <a:cubicBezTo>
                      <a:pt x="14335" y="0"/>
                      <a:pt x="13565" y="163"/>
                      <a:pt x="12867" y="459"/>
                    </a:cubicBezTo>
                    <a:cubicBezTo>
                      <a:pt x="11819" y="902"/>
                      <a:pt x="10931" y="1640"/>
                      <a:pt x="10302" y="2570"/>
                    </a:cubicBezTo>
                    <a:cubicBezTo>
                      <a:pt x="9674" y="3500"/>
                      <a:pt x="9305" y="4628"/>
                      <a:pt x="9306" y="5832"/>
                    </a:cubicBezTo>
                    <a:cubicBezTo>
                      <a:pt x="9306" y="6315"/>
                      <a:pt x="9209" y="6769"/>
                      <a:pt x="9033" y="7184"/>
                    </a:cubicBezTo>
                    <a:cubicBezTo>
                      <a:pt x="8771" y="7805"/>
                      <a:pt x="8328" y="8338"/>
                      <a:pt x="7773" y="8713"/>
                    </a:cubicBezTo>
                    <a:cubicBezTo>
                      <a:pt x="7217" y="9088"/>
                      <a:pt x="6555" y="9305"/>
                      <a:pt x="5832" y="9306"/>
                    </a:cubicBezTo>
                    <a:cubicBezTo>
                      <a:pt x="5832" y="9306"/>
                      <a:pt x="5832" y="9306"/>
                      <a:pt x="5832" y="9306"/>
                    </a:cubicBezTo>
                    <a:cubicBezTo>
                      <a:pt x="5349" y="9306"/>
                      <a:pt x="4895" y="9209"/>
                      <a:pt x="4480" y="9033"/>
                    </a:cubicBezTo>
                    <a:cubicBezTo>
                      <a:pt x="3858" y="8770"/>
                      <a:pt x="3325" y="8328"/>
                      <a:pt x="2950" y="7773"/>
                    </a:cubicBezTo>
                    <a:cubicBezTo>
                      <a:pt x="2575" y="7217"/>
                      <a:pt x="2358" y="6555"/>
                      <a:pt x="2358" y="5832"/>
                    </a:cubicBezTo>
                    <a:cubicBezTo>
                      <a:pt x="0" y="5832"/>
                      <a:pt x="0" y="5832"/>
                      <a:pt x="0" y="5832"/>
                    </a:cubicBezTo>
                    <a:cubicBezTo>
                      <a:pt x="0" y="6633"/>
                      <a:pt x="163" y="7403"/>
                      <a:pt x="459" y="8102"/>
                    </a:cubicBezTo>
                    <a:cubicBezTo>
                      <a:pt x="903" y="9150"/>
                      <a:pt x="1640" y="10038"/>
                      <a:pt x="2570" y="10666"/>
                    </a:cubicBezTo>
                    <a:cubicBezTo>
                      <a:pt x="3500" y="11295"/>
                      <a:pt x="4628" y="11663"/>
                      <a:pt x="5832" y="11663"/>
                    </a:cubicBezTo>
                    <a:cubicBezTo>
                      <a:pt x="5832" y="11663"/>
                      <a:pt x="5832" y="11663"/>
                      <a:pt x="5832" y="11663"/>
                    </a:cubicBezTo>
                    <a:cubicBezTo>
                      <a:pt x="6634" y="11663"/>
                      <a:pt x="7404" y="11500"/>
                      <a:pt x="8102" y="11204"/>
                    </a:cubicBezTo>
                    <a:cubicBezTo>
                      <a:pt x="9150" y="10761"/>
                      <a:pt x="10038" y="10023"/>
                      <a:pt x="10666" y="9093"/>
                    </a:cubicBezTo>
                    <a:cubicBezTo>
                      <a:pt x="11295" y="8164"/>
                      <a:pt x="11664" y="7035"/>
                      <a:pt x="11663" y="5832"/>
                    </a:cubicBezTo>
                    <a:cubicBezTo>
                      <a:pt x="11663" y="5832"/>
                      <a:pt x="11663" y="5832"/>
                      <a:pt x="11663" y="5832"/>
                    </a:cubicBezTo>
                    <a:cubicBezTo>
                      <a:pt x="11663" y="5349"/>
                      <a:pt x="11760" y="4895"/>
                      <a:pt x="11936" y="4480"/>
                    </a:cubicBezTo>
                    <a:cubicBezTo>
                      <a:pt x="12198" y="3858"/>
                      <a:pt x="12641" y="3325"/>
                      <a:pt x="13196" y="2950"/>
                    </a:cubicBezTo>
                    <a:cubicBezTo>
                      <a:pt x="13752" y="2575"/>
                      <a:pt x="14414" y="2358"/>
                      <a:pt x="15137" y="2357"/>
                    </a:cubicBezTo>
                    <a:cubicBezTo>
                      <a:pt x="15137" y="2357"/>
                      <a:pt x="15137" y="2357"/>
                      <a:pt x="15137" y="2357"/>
                    </a:cubicBezTo>
                    <a:cubicBezTo>
                      <a:pt x="15620" y="2358"/>
                      <a:pt x="16074" y="2455"/>
                      <a:pt x="16489" y="2630"/>
                    </a:cubicBezTo>
                    <a:cubicBezTo>
                      <a:pt x="17111" y="2893"/>
                      <a:pt x="17644" y="3335"/>
                      <a:pt x="18019" y="3890"/>
                    </a:cubicBezTo>
                    <a:cubicBezTo>
                      <a:pt x="18393" y="4446"/>
                      <a:pt x="18611" y="5108"/>
                      <a:pt x="18611" y="5832"/>
                    </a:cubicBezTo>
                    <a:cubicBezTo>
                      <a:pt x="18611" y="5832"/>
                      <a:pt x="18611" y="5832"/>
                      <a:pt x="18611" y="5832"/>
                    </a:cubicBezTo>
                    <a:cubicBezTo>
                      <a:pt x="18611" y="6633"/>
                      <a:pt x="18775" y="7403"/>
                      <a:pt x="19070" y="8102"/>
                    </a:cubicBezTo>
                    <a:cubicBezTo>
                      <a:pt x="19514" y="9150"/>
                      <a:pt x="20251" y="10038"/>
                      <a:pt x="21182" y="10666"/>
                    </a:cubicBezTo>
                    <a:cubicBezTo>
                      <a:pt x="22111" y="11295"/>
                      <a:pt x="23239" y="11663"/>
                      <a:pt x="24443" y="11663"/>
                    </a:cubicBezTo>
                    <a:cubicBezTo>
                      <a:pt x="24443" y="11663"/>
                      <a:pt x="24443" y="11663"/>
                      <a:pt x="24443" y="11663"/>
                    </a:cubicBezTo>
                    <a:cubicBezTo>
                      <a:pt x="25245" y="11663"/>
                      <a:pt x="26015" y="11500"/>
                      <a:pt x="26713" y="11204"/>
                    </a:cubicBezTo>
                    <a:cubicBezTo>
                      <a:pt x="27761" y="10761"/>
                      <a:pt x="28649" y="10023"/>
                      <a:pt x="29278" y="9093"/>
                    </a:cubicBezTo>
                    <a:cubicBezTo>
                      <a:pt x="29906" y="8164"/>
                      <a:pt x="30275" y="7035"/>
                      <a:pt x="30274" y="5832"/>
                    </a:cubicBezTo>
                    <a:cubicBezTo>
                      <a:pt x="30274" y="5832"/>
                      <a:pt x="30274" y="5832"/>
                      <a:pt x="30274" y="5832"/>
                    </a:cubicBezTo>
                    <a:cubicBezTo>
                      <a:pt x="30274" y="5349"/>
                      <a:pt x="30371" y="4895"/>
                      <a:pt x="30547" y="4480"/>
                    </a:cubicBezTo>
                    <a:cubicBezTo>
                      <a:pt x="30809" y="3858"/>
                      <a:pt x="31252" y="3325"/>
                      <a:pt x="31807" y="2950"/>
                    </a:cubicBezTo>
                    <a:cubicBezTo>
                      <a:pt x="32363" y="2575"/>
                      <a:pt x="33025" y="2358"/>
                      <a:pt x="33748" y="2357"/>
                    </a:cubicBezTo>
                    <a:cubicBezTo>
                      <a:pt x="33748" y="2357"/>
                      <a:pt x="33748" y="2357"/>
                      <a:pt x="33748" y="2357"/>
                    </a:cubicBezTo>
                    <a:cubicBezTo>
                      <a:pt x="34231" y="2358"/>
                      <a:pt x="34685" y="2455"/>
                      <a:pt x="35100" y="2630"/>
                    </a:cubicBezTo>
                    <a:cubicBezTo>
                      <a:pt x="35722" y="2893"/>
                      <a:pt x="36255" y="3335"/>
                      <a:pt x="36630" y="3890"/>
                    </a:cubicBezTo>
                    <a:cubicBezTo>
                      <a:pt x="37005" y="4446"/>
                      <a:pt x="37222" y="5108"/>
                      <a:pt x="37222" y="5832"/>
                    </a:cubicBezTo>
                    <a:cubicBezTo>
                      <a:pt x="37222" y="5832"/>
                      <a:pt x="37222" y="5832"/>
                      <a:pt x="37222" y="5832"/>
                    </a:cubicBezTo>
                    <a:cubicBezTo>
                      <a:pt x="37222" y="6633"/>
                      <a:pt x="37386" y="7403"/>
                      <a:pt x="37681" y="8102"/>
                    </a:cubicBezTo>
                    <a:cubicBezTo>
                      <a:pt x="38125" y="9150"/>
                      <a:pt x="38863" y="10038"/>
                      <a:pt x="39793" y="10666"/>
                    </a:cubicBezTo>
                    <a:cubicBezTo>
                      <a:pt x="40722" y="11295"/>
                      <a:pt x="41850" y="11663"/>
                      <a:pt x="43054" y="11663"/>
                    </a:cubicBezTo>
                    <a:cubicBezTo>
                      <a:pt x="43054" y="11663"/>
                      <a:pt x="43054" y="11663"/>
                      <a:pt x="43054" y="11663"/>
                    </a:cubicBezTo>
                    <a:cubicBezTo>
                      <a:pt x="43856" y="11663"/>
                      <a:pt x="44626" y="11500"/>
                      <a:pt x="45324" y="11204"/>
                    </a:cubicBezTo>
                    <a:cubicBezTo>
                      <a:pt x="46372" y="10761"/>
                      <a:pt x="47260" y="10023"/>
                      <a:pt x="47889" y="9093"/>
                    </a:cubicBezTo>
                    <a:cubicBezTo>
                      <a:pt x="48517" y="8164"/>
                      <a:pt x="48886" y="7035"/>
                      <a:pt x="48885" y="5832"/>
                    </a:cubicBezTo>
                    <a:lnTo>
                      <a:pt x="46528" y="583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240;p43"/>
              <p:cNvSpPr/>
              <p:nvPr/>
            </p:nvSpPr>
            <p:spPr>
              <a:xfrm>
                <a:off x="929557" y="1490484"/>
                <a:ext cx="7285832" cy="1487658"/>
              </a:xfrm>
              <a:custGeom>
                <a:avLst/>
                <a:gdLst/>
                <a:ahLst/>
                <a:cxnLst/>
                <a:rect l="l" t="t" r="r" b="b"/>
                <a:pathLst>
                  <a:path w="46752" h="9543" extrusionOk="0">
                    <a:moveTo>
                      <a:pt x="23376" y="9543"/>
                    </a:moveTo>
                    <a:cubicBezTo>
                      <a:pt x="23095" y="9543"/>
                      <a:pt x="22814" y="9518"/>
                      <a:pt x="22539" y="9469"/>
                    </a:cubicBezTo>
                    <a:cubicBezTo>
                      <a:pt x="22578" y="9248"/>
                      <a:pt x="22578" y="9248"/>
                      <a:pt x="22578" y="9248"/>
                    </a:cubicBezTo>
                    <a:cubicBezTo>
                      <a:pt x="22900" y="9305"/>
                      <a:pt x="23233" y="9327"/>
                      <a:pt x="23560" y="9314"/>
                    </a:cubicBezTo>
                    <a:cubicBezTo>
                      <a:pt x="23569" y="9539"/>
                      <a:pt x="23569" y="9539"/>
                      <a:pt x="23569" y="9539"/>
                    </a:cubicBezTo>
                    <a:cubicBezTo>
                      <a:pt x="23505" y="9541"/>
                      <a:pt x="23441" y="9542"/>
                      <a:pt x="23376" y="9543"/>
                    </a:cubicBezTo>
                    <a:close/>
                    <a:moveTo>
                      <a:pt x="4905" y="9541"/>
                    </a:moveTo>
                    <a:cubicBezTo>
                      <a:pt x="4899" y="9316"/>
                      <a:pt x="4899" y="9316"/>
                      <a:pt x="4899" y="9316"/>
                    </a:cubicBezTo>
                    <a:cubicBezTo>
                      <a:pt x="5228" y="9307"/>
                      <a:pt x="5556" y="9261"/>
                      <a:pt x="5873" y="9182"/>
                    </a:cubicBezTo>
                    <a:cubicBezTo>
                      <a:pt x="5927" y="9400"/>
                      <a:pt x="5927" y="9400"/>
                      <a:pt x="5927" y="9400"/>
                    </a:cubicBezTo>
                    <a:cubicBezTo>
                      <a:pt x="5595" y="9483"/>
                      <a:pt x="5251" y="9531"/>
                      <a:pt x="4905" y="9541"/>
                    </a:cubicBezTo>
                    <a:close/>
                    <a:moveTo>
                      <a:pt x="42232" y="9536"/>
                    </a:moveTo>
                    <a:cubicBezTo>
                      <a:pt x="42221" y="9312"/>
                      <a:pt x="42221" y="9312"/>
                      <a:pt x="42221" y="9312"/>
                    </a:cubicBezTo>
                    <a:cubicBezTo>
                      <a:pt x="42550" y="9296"/>
                      <a:pt x="42876" y="9243"/>
                      <a:pt x="43192" y="9157"/>
                    </a:cubicBezTo>
                    <a:cubicBezTo>
                      <a:pt x="43251" y="9373"/>
                      <a:pt x="43251" y="9373"/>
                      <a:pt x="43251" y="9373"/>
                    </a:cubicBezTo>
                    <a:cubicBezTo>
                      <a:pt x="42920" y="9464"/>
                      <a:pt x="42577" y="9519"/>
                      <a:pt x="42232" y="9536"/>
                    </a:cubicBezTo>
                    <a:close/>
                    <a:moveTo>
                      <a:pt x="41202" y="9478"/>
                    </a:moveTo>
                    <a:cubicBezTo>
                      <a:pt x="40862" y="9422"/>
                      <a:pt x="40527" y="9328"/>
                      <a:pt x="40207" y="9199"/>
                    </a:cubicBezTo>
                    <a:cubicBezTo>
                      <a:pt x="40291" y="8991"/>
                      <a:pt x="40291" y="8991"/>
                      <a:pt x="40291" y="8991"/>
                    </a:cubicBezTo>
                    <a:cubicBezTo>
                      <a:pt x="40596" y="9114"/>
                      <a:pt x="40915" y="9203"/>
                      <a:pt x="41238" y="9257"/>
                    </a:cubicBezTo>
                    <a:lnTo>
                      <a:pt x="41202" y="9478"/>
                    </a:lnTo>
                    <a:close/>
                    <a:moveTo>
                      <a:pt x="3876" y="9460"/>
                    </a:moveTo>
                    <a:cubicBezTo>
                      <a:pt x="3537" y="9396"/>
                      <a:pt x="3205" y="9295"/>
                      <a:pt x="2888" y="9159"/>
                    </a:cubicBezTo>
                    <a:cubicBezTo>
                      <a:pt x="2977" y="8953"/>
                      <a:pt x="2977" y="8953"/>
                      <a:pt x="2977" y="8953"/>
                    </a:cubicBezTo>
                    <a:cubicBezTo>
                      <a:pt x="3279" y="9082"/>
                      <a:pt x="3595" y="9178"/>
                      <a:pt x="3918" y="9239"/>
                    </a:cubicBezTo>
                    <a:lnTo>
                      <a:pt x="3876" y="9460"/>
                    </a:lnTo>
                    <a:close/>
                    <a:moveTo>
                      <a:pt x="24590" y="9386"/>
                    </a:moveTo>
                    <a:cubicBezTo>
                      <a:pt x="24533" y="9169"/>
                      <a:pt x="24533" y="9169"/>
                      <a:pt x="24533" y="9169"/>
                    </a:cubicBezTo>
                    <a:cubicBezTo>
                      <a:pt x="24850" y="9086"/>
                      <a:pt x="25159" y="8968"/>
                      <a:pt x="25451" y="8817"/>
                    </a:cubicBezTo>
                    <a:cubicBezTo>
                      <a:pt x="25554" y="9017"/>
                      <a:pt x="25554" y="9017"/>
                      <a:pt x="25554" y="9017"/>
                    </a:cubicBezTo>
                    <a:cubicBezTo>
                      <a:pt x="25247" y="9175"/>
                      <a:pt x="24922" y="9299"/>
                      <a:pt x="24590" y="9386"/>
                    </a:cubicBezTo>
                    <a:close/>
                    <a:moveTo>
                      <a:pt x="21548" y="9179"/>
                    </a:moveTo>
                    <a:cubicBezTo>
                      <a:pt x="21230" y="9047"/>
                      <a:pt x="20926" y="8880"/>
                      <a:pt x="20643" y="8682"/>
                    </a:cubicBezTo>
                    <a:cubicBezTo>
                      <a:pt x="20772" y="8498"/>
                      <a:pt x="20772" y="8498"/>
                      <a:pt x="20772" y="8498"/>
                    </a:cubicBezTo>
                    <a:cubicBezTo>
                      <a:pt x="21041" y="8687"/>
                      <a:pt x="21331" y="8846"/>
                      <a:pt x="21634" y="8972"/>
                    </a:cubicBezTo>
                    <a:lnTo>
                      <a:pt x="21548" y="9179"/>
                    </a:lnTo>
                    <a:close/>
                    <a:moveTo>
                      <a:pt x="6896" y="9041"/>
                    </a:moveTo>
                    <a:cubicBezTo>
                      <a:pt x="6795" y="8840"/>
                      <a:pt x="6795" y="8840"/>
                      <a:pt x="6795" y="8840"/>
                    </a:cubicBezTo>
                    <a:cubicBezTo>
                      <a:pt x="7088" y="8693"/>
                      <a:pt x="7366" y="8514"/>
                      <a:pt x="7622" y="8307"/>
                    </a:cubicBezTo>
                    <a:cubicBezTo>
                      <a:pt x="7763" y="8481"/>
                      <a:pt x="7763" y="8481"/>
                      <a:pt x="7763" y="8481"/>
                    </a:cubicBezTo>
                    <a:cubicBezTo>
                      <a:pt x="7495" y="8699"/>
                      <a:pt x="7203" y="8887"/>
                      <a:pt x="6896" y="9041"/>
                    </a:cubicBezTo>
                    <a:close/>
                    <a:moveTo>
                      <a:pt x="44211" y="8993"/>
                    </a:moveTo>
                    <a:cubicBezTo>
                      <a:pt x="44106" y="8794"/>
                      <a:pt x="44106" y="8794"/>
                      <a:pt x="44106" y="8794"/>
                    </a:cubicBezTo>
                    <a:cubicBezTo>
                      <a:pt x="44396" y="8641"/>
                      <a:pt x="44670" y="8456"/>
                      <a:pt x="44921" y="8243"/>
                    </a:cubicBezTo>
                    <a:cubicBezTo>
                      <a:pt x="45066" y="8414"/>
                      <a:pt x="45066" y="8414"/>
                      <a:pt x="45066" y="8414"/>
                    </a:cubicBezTo>
                    <a:cubicBezTo>
                      <a:pt x="44803" y="8637"/>
                      <a:pt x="44515" y="8832"/>
                      <a:pt x="44211" y="8993"/>
                    </a:cubicBezTo>
                    <a:close/>
                    <a:moveTo>
                      <a:pt x="39297" y="8711"/>
                    </a:moveTo>
                    <a:cubicBezTo>
                      <a:pt x="39013" y="8517"/>
                      <a:pt x="38750" y="8291"/>
                      <a:pt x="38513" y="8040"/>
                    </a:cubicBezTo>
                    <a:cubicBezTo>
                      <a:pt x="38677" y="7886"/>
                      <a:pt x="38677" y="7886"/>
                      <a:pt x="38677" y="7886"/>
                    </a:cubicBezTo>
                    <a:cubicBezTo>
                      <a:pt x="38902" y="8125"/>
                      <a:pt x="39154" y="8341"/>
                      <a:pt x="39424" y="8526"/>
                    </a:cubicBezTo>
                    <a:lnTo>
                      <a:pt x="39297" y="8711"/>
                    </a:lnTo>
                    <a:close/>
                    <a:moveTo>
                      <a:pt x="1989" y="8651"/>
                    </a:moveTo>
                    <a:cubicBezTo>
                      <a:pt x="1709" y="8450"/>
                      <a:pt x="1451" y="8219"/>
                      <a:pt x="1220" y="7962"/>
                    </a:cubicBezTo>
                    <a:cubicBezTo>
                      <a:pt x="1387" y="7812"/>
                      <a:pt x="1387" y="7812"/>
                      <a:pt x="1387" y="7812"/>
                    </a:cubicBezTo>
                    <a:cubicBezTo>
                      <a:pt x="1607" y="8057"/>
                      <a:pt x="1853" y="8277"/>
                      <a:pt x="2120" y="8469"/>
                    </a:cubicBezTo>
                    <a:lnTo>
                      <a:pt x="1989" y="8651"/>
                    </a:lnTo>
                    <a:close/>
                    <a:moveTo>
                      <a:pt x="26415" y="8448"/>
                    </a:moveTo>
                    <a:cubicBezTo>
                      <a:pt x="26271" y="8275"/>
                      <a:pt x="26271" y="8275"/>
                      <a:pt x="26271" y="8275"/>
                    </a:cubicBezTo>
                    <a:cubicBezTo>
                      <a:pt x="26524" y="8066"/>
                      <a:pt x="26755" y="7828"/>
                      <a:pt x="26957" y="7569"/>
                    </a:cubicBezTo>
                    <a:cubicBezTo>
                      <a:pt x="27134" y="7707"/>
                      <a:pt x="27134" y="7707"/>
                      <a:pt x="27134" y="7707"/>
                    </a:cubicBezTo>
                    <a:cubicBezTo>
                      <a:pt x="26922" y="7979"/>
                      <a:pt x="26680" y="8228"/>
                      <a:pt x="26415" y="8448"/>
                    </a:cubicBezTo>
                    <a:close/>
                    <a:moveTo>
                      <a:pt x="19867" y="8001"/>
                    </a:moveTo>
                    <a:cubicBezTo>
                      <a:pt x="19634" y="7748"/>
                      <a:pt x="19428" y="7468"/>
                      <a:pt x="19254" y="7171"/>
                    </a:cubicBezTo>
                    <a:cubicBezTo>
                      <a:pt x="19448" y="7058"/>
                      <a:pt x="19448" y="7058"/>
                      <a:pt x="19448" y="7058"/>
                    </a:cubicBezTo>
                    <a:cubicBezTo>
                      <a:pt x="19614" y="7341"/>
                      <a:pt x="19810" y="7608"/>
                      <a:pt x="20032" y="7849"/>
                    </a:cubicBezTo>
                    <a:lnTo>
                      <a:pt x="19867" y="8001"/>
                    </a:lnTo>
                    <a:close/>
                    <a:moveTo>
                      <a:pt x="8490" y="7749"/>
                    </a:moveTo>
                    <a:cubicBezTo>
                      <a:pt x="8315" y="7609"/>
                      <a:pt x="8315" y="7609"/>
                      <a:pt x="8315" y="7609"/>
                    </a:cubicBezTo>
                    <a:cubicBezTo>
                      <a:pt x="8520" y="7352"/>
                      <a:pt x="8697" y="7072"/>
                      <a:pt x="8842" y="6778"/>
                    </a:cubicBezTo>
                    <a:cubicBezTo>
                      <a:pt x="9043" y="6877"/>
                      <a:pt x="9043" y="6877"/>
                      <a:pt x="9043" y="6877"/>
                    </a:cubicBezTo>
                    <a:cubicBezTo>
                      <a:pt x="8892" y="7186"/>
                      <a:pt x="8705" y="7479"/>
                      <a:pt x="8490" y="7749"/>
                    </a:cubicBezTo>
                    <a:close/>
                    <a:moveTo>
                      <a:pt x="45777" y="7666"/>
                    </a:moveTo>
                    <a:cubicBezTo>
                      <a:pt x="45598" y="7530"/>
                      <a:pt x="45598" y="7530"/>
                      <a:pt x="45598" y="7530"/>
                    </a:cubicBezTo>
                    <a:cubicBezTo>
                      <a:pt x="45798" y="7268"/>
                      <a:pt x="45969" y="6985"/>
                      <a:pt x="46107" y="6688"/>
                    </a:cubicBezTo>
                    <a:cubicBezTo>
                      <a:pt x="46311" y="6782"/>
                      <a:pt x="46311" y="6782"/>
                      <a:pt x="46311" y="6782"/>
                    </a:cubicBezTo>
                    <a:cubicBezTo>
                      <a:pt x="46166" y="7094"/>
                      <a:pt x="45986" y="7391"/>
                      <a:pt x="45777" y="7666"/>
                    </a:cubicBezTo>
                    <a:close/>
                    <a:moveTo>
                      <a:pt x="37892" y="7216"/>
                    </a:moveTo>
                    <a:cubicBezTo>
                      <a:pt x="37715" y="6920"/>
                      <a:pt x="37571" y="6604"/>
                      <a:pt x="37462" y="6277"/>
                    </a:cubicBezTo>
                    <a:cubicBezTo>
                      <a:pt x="37675" y="6206"/>
                      <a:pt x="37675" y="6206"/>
                      <a:pt x="37675" y="6206"/>
                    </a:cubicBezTo>
                    <a:cubicBezTo>
                      <a:pt x="37779" y="6518"/>
                      <a:pt x="37916" y="6819"/>
                      <a:pt x="38085" y="7101"/>
                    </a:cubicBezTo>
                    <a:lnTo>
                      <a:pt x="37892" y="7216"/>
                    </a:lnTo>
                    <a:close/>
                    <a:moveTo>
                      <a:pt x="617" y="7125"/>
                    </a:moveTo>
                    <a:cubicBezTo>
                      <a:pt x="447" y="6825"/>
                      <a:pt x="309" y="6506"/>
                      <a:pt x="209" y="6177"/>
                    </a:cubicBezTo>
                    <a:cubicBezTo>
                      <a:pt x="423" y="6111"/>
                      <a:pt x="423" y="6111"/>
                      <a:pt x="423" y="6111"/>
                    </a:cubicBezTo>
                    <a:cubicBezTo>
                      <a:pt x="519" y="6424"/>
                      <a:pt x="650" y="6728"/>
                      <a:pt x="812" y="7014"/>
                    </a:cubicBezTo>
                    <a:lnTo>
                      <a:pt x="617" y="7125"/>
                    </a:lnTo>
                    <a:close/>
                    <a:moveTo>
                      <a:pt x="27677" y="6830"/>
                    </a:moveTo>
                    <a:cubicBezTo>
                      <a:pt x="27475" y="6733"/>
                      <a:pt x="27475" y="6733"/>
                      <a:pt x="27475" y="6733"/>
                    </a:cubicBezTo>
                    <a:cubicBezTo>
                      <a:pt x="27616" y="6437"/>
                      <a:pt x="27726" y="6124"/>
                      <a:pt x="27800" y="5804"/>
                    </a:cubicBezTo>
                    <a:cubicBezTo>
                      <a:pt x="28018" y="5855"/>
                      <a:pt x="28018" y="5855"/>
                      <a:pt x="28018" y="5855"/>
                    </a:cubicBezTo>
                    <a:cubicBezTo>
                      <a:pt x="27941" y="6191"/>
                      <a:pt x="27826" y="6519"/>
                      <a:pt x="27677" y="6830"/>
                    </a:cubicBezTo>
                    <a:close/>
                    <a:moveTo>
                      <a:pt x="18835" y="6227"/>
                    </a:moveTo>
                    <a:cubicBezTo>
                      <a:pt x="18731" y="5899"/>
                      <a:pt x="18662" y="5559"/>
                      <a:pt x="18631" y="5215"/>
                    </a:cubicBezTo>
                    <a:cubicBezTo>
                      <a:pt x="18854" y="5195"/>
                      <a:pt x="18854" y="5195"/>
                      <a:pt x="18854" y="5195"/>
                    </a:cubicBezTo>
                    <a:cubicBezTo>
                      <a:pt x="18884" y="5522"/>
                      <a:pt x="18950" y="5846"/>
                      <a:pt x="19049" y="6159"/>
                    </a:cubicBezTo>
                    <a:lnTo>
                      <a:pt x="18835" y="6227"/>
                    </a:lnTo>
                    <a:close/>
                    <a:moveTo>
                      <a:pt x="9395" y="5906"/>
                    </a:moveTo>
                    <a:cubicBezTo>
                      <a:pt x="9177" y="5853"/>
                      <a:pt x="9177" y="5853"/>
                      <a:pt x="9177" y="5853"/>
                    </a:cubicBezTo>
                    <a:cubicBezTo>
                      <a:pt x="9254" y="5536"/>
                      <a:pt x="9297" y="5207"/>
                      <a:pt x="9304" y="4878"/>
                    </a:cubicBezTo>
                    <a:cubicBezTo>
                      <a:pt x="9529" y="4883"/>
                      <a:pt x="9529" y="4883"/>
                      <a:pt x="9529" y="4883"/>
                    </a:cubicBezTo>
                    <a:cubicBezTo>
                      <a:pt x="9521" y="5228"/>
                      <a:pt x="9476" y="5573"/>
                      <a:pt x="9395" y="5906"/>
                    </a:cubicBezTo>
                    <a:close/>
                    <a:moveTo>
                      <a:pt x="46641" y="5804"/>
                    </a:moveTo>
                    <a:cubicBezTo>
                      <a:pt x="46422" y="5756"/>
                      <a:pt x="46422" y="5756"/>
                      <a:pt x="46422" y="5756"/>
                    </a:cubicBezTo>
                    <a:cubicBezTo>
                      <a:pt x="46492" y="5436"/>
                      <a:pt x="46527" y="5107"/>
                      <a:pt x="46527" y="4778"/>
                    </a:cubicBezTo>
                    <a:cubicBezTo>
                      <a:pt x="46752" y="4778"/>
                      <a:pt x="46752" y="4778"/>
                      <a:pt x="46752" y="4778"/>
                    </a:cubicBezTo>
                    <a:cubicBezTo>
                      <a:pt x="46752" y="5123"/>
                      <a:pt x="46715" y="5469"/>
                      <a:pt x="46641" y="5804"/>
                    </a:cubicBezTo>
                    <a:close/>
                    <a:moveTo>
                      <a:pt x="37247" y="5267"/>
                    </a:moveTo>
                    <a:cubicBezTo>
                      <a:pt x="37230" y="5106"/>
                      <a:pt x="37222" y="4941"/>
                      <a:pt x="37222" y="4778"/>
                    </a:cubicBezTo>
                    <a:cubicBezTo>
                      <a:pt x="37222" y="4605"/>
                      <a:pt x="37212" y="4431"/>
                      <a:pt x="37193" y="4261"/>
                    </a:cubicBezTo>
                    <a:cubicBezTo>
                      <a:pt x="37416" y="4235"/>
                      <a:pt x="37416" y="4235"/>
                      <a:pt x="37416" y="4235"/>
                    </a:cubicBezTo>
                    <a:cubicBezTo>
                      <a:pt x="37436" y="4414"/>
                      <a:pt x="37446" y="4596"/>
                      <a:pt x="37446" y="4778"/>
                    </a:cubicBezTo>
                    <a:cubicBezTo>
                      <a:pt x="37446" y="4933"/>
                      <a:pt x="37454" y="5090"/>
                      <a:pt x="37470" y="5244"/>
                    </a:cubicBezTo>
                    <a:lnTo>
                      <a:pt x="37247" y="5267"/>
                    </a:lnTo>
                    <a:close/>
                    <a:moveTo>
                      <a:pt x="15" y="5163"/>
                    </a:moveTo>
                    <a:cubicBezTo>
                      <a:pt x="5" y="5036"/>
                      <a:pt x="0" y="4906"/>
                      <a:pt x="0" y="4778"/>
                    </a:cubicBezTo>
                    <a:cubicBezTo>
                      <a:pt x="224" y="4778"/>
                      <a:pt x="224" y="4778"/>
                      <a:pt x="224" y="4778"/>
                    </a:cubicBezTo>
                    <a:cubicBezTo>
                      <a:pt x="224" y="4900"/>
                      <a:pt x="229" y="5024"/>
                      <a:pt x="239" y="5145"/>
                    </a:cubicBezTo>
                    <a:lnTo>
                      <a:pt x="15" y="5163"/>
                    </a:lnTo>
                    <a:close/>
                    <a:moveTo>
                      <a:pt x="28140" y="4830"/>
                    </a:moveTo>
                    <a:cubicBezTo>
                      <a:pt x="27916" y="4827"/>
                      <a:pt x="27916" y="4827"/>
                      <a:pt x="27916" y="4827"/>
                    </a:cubicBezTo>
                    <a:cubicBezTo>
                      <a:pt x="27916" y="4778"/>
                      <a:pt x="27916" y="4778"/>
                      <a:pt x="27916" y="4778"/>
                    </a:cubicBezTo>
                    <a:cubicBezTo>
                      <a:pt x="27916" y="4449"/>
                      <a:pt x="27950" y="4121"/>
                      <a:pt x="28016" y="3803"/>
                    </a:cubicBezTo>
                    <a:cubicBezTo>
                      <a:pt x="28236" y="3848"/>
                      <a:pt x="28236" y="3848"/>
                      <a:pt x="28236" y="3848"/>
                    </a:cubicBezTo>
                    <a:cubicBezTo>
                      <a:pt x="28173" y="4152"/>
                      <a:pt x="28141" y="4464"/>
                      <a:pt x="28141" y="4778"/>
                    </a:cubicBezTo>
                    <a:lnTo>
                      <a:pt x="28140" y="4830"/>
                    </a:lnTo>
                    <a:close/>
                    <a:moveTo>
                      <a:pt x="18576" y="4211"/>
                    </a:moveTo>
                    <a:cubicBezTo>
                      <a:pt x="18535" y="3885"/>
                      <a:pt x="18459" y="3563"/>
                      <a:pt x="18349" y="3254"/>
                    </a:cubicBezTo>
                    <a:cubicBezTo>
                      <a:pt x="18560" y="3178"/>
                      <a:pt x="18560" y="3178"/>
                      <a:pt x="18560" y="3178"/>
                    </a:cubicBezTo>
                    <a:cubicBezTo>
                      <a:pt x="18676" y="3503"/>
                      <a:pt x="18756" y="3841"/>
                      <a:pt x="18799" y="4183"/>
                    </a:cubicBezTo>
                    <a:lnTo>
                      <a:pt x="18576" y="4211"/>
                    </a:lnTo>
                    <a:close/>
                    <a:moveTo>
                      <a:pt x="9615" y="3898"/>
                    </a:moveTo>
                    <a:cubicBezTo>
                      <a:pt x="9395" y="3854"/>
                      <a:pt x="9395" y="3854"/>
                      <a:pt x="9395" y="3854"/>
                    </a:cubicBezTo>
                    <a:cubicBezTo>
                      <a:pt x="9461" y="3516"/>
                      <a:pt x="9565" y="3185"/>
                      <a:pt x="9703" y="2869"/>
                    </a:cubicBezTo>
                    <a:cubicBezTo>
                      <a:pt x="9909" y="2959"/>
                      <a:pt x="9909" y="2959"/>
                      <a:pt x="9909" y="2959"/>
                    </a:cubicBezTo>
                    <a:cubicBezTo>
                      <a:pt x="9777" y="3260"/>
                      <a:pt x="9678" y="3576"/>
                      <a:pt x="9615" y="3898"/>
                    </a:cubicBezTo>
                    <a:close/>
                    <a:moveTo>
                      <a:pt x="36976" y="3301"/>
                    </a:moveTo>
                    <a:cubicBezTo>
                      <a:pt x="36870" y="2991"/>
                      <a:pt x="36729" y="2692"/>
                      <a:pt x="36557" y="2411"/>
                    </a:cubicBezTo>
                    <a:cubicBezTo>
                      <a:pt x="36749" y="2294"/>
                      <a:pt x="36749" y="2294"/>
                      <a:pt x="36749" y="2294"/>
                    </a:cubicBezTo>
                    <a:cubicBezTo>
                      <a:pt x="36929" y="2588"/>
                      <a:pt x="37077" y="2903"/>
                      <a:pt x="37189" y="3228"/>
                    </a:cubicBezTo>
                    <a:lnTo>
                      <a:pt x="36976" y="3301"/>
                    </a:lnTo>
                    <a:close/>
                    <a:moveTo>
                      <a:pt x="28540" y="2913"/>
                    </a:moveTo>
                    <a:cubicBezTo>
                      <a:pt x="28335" y="2821"/>
                      <a:pt x="28335" y="2821"/>
                      <a:pt x="28335" y="2821"/>
                    </a:cubicBezTo>
                    <a:cubicBezTo>
                      <a:pt x="28476" y="2507"/>
                      <a:pt x="28653" y="2208"/>
                      <a:pt x="28859" y="1932"/>
                    </a:cubicBezTo>
                    <a:cubicBezTo>
                      <a:pt x="29039" y="2066"/>
                      <a:pt x="29039" y="2066"/>
                      <a:pt x="29039" y="2066"/>
                    </a:cubicBezTo>
                    <a:cubicBezTo>
                      <a:pt x="28842" y="2329"/>
                      <a:pt x="28674" y="2615"/>
                      <a:pt x="28540" y="2913"/>
                    </a:cubicBezTo>
                    <a:close/>
                    <a:moveTo>
                      <a:pt x="17920" y="2369"/>
                    </a:moveTo>
                    <a:cubicBezTo>
                      <a:pt x="17745" y="2091"/>
                      <a:pt x="17540" y="1831"/>
                      <a:pt x="17310" y="1596"/>
                    </a:cubicBezTo>
                    <a:cubicBezTo>
                      <a:pt x="17470" y="1439"/>
                      <a:pt x="17470" y="1439"/>
                      <a:pt x="17470" y="1439"/>
                    </a:cubicBezTo>
                    <a:cubicBezTo>
                      <a:pt x="17712" y="1685"/>
                      <a:pt x="17927" y="1958"/>
                      <a:pt x="18110" y="2249"/>
                    </a:cubicBezTo>
                    <a:lnTo>
                      <a:pt x="17920" y="2369"/>
                    </a:lnTo>
                    <a:close/>
                    <a:moveTo>
                      <a:pt x="10398" y="2106"/>
                    </a:moveTo>
                    <a:cubicBezTo>
                      <a:pt x="10217" y="1974"/>
                      <a:pt x="10217" y="1974"/>
                      <a:pt x="10217" y="1974"/>
                    </a:cubicBezTo>
                    <a:cubicBezTo>
                      <a:pt x="10420" y="1696"/>
                      <a:pt x="10653" y="1439"/>
                      <a:pt x="10911" y="1210"/>
                    </a:cubicBezTo>
                    <a:cubicBezTo>
                      <a:pt x="11060" y="1378"/>
                      <a:pt x="11060" y="1378"/>
                      <a:pt x="11060" y="1378"/>
                    </a:cubicBezTo>
                    <a:cubicBezTo>
                      <a:pt x="10814" y="1596"/>
                      <a:pt x="10591" y="1841"/>
                      <a:pt x="10398" y="2106"/>
                    </a:cubicBezTo>
                    <a:close/>
                    <a:moveTo>
                      <a:pt x="35956" y="1632"/>
                    </a:moveTo>
                    <a:cubicBezTo>
                      <a:pt x="35728" y="1395"/>
                      <a:pt x="35475" y="1183"/>
                      <a:pt x="35202" y="1000"/>
                    </a:cubicBezTo>
                    <a:cubicBezTo>
                      <a:pt x="35327" y="814"/>
                      <a:pt x="35327" y="814"/>
                      <a:pt x="35327" y="814"/>
                    </a:cubicBezTo>
                    <a:cubicBezTo>
                      <a:pt x="35613" y="1005"/>
                      <a:pt x="35879" y="1228"/>
                      <a:pt x="36118" y="1477"/>
                    </a:cubicBezTo>
                    <a:lnTo>
                      <a:pt x="35956" y="1632"/>
                    </a:lnTo>
                    <a:close/>
                    <a:moveTo>
                      <a:pt x="29709" y="1345"/>
                    </a:moveTo>
                    <a:cubicBezTo>
                      <a:pt x="29562" y="1176"/>
                      <a:pt x="29562" y="1176"/>
                      <a:pt x="29562" y="1176"/>
                    </a:cubicBezTo>
                    <a:cubicBezTo>
                      <a:pt x="29823" y="950"/>
                      <a:pt x="30108" y="752"/>
                      <a:pt x="30410" y="588"/>
                    </a:cubicBezTo>
                    <a:cubicBezTo>
                      <a:pt x="30518" y="785"/>
                      <a:pt x="30518" y="785"/>
                      <a:pt x="30518" y="785"/>
                    </a:cubicBezTo>
                    <a:cubicBezTo>
                      <a:pt x="30229" y="941"/>
                      <a:pt x="29957" y="1130"/>
                      <a:pt x="29709" y="1345"/>
                    </a:cubicBezTo>
                    <a:close/>
                    <a:moveTo>
                      <a:pt x="16549" y="973"/>
                    </a:moveTo>
                    <a:cubicBezTo>
                      <a:pt x="16274" y="793"/>
                      <a:pt x="15979" y="643"/>
                      <a:pt x="15672" y="528"/>
                    </a:cubicBezTo>
                    <a:cubicBezTo>
                      <a:pt x="15751" y="318"/>
                      <a:pt x="15751" y="318"/>
                      <a:pt x="15751" y="318"/>
                    </a:cubicBezTo>
                    <a:cubicBezTo>
                      <a:pt x="16073" y="439"/>
                      <a:pt x="16383" y="596"/>
                      <a:pt x="16672" y="785"/>
                    </a:cubicBezTo>
                    <a:lnTo>
                      <a:pt x="16549" y="973"/>
                    </a:lnTo>
                    <a:close/>
                    <a:moveTo>
                      <a:pt x="11862" y="809"/>
                    </a:moveTo>
                    <a:cubicBezTo>
                      <a:pt x="11753" y="613"/>
                      <a:pt x="11753" y="613"/>
                      <a:pt x="11753" y="613"/>
                    </a:cubicBezTo>
                    <a:cubicBezTo>
                      <a:pt x="12055" y="445"/>
                      <a:pt x="12375" y="310"/>
                      <a:pt x="12704" y="211"/>
                    </a:cubicBezTo>
                    <a:cubicBezTo>
                      <a:pt x="12769" y="426"/>
                      <a:pt x="12769" y="426"/>
                      <a:pt x="12769" y="426"/>
                    </a:cubicBezTo>
                    <a:cubicBezTo>
                      <a:pt x="12454" y="520"/>
                      <a:pt x="12150" y="649"/>
                      <a:pt x="11862" y="809"/>
                    </a:cubicBezTo>
                    <a:close/>
                    <a:moveTo>
                      <a:pt x="34330" y="546"/>
                    </a:moveTo>
                    <a:cubicBezTo>
                      <a:pt x="34024" y="427"/>
                      <a:pt x="33705" y="341"/>
                      <a:pt x="33380" y="291"/>
                    </a:cubicBezTo>
                    <a:cubicBezTo>
                      <a:pt x="33414" y="69"/>
                      <a:pt x="33414" y="69"/>
                      <a:pt x="33414" y="69"/>
                    </a:cubicBezTo>
                    <a:cubicBezTo>
                      <a:pt x="33755" y="121"/>
                      <a:pt x="34091" y="211"/>
                      <a:pt x="34412" y="337"/>
                    </a:cubicBezTo>
                    <a:lnTo>
                      <a:pt x="34330" y="546"/>
                    </a:lnTo>
                    <a:close/>
                    <a:moveTo>
                      <a:pt x="31428" y="412"/>
                    </a:moveTo>
                    <a:cubicBezTo>
                      <a:pt x="31366" y="196"/>
                      <a:pt x="31366" y="196"/>
                      <a:pt x="31366" y="196"/>
                    </a:cubicBezTo>
                    <a:cubicBezTo>
                      <a:pt x="31696" y="102"/>
                      <a:pt x="32039" y="43"/>
                      <a:pt x="32383" y="22"/>
                    </a:cubicBezTo>
                    <a:cubicBezTo>
                      <a:pt x="32397" y="246"/>
                      <a:pt x="32397" y="246"/>
                      <a:pt x="32397" y="246"/>
                    </a:cubicBezTo>
                    <a:cubicBezTo>
                      <a:pt x="32069" y="266"/>
                      <a:pt x="31742" y="322"/>
                      <a:pt x="31428" y="412"/>
                    </a:cubicBezTo>
                    <a:close/>
                    <a:moveTo>
                      <a:pt x="14719" y="283"/>
                    </a:moveTo>
                    <a:cubicBezTo>
                      <a:pt x="14396" y="237"/>
                      <a:pt x="14061" y="225"/>
                      <a:pt x="13736" y="249"/>
                    </a:cubicBezTo>
                    <a:cubicBezTo>
                      <a:pt x="13720" y="25"/>
                      <a:pt x="13720" y="25"/>
                      <a:pt x="13720" y="25"/>
                    </a:cubicBezTo>
                    <a:cubicBezTo>
                      <a:pt x="14061" y="0"/>
                      <a:pt x="14412" y="12"/>
                      <a:pt x="14751" y="61"/>
                    </a:cubicBezTo>
                    <a:lnTo>
                      <a:pt x="14719" y="28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241;p43"/>
              <p:cNvSpPr/>
              <p:nvPr/>
            </p:nvSpPr>
            <p:spPr>
              <a:xfrm>
                <a:off x="1344857" y="1908794"/>
                <a:ext cx="653100" cy="653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242;p43"/>
              <p:cNvSpPr/>
              <p:nvPr/>
            </p:nvSpPr>
            <p:spPr>
              <a:xfrm>
                <a:off x="4244938" y="1908794"/>
                <a:ext cx="654000" cy="653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243;p43"/>
              <p:cNvSpPr/>
              <p:nvPr/>
            </p:nvSpPr>
            <p:spPr>
              <a:xfrm>
                <a:off x="7146023" y="1908794"/>
                <a:ext cx="653100" cy="653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0" name="Google Shape;1244;p43"/>
            <p:cNvGrpSpPr/>
            <p:nvPr/>
          </p:nvGrpSpPr>
          <p:grpSpPr>
            <a:xfrm rot="-4500040">
              <a:off x="4749732" y="1721066"/>
              <a:ext cx="146301" cy="261932"/>
              <a:chOff x="7419591" y="3612333"/>
              <a:chExt cx="146306" cy="261940"/>
            </a:xfrm>
          </p:grpSpPr>
          <p:sp>
            <p:nvSpPr>
              <p:cNvPr id="157" name="Google Shape;1245;p43"/>
              <p:cNvSpPr/>
              <p:nvPr/>
            </p:nvSpPr>
            <p:spPr>
              <a:xfrm>
                <a:off x="7426735" y="3612333"/>
                <a:ext cx="132160" cy="26194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002" extrusionOk="0">
                    <a:moveTo>
                      <a:pt x="0" y="2644"/>
                    </a:moveTo>
                    <a:cubicBezTo>
                      <a:pt x="0" y="184"/>
                      <a:pt x="0" y="184"/>
                      <a:pt x="0" y="184"/>
                    </a:cubicBezTo>
                    <a:cubicBezTo>
                      <a:pt x="0" y="82"/>
                      <a:pt x="83" y="0"/>
                      <a:pt x="184" y="0"/>
                    </a:cubicBezTo>
                    <a:cubicBezTo>
                      <a:pt x="1323" y="0"/>
                      <a:pt x="1323" y="0"/>
                      <a:pt x="1323" y="0"/>
                    </a:cubicBezTo>
                    <a:cubicBezTo>
                      <a:pt x="1424" y="0"/>
                      <a:pt x="1507" y="82"/>
                      <a:pt x="1507" y="184"/>
                    </a:cubicBezTo>
                    <a:cubicBezTo>
                      <a:pt x="1507" y="2644"/>
                      <a:pt x="1507" y="2644"/>
                      <a:pt x="1507" y="2644"/>
                    </a:cubicBezTo>
                    <a:cubicBezTo>
                      <a:pt x="1507" y="2821"/>
                      <a:pt x="1377" y="2969"/>
                      <a:pt x="1208" y="2997"/>
                    </a:cubicBezTo>
                    <a:cubicBezTo>
                      <a:pt x="1189" y="3001"/>
                      <a:pt x="1169" y="3002"/>
                      <a:pt x="1149" y="3002"/>
                    </a:cubicBezTo>
                    <a:cubicBezTo>
                      <a:pt x="358" y="3002"/>
                      <a:pt x="358" y="3002"/>
                      <a:pt x="358" y="3002"/>
                    </a:cubicBezTo>
                    <a:cubicBezTo>
                      <a:pt x="161" y="3002"/>
                      <a:pt x="0" y="2841"/>
                      <a:pt x="0" y="2644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246;p43"/>
              <p:cNvSpPr/>
              <p:nvPr/>
            </p:nvSpPr>
            <p:spPr>
              <a:xfrm>
                <a:off x="7523175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283" y="0"/>
                    </a:moveTo>
                    <a:cubicBezTo>
                      <a:pt x="308" y="0"/>
                      <a:pt x="328" y="20"/>
                      <a:pt x="328" y="44"/>
                    </a:cubicBezTo>
                    <a:cubicBezTo>
                      <a:pt x="328" y="201"/>
                      <a:pt x="201" y="328"/>
                      <a:pt x="44" y="328"/>
                    </a:cubicBezTo>
                    <a:cubicBezTo>
                      <a:pt x="20" y="328"/>
                      <a:pt x="0" y="308"/>
                      <a:pt x="0" y="283"/>
                    </a:cubicBezTo>
                    <a:cubicBezTo>
                      <a:pt x="0" y="258"/>
                      <a:pt x="20" y="238"/>
                      <a:pt x="44" y="238"/>
                    </a:cubicBezTo>
                    <a:cubicBezTo>
                      <a:pt x="151" y="238"/>
                      <a:pt x="238" y="151"/>
                      <a:pt x="238" y="44"/>
                    </a:cubicBezTo>
                    <a:cubicBezTo>
                      <a:pt x="238" y="20"/>
                      <a:pt x="258" y="0"/>
                      <a:pt x="283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247;p43"/>
              <p:cNvSpPr/>
              <p:nvPr/>
            </p:nvSpPr>
            <p:spPr>
              <a:xfrm>
                <a:off x="7433879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45" y="0"/>
                    </a:moveTo>
                    <a:cubicBezTo>
                      <a:pt x="70" y="0"/>
                      <a:pt x="90" y="20"/>
                      <a:pt x="90" y="44"/>
                    </a:cubicBezTo>
                    <a:cubicBezTo>
                      <a:pt x="90" y="151"/>
                      <a:pt x="177" y="238"/>
                      <a:pt x="284" y="238"/>
                    </a:cubicBezTo>
                    <a:cubicBezTo>
                      <a:pt x="308" y="238"/>
                      <a:pt x="328" y="258"/>
                      <a:pt x="328" y="283"/>
                    </a:cubicBezTo>
                    <a:cubicBezTo>
                      <a:pt x="328" y="308"/>
                      <a:pt x="308" y="328"/>
                      <a:pt x="284" y="328"/>
                    </a:cubicBezTo>
                    <a:cubicBezTo>
                      <a:pt x="128" y="328"/>
                      <a:pt x="0" y="201"/>
                      <a:pt x="0" y="44"/>
                    </a:cubicBezTo>
                    <a:cubicBezTo>
                      <a:pt x="0" y="20"/>
                      <a:pt x="20" y="0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248;p43"/>
              <p:cNvSpPr/>
              <p:nvPr/>
            </p:nvSpPr>
            <p:spPr>
              <a:xfrm>
                <a:off x="7519603" y="3619477"/>
                <a:ext cx="238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2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63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3" y="104"/>
                      <a:pt x="262" y="104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249;p43"/>
              <p:cNvSpPr/>
              <p:nvPr/>
            </p:nvSpPr>
            <p:spPr>
              <a:xfrm>
                <a:off x="7445785" y="3619477"/>
                <a:ext cx="226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1" y="0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62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2" y="104"/>
                      <a:pt x="261" y="104"/>
                    </a:cubicBezTo>
                    <a:cubicBezTo>
                      <a:pt x="1" y="104"/>
                      <a:pt x="1" y="104"/>
                      <a:pt x="1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250;p43"/>
              <p:cNvSpPr/>
              <p:nvPr/>
            </p:nvSpPr>
            <p:spPr>
              <a:xfrm>
                <a:off x="7455310" y="3649243"/>
                <a:ext cx="7858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31" extrusionOk="0">
                    <a:moveTo>
                      <a:pt x="94" y="131"/>
                    </a:moveTo>
                    <a:cubicBezTo>
                      <a:pt x="33" y="80"/>
                      <a:pt x="33" y="80"/>
                      <a:pt x="33" y="80"/>
                    </a:cubicBezTo>
                    <a:cubicBezTo>
                      <a:pt x="0" y="53"/>
                      <a:pt x="19" y="0"/>
                      <a:pt x="61" y="0"/>
                    </a:cubicBezTo>
                    <a:cubicBezTo>
                      <a:pt x="840" y="0"/>
                      <a:pt x="840" y="0"/>
                      <a:pt x="840" y="0"/>
                    </a:cubicBezTo>
                    <a:cubicBezTo>
                      <a:pt x="882" y="0"/>
                      <a:pt x="901" y="53"/>
                      <a:pt x="868" y="80"/>
                    </a:cubicBezTo>
                    <a:cubicBezTo>
                      <a:pt x="807" y="131"/>
                      <a:pt x="807" y="131"/>
                      <a:pt x="807" y="131"/>
                    </a:cubicBezTo>
                    <a:lnTo>
                      <a:pt x="94" y="131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251;p43"/>
              <p:cNvSpPr/>
              <p:nvPr/>
            </p:nvSpPr>
            <p:spPr>
              <a:xfrm>
                <a:off x="7452928" y="3770686"/>
                <a:ext cx="82152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941" h="450" extrusionOk="0">
                    <a:moveTo>
                      <a:pt x="36" y="257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807" y="0"/>
                      <a:pt x="807" y="0"/>
                      <a:pt x="807" y="0"/>
                    </a:cubicBezTo>
                    <a:cubicBezTo>
                      <a:pt x="905" y="257"/>
                      <a:pt x="905" y="257"/>
                      <a:pt x="905" y="257"/>
                    </a:cubicBezTo>
                    <a:cubicBezTo>
                      <a:pt x="941" y="350"/>
                      <a:pt x="872" y="450"/>
                      <a:pt x="772" y="450"/>
                    </a:cubicBezTo>
                    <a:cubicBezTo>
                      <a:pt x="169" y="450"/>
                      <a:pt x="169" y="450"/>
                      <a:pt x="169" y="450"/>
                    </a:cubicBezTo>
                    <a:cubicBezTo>
                      <a:pt x="69" y="450"/>
                      <a:pt x="0" y="350"/>
                      <a:pt x="36" y="257"/>
                    </a:cubicBezTo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252;p43"/>
              <p:cNvSpPr/>
              <p:nvPr/>
            </p:nvSpPr>
            <p:spPr>
              <a:xfrm>
                <a:off x="7449356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0"/>
                    </a:moveTo>
                    <a:lnTo>
                      <a:pt x="7" y="30"/>
                    </a:lnTo>
                    <a:lnTo>
                      <a:pt x="0" y="33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253;p43"/>
              <p:cNvSpPr/>
              <p:nvPr/>
            </p:nvSpPr>
            <p:spPr>
              <a:xfrm>
                <a:off x="7449356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33"/>
                    </a:moveTo>
                    <a:lnTo>
                      <a:pt x="7" y="3"/>
                    </a:lnTo>
                    <a:lnTo>
                      <a:pt x="0" y="0"/>
                    </a:lnTo>
                    <a:lnTo>
                      <a:pt x="0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254;p43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255;p43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256;p43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257;p43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258;p43"/>
              <p:cNvSpPr/>
              <p:nvPr/>
            </p:nvSpPr>
            <p:spPr>
              <a:xfrm>
                <a:off x="7529128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151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84"/>
                      <a:pt x="112" y="84"/>
                      <a:pt x="112" y="84"/>
                    </a:cubicBezTo>
                    <a:cubicBezTo>
                      <a:pt x="157" y="84"/>
                      <a:pt x="157" y="84"/>
                      <a:pt x="157" y="84"/>
                    </a:cubicBezTo>
                    <a:cubicBezTo>
                      <a:pt x="158" y="84"/>
                      <a:pt x="158" y="85"/>
                      <a:pt x="158" y="86"/>
                    </a:cubicBezTo>
                    <a:cubicBezTo>
                      <a:pt x="158" y="187"/>
                      <a:pt x="158" y="187"/>
                      <a:pt x="158" y="187"/>
                    </a:cubicBezTo>
                    <a:cubicBezTo>
                      <a:pt x="158" y="188"/>
                      <a:pt x="158" y="188"/>
                      <a:pt x="157" y="188"/>
                    </a:cubicBezTo>
                    <a:cubicBezTo>
                      <a:pt x="112" y="188"/>
                      <a:pt x="112" y="188"/>
                      <a:pt x="112" y="188"/>
                    </a:cubicBezTo>
                    <a:cubicBezTo>
                      <a:pt x="112" y="1541"/>
                      <a:pt x="112" y="1541"/>
                      <a:pt x="112" y="1541"/>
                    </a:cubicBezTo>
                    <a:cubicBezTo>
                      <a:pt x="112" y="1542"/>
                      <a:pt x="112" y="1542"/>
                      <a:pt x="112" y="1542"/>
                    </a:cubicBezTo>
                    <a:cubicBezTo>
                      <a:pt x="112" y="1685"/>
                      <a:pt x="112" y="1685"/>
                      <a:pt x="112" y="1685"/>
                    </a:cubicBezTo>
                    <a:cubicBezTo>
                      <a:pt x="95" y="1678"/>
                      <a:pt x="95" y="1678"/>
                      <a:pt x="95" y="1678"/>
                    </a:cubicBezTo>
                    <a:cubicBezTo>
                      <a:pt x="41" y="2107"/>
                      <a:pt x="41" y="2107"/>
                      <a:pt x="41" y="2107"/>
                    </a:cubicBezTo>
                    <a:cubicBezTo>
                      <a:pt x="43" y="2130"/>
                      <a:pt x="40" y="2154"/>
                      <a:pt x="32" y="2175"/>
                    </a:cubicBezTo>
                    <a:cubicBezTo>
                      <a:pt x="32" y="2175"/>
                      <a:pt x="32" y="2175"/>
                      <a:pt x="32" y="2175"/>
                    </a:cubicBezTo>
                    <a:cubicBezTo>
                      <a:pt x="0" y="2373"/>
                      <a:pt x="4" y="2615"/>
                      <a:pt x="21" y="2833"/>
                    </a:cubicBezTo>
                    <a:cubicBezTo>
                      <a:pt x="107" y="2814"/>
                      <a:pt x="171" y="2736"/>
                      <a:pt x="171" y="2644"/>
                    </a:cubicBezTo>
                    <a:cubicBezTo>
                      <a:pt x="171" y="2620"/>
                      <a:pt x="191" y="2600"/>
                      <a:pt x="216" y="2600"/>
                    </a:cubicBezTo>
                    <a:cubicBezTo>
                      <a:pt x="241" y="2600"/>
                      <a:pt x="261" y="2620"/>
                      <a:pt x="261" y="2644"/>
                    </a:cubicBezTo>
                    <a:cubicBezTo>
                      <a:pt x="261" y="2783"/>
                      <a:pt x="160" y="2899"/>
                      <a:pt x="28" y="2923"/>
                    </a:cubicBezTo>
                    <a:cubicBezTo>
                      <a:pt x="31" y="2948"/>
                      <a:pt x="33" y="2973"/>
                      <a:pt x="36" y="2997"/>
                    </a:cubicBezTo>
                    <a:cubicBezTo>
                      <a:pt x="205" y="2969"/>
                      <a:pt x="335" y="2821"/>
                      <a:pt x="335" y="2644"/>
                    </a:cubicBezTo>
                    <a:cubicBezTo>
                      <a:pt x="335" y="184"/>
                      <a:pt x="335" y="184"/>
                      <a:pt x="335" y="184"/>
                    </a:cubicBezTo>
                    <a:cubicBezTo>
                      <a:pt x="335" y="82"/>
                      <a:pt x="252" y="0"/>
                      <a:pt x="15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259;p43"/>
              <p:cNvSpPr/>
              <p:nvPr/>
            </p:nvSpPr>
            <p:spPr>
              <a:xfrm>
                <a:off x="7538653" y="3619477"/>
                <a:ext cx="47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" h="104" extrusionOk="0">
                    <a:moveTo>
                      <a:pt x="4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6" y="104"/>
                      <a:pt x="46" y="104"/>
                      <a:pt x="46" y="103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6" y="1"/>
                      <a:pt x="46" y="0"/>
                      <a:pt x="45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260;p43"/>
              <p:cNvSpPr/>
              <p:nvPr/>
            </p:nvSpPr>
            <p:spPr>
              <a:xfrm>
                <a:off x="7532700" y="3795688"/>
                <a:ext cx="0" cy="5953"/>
              </a:xfrm>
              <a:custGeom>
                <a:avLst/>
                <a:gdLst/>
                <a:ahLst/>
                <a:cxnLst/>
                <a:rect l="l" t="t" r="r" b="b"/>
                <a:pathLst>
                  <a:path w="11" h="68" extrusionOk="0">
                    <a:moveTo>
                      <a:pt x="0" y="0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47"/>
                      <a:pt x="0" y="23"/>
                      <a:pt x="0" y="0"/>
                    </a:cubicBezTo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261;p43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262;p43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263;p43"/>
              <p:cNvSpPr/>
              <p:nvPr/>
            </p:nvSpPr>
            <p:spPr>
              <a:xfrm>
                <a:off x="7426735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223" y="0"/>
                    </a:moveTo>
                    <a:cubicBezTo>
                      <a:pt x="184" y="0"/>
                      <a:pt x="184" y="0"/>
                      <a:pt x="184" y="0"/>
                    </a:cubicBezTo>
                    <a:cubicBezTo>
                      <a:pt x="83" y="0"/>
                      <a:pt x="0" y="82"/>
                      <a:pt x="0" y="184"/>
                    </a:cubicBezTo>
                    <a:cubicBezTo>
                      <a:pt x="0" y="2644"/>
                      <a:pt x="0" y="2644"/>
                      <a:pt x="0" y="2644"/>
                    </a:cubicBezTo>
                    <a:cubicBezTo>
                      <a:pt x="0" y="2821"/>
                      <a:pt x="130" y="2969"/>
                      <a:pt x="299" y="2997"/>
                    </a:cubicBezTo>
                    <a:cubicBezTo>
                      <a:pt x="302" y="2973"/>
                      <a:pt x="304" y="2949"/>
                      <a:pt x="307" y="2923"/>
                    </a:cubicBezTo>
                    <a:cubicBezTo>
                      <a:pt x="174" y="2900"/>
                      <a:pt x="72" y="2784"/>
                      <a:pt x="72" y="2644"/>
                    </a:cubicBezTo>
                    <a:cubicBezTo>
                      <a:pt x="72" y="2620"/>
                      <a:pt x="92" y="2600"/>
                      <a:pt x="117" y="2600"/>
                    </a:cubicBezTo>
                    <a:cubicBezTo>
                      <a:pt x="142" y="2600"/>
                      <a:pt x="162" y="2620"/>
                      <a:pt x="162" y="2644"/>
                    </a:cubicBezTo>
                    <a:cubicBezTo>
                      <a:pt x="162" y="2737"/>
                      <a:pt x="227" y="2815"/>
                      <a:pt x="314" y="2834"/>
                    </a:cubicBezTo>
                    <a:cubicBezTo>
                      <a:pt x="331" y="2615"/>
                      <a:pt x="335" y="2373"/>
                      <a:pt x="303" y="2175"/>
                    </a:cubicBezTo>
                    <a:cubicBezTo>
                      <a:pt x="223" y="1541"/>
                      <a:pt x="223" y="1541"/>
                      <a:pt x="223" y="1541"/>
                    </a:cubicBezTo>
                    <a:cubicBezTo>
                      <a:pt x="223" y="188"/>
                      <a:pt x="223" y="188"/>
                      <a:pt x="223" y="188"/>
                    </a:cubicBezTo>
                    <a:cubicBezTo>
                      <a:pt x="208" y="188"/>
                      <a:pt x="208" y="188"/>
                      <a:pt x="208" y="188"/>
                    </a:cubicBezTo>
                    <a:cubicBezTo>
                      <a:pt x="208" y="188"/>
                      <a:pt x="207" y="188"/>
                      <a:pt x="207" y="187"/>
                    </a:cubicBezTo>
                    <a:cubicBezTo>
                      <a:pt x="207" y="86"/>
                      <a:pt x="207" y="86"/>
                      <a:pt x="207" y="86"/>
                    </a:cubicBezTo>
                    <a:cubicBezTo>
                      <a:pt x="207" y="85"/>
                      <a:pt x="208" y="84"/>
                      <a:pt x="208" y="84"/>
                    </a:cubicBezTo>
                    <a:cubicBezTo>
                      <a:pt x="223" y="84"/>
                      <a:pt x="223" y="84"/>
                      <a:pt x="223" y="84"/>
                    </a:cubicBezTo>
                    <a:cubicBezTo>
                      <a:pt x="223" y="0"/>
                      <a:pt x="223" y="0"/>
                      <a:pt x="223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264;p43"/>
              <p:cNvSpPr/>
              <p:nvPr/>
            </p:nvSpPr>
            <p:spPr>
              <a:xfrm>
                <a:off x="7445785" y="3619477"/>
                <a:ext cx="11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04" extrusionOk="0">
                    <a:moveTo>
                      <a:pt x="16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1" y="104"/>
                      <a:pt x="1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265;p43"/>
              <p:cNvSpPr/>
              <p:nvPr/>
            </p:nvSpPr>
            <p:spPr>
              <a:xfrm>
                <a:off x="7545797" y="3780211"/>
                <a:ext cx="20100" cy="156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266;p43"/>
              <p:cNvSpPr/>
              <p:nvPr/>
            </p:nvSpPr>
            <p:spPr>
              <a:xfrm>
                <a:off x="7419591" y="3780211"/>
                <a:ext cx="20100" cy="156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" name="Google Shape;1267;p43"/>
            <p:cNvGrpSpPr/>
            <p:nvPr/>
          </p:nvGrpSpPr>
          <p:grpSpPr>
            <a:xfrm rot="-3599956">
              <a:off x="1826138" y="1721058"/>
              <a:ext cx="146303" cy="261934"/>
              <a:chOff x="7419591" y="3612333"/>
              <a:chExt cx="146306" cy="261940"/>
            </a:xfrm>
          </p:grpSpPr>
          <p:sp>
            <p:nvSpPr>
              <p:cNvPr id="135" name="Google Shape;1268;p43"/>
              <p:cNvSpPr/>
              <p:nvPr/>
            </p:nvSpPr>
            <p:spPr>
              <a:xfrm>
                <a:off x="7426735" y="3612333"/>
                <a:ext cx="132160" cy="26194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002" extrusionOk="0">
                    <a:moveTo>
                      <a:pt x="0" y="2644"/>
                    </a:moveTo>
                    <a:cubicBezTo>
                      <a:pt x="0" y="184"/>
                      <a:pt x="0" y="184"/>
                      <a:pt x="0" y="184"/>
                    </a:cubicBezTo>
                    <a:cubicBezTo>
                      <a:pt x="0" y="82"/>
                      <a:pt x="83" y="0"/>
                      <a:pt x="184" y="0"/>
                    </a:cubicBezTo>
                    <a:cubicBezTo>
                      <a:pt x="1323" y="0"/>
                      <a:pt x="1323" y="0"/>
                      <a:pt x="1323" y="0"/>
                    </a:cubicBezTo>
                    <a:cubicBezTo>
                      <a:pt x="1424" y="0"/>
                      <a:pt x="1507" y="82"/>
                      <a:pt x="1507" y="184"/>
                    </a:cubicBezTo>
                    <a:cubicBezTo>
                      <a:pt x="1507" y="2644"/>
                      <a:pt x="1507" y="2644"/>
                      <a:pt x="1507" y="2644"/>
                    </a:cubicBezTo>
                    <a:cubicBezTo>
                      <a:pt x="1507" y="2821"/>
                      <a:pt x="1377" y="2969"/>
                      <a:pt x="1208" y="2997"/>
                    </a:cubicBezTo>
                    <a:cubicBezTo>
                      <a:pt x="1189" y="3001"/>
                      <a:pt x="1169" y="3002"/>
                      <a:pt x="1149" y="3002"/>
                    </a:cubicBezTo>
                    <a:cubicBezTo>
                      <a:pt x="358" y="3002"/>
                      <a:pt x="358" y="3002"/>
                      <a:pt x="358" y="3002"/>
                    </a:cubicBezTo>
                    <a:cubicBezTo>
                      <a:pt x="161" y="3002"/>
                      <a:pt x="0" y="2841"/>
                      <a:pt x="0" y="264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269;p43"/>
              <p:cNvSpPr/>
              <p:nvPr/>
            </p:nvSpPr>
            <p:spPr>
              <a:xfrm>
                <a:off x="7523175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283" y="0"/>
                    </a:moveTo>
                    <a:cubicBezTo>
                      <a:pt x="308" y="0"/>
                      <a:pt x="328" y="20"/>
                      <a:pt x="328" y="44"/>
                    </a:cubicBezTo>
                    <a:cubicBezTo>
                      <a:pt x="328" y="201"/>
                      <a:pt x="201" y="328"/>
                      <a:pt x="44" y="328"/>
                    </a:cubicBezTo>
                    <a:cubicBezTo>
                      <a:pt x="20" y="328"/>
                      <a:pt x="0" y="308"/>
                      <a:pt x="0" y="283"/>
                    </a:cubicBezTo>
                    <a:cubicBezTo>
                      <a:pt x="0" y="258"/>
                      <a:pt x="20" y="238"/>
                      <a:pt x="44" y="238"/>
                    </a:cubicBezTo>
                    <a:cubicBezTo>
                      <a:pt x="151" y="238"/>
                      <a:pt x="238" y="151"/>
                      <a:pt x="238" y="44"/>
                    </a:cubicBezTo>
                    <a:cubicBezTo>
                      <a:pt x="238" y="20"/>
                      <a:pt x="258" y="0"/>
                      <a:pt x="283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270;p43"/>
              <p:cNvSpPr/>
              <p:nvPr/>
            </p:nvSpPr>
            <p:spPr>
              <a:xfrm>
                <a:off x="7433879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45" y="0"/>
                    </a:moveTo>
                    <a:cubicBezTo>
                      <a:pt x="70" y="0"/>
                      <a:pt x="90" y="20"/>
                      <a:pt x="90" y="44"/>
                    </a:cubicBezTo>
                    <a:cubicBezTo>
                      <a:pt x="90" y="151"/>
                      <a:pt x="177" y="238"/>
                      <a:pt x="284" y="238"/>
                    </a:cubicBezTo>
                    <a:cubicBezTo>
                      <a:pt x="308" y="238"/>
                      <a:pt x="328" y="258"/>
                      <a:pt x="328" y="283"/>
                    </a:cubicBezTo>
                    <a:cubicBezTo>
                      <a:pt x="328" y="308"/>
                      <a:pt x="308" y="328"/>
                      <a:pt x="284" y="328"/>
                    </a:cubicBezTo>
                    <a:cubicBezTo>
                      <a:pt x="128" y="328"/>
                      <a:pt x="0" y="201"/>
                      <a:pt x="0" y="44"/>
                    </a:cubicBezTo>
                    <a:cubicBezTo>
                      <a:pt x="0" y="20"/>
                      <a:pt x="20" y="0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271;p43"/>
              <p:cNvSpPr/>
              <p:nvPr/>
            </p:nvSpPr>
            <p:spPr>
              <a:xfrm>
                <a:off x="7519603" y="3619477"/>
                <a:ext cx="238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2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63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3" y="104"/>
                      <a:pt x="262" y="104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272;p43"/>
              <p:cNvSpPr/>
              <p:nvPr/>
            </p:nvSpPr>
            <p:spPr>
              <a:xfrm>
                <a:off x="7445785" y="3619477"/>
                <a:ext cx="226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1" y="0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62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2" y="104"/>
                      <a:pt x="261" y="104"/>
                    </a:cubicBezTo>
                    <a:cubicBezTo>
                      <a:pt x="1" y="104"/>
                      <a:pt x="1" y="104"/>
                      <a:pt x="1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273;p43"/>
              <p:cNvSpPr/>
              <p:nvPr/>
            </p:nvSpPr>
            <p:spPr>
              <a:xfrm>
                <a:off x="7455310" y="3649243"/>
                <a:ext cx="7858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31" extrusionOk="0">
                    <a:moveTo>
                      <a:pt x="94" y="131"/>
                    </a:moveTo>
                    <a:cubicBezTo>
                      <a:pt x="33" y="80"/>
                      <a:pt x="33" y="80"/>
                      <a:pt x="33" y="80"/>
                    </a:cubicBezTo>
                    <a:cubicBezTo>
                      <a:pt x="0" y="53"/>
                      <a:pt x="19" y="0"/>
                      <a:pt x="61" y="0"/>
                    </a:cubicBezTo>
                    <a:cubicBezTo>
                      <a:pt x="840" y="0"/>
                      <a:pt x="840" y="0"/>
                      <a:pt x="840" y="0"/>
                    </a:cubicBezTo>
                    <a:cubicBezTo>
                      <a:pt x="882" y="0"/>
                      <a:pt x="901" y="53"/>
                      <a:pt x="868" y="80"/>
                    </a:cubicBezTo>
                    <a:cubicBezTo>
                      <a:pt x="807" y="131"/>
                      <a:pt x="807" y="131"/>
                      <a:pt x="807" y="131"/>
                    </a:cubicBezTo>
                    <a:lnTo>
                      <a:pt x="94" y="131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274;p43"/>
              <p:cNvSpPr/>
              <p:nvPr/>
            </p:nvSpPr>
            <p:spPr>
              <a:xfrm>
                <a:off x="7452928" y="3770686"/>
                <a:ext cx="82152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941" h="450" extrusionOk="0">
                    <a:moveTo>
                      <a:pt x="36" y="257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807" y="0"/>
                      <a:pt x="807" y="0"/>
                      <a:pt x="807" y="0"/>
                    </a:cubicBezTo>
                    <a:cubicBezTo>
                      <a:pt x="905" y="257"/>
                      <a:pt x="905" y="257"/>
                      <a:pt x="905" y="257"/>
                    </a:cubicBezTo>
                    <a:cubicBezTo>
                      <a:pt x="941" y="350"/>
                      <a:pt x="872" y="450"/>
                      <a:pt x="772" y="450"/>
                    </a:cubicBezTo>
                    <a:cubicBezTo>
                      <a:pt x="169" y="450"/>
                      <a:pt x="169" y="450"/>
                      <a:pt x="169" y="450"/>
                    </a:cubicBezTo>
                    <a:cubicBezTo>
                      <a:pt x="69" y="450"/>
                      <a:pt x="0" y="350"/>
                      <a:pt x="36" y="257"/>
                    </a:cubicBezTo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275;p43"/>
              <p:cNvSpPr/>
              <p:nvPr/>
            </p:nvSpPr>
            <p:spPr>
              <a:xfrm>
                <a:off x="7449356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0"/>
                    </a:moveTo>
                    <a:lnTo>
                      <a:pt x="7" y="30"/>
                    </a:lnTo>
                    <a:lnTo>
                      <a:pt x="0" y="33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276;p43"/>
              <p:cNvSpPr/>
              <p:nvPr/>
            </p:nvSpPr>
            <p:spPr>
              <a:xfrm>
                <a:off x="7449356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33"/>
                    </a:moveTo>
                    <a:lnTo>
                      <a:pt x="7" y="3"/>
                    </a:lnTo>
                    <a:lnTo>
                      <a:pt x="0" y="0"/>
                    </a:lnTo>
                    <a:lnTo>
                      <a:pt x="0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277;p43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278;p43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279;p43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280;p43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281;p43"/>
              <p:cNvSpPr/>
              <p:nvPr/>
            </p:nvSpPr>
            <p:spPr>
              <a:xfrm>
                <a:off x="7529128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151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84"/>
                      <a:pt x="112" y="84"/>
                      <a:pt x="112" y="84"/>
                    </a:cubicBezTo>
                    <a:cubicBezTo>
                      <a:pt x="157" y="84"/>
                      <a:pt x="157" y="84"/>
                      <a:pt x="157" y="84"/>
                    </a:cubicBezTo>
                    <a:cubicBezTo>
                      <a:pt x="158" y="84"/>
                      <a:pt x="158" y="85"/>
                      <a:pt x="158" y="86"/>
                    </a:cubicBezTo>
                    <a:cubicBezTo>
                      <a:pt x="158" y="187"/>
                      <a:pt x="158" y="187"/>
                      <a:pt x="158" y="187"/>
                    </a:cubicBezTo>
                    <a:cubicBezTo>
                      <a:pt x="158" y="188"/>
                      <a:pt x="158" y="188"/>
                      <a:pt x="157" y="188"/>
                    </a:cubicBezTo>
                    <a:cubicBezTo>
                      <a:pt x="112" y="188"/>
                      <a:pt x="112" y="188"/>
                      <a:pt x="112" y="188"/>
                    </a:cubicBezTo>
                    <a:cubicBezTo>
                      <a:pt x="112" y="1541"/>
                      <a:pt x="112" y="1541"/>
                      <a:pt x="112" y="1541"/>
                    </a:cubicBezTo>
                    <a:cubicBezTo>
                      <a:pt x="112" y="1542"/>
                      <a:pt x="112" y="1542"/>
                      <a:pt x="112" y="1542"/>
                    </a:cubicBezTo>
                    <a:cubicBezTo>
                      <a:pt x="112" y="1685"/>
                      <a:pt x="112" y="1685"/>
                      <a:pt x="112" y="1685"/>
                    </a:cubicBezTo>
                    <a:cubicBezTo>
                      <a:pt x="95" y="1678"/>
                      <a:pt x="95" y="1678"/>
                      <a:pt x="95" y="1678"/>
                    </a:cubicBezTo>
                    <a:cubicBezTo>
                      <a:pt x="41" y="2107"/>
                      <a:pt x="41" y="2107"/>
                      <a:pt x="41" y="2107"/>
                    </a:cubicBezTo>
                    <a:cubicBezTo>
                      <a:pt x="43" y="2130"/>
                      <a:pt x="40" y="2154"/>
                      <a:pt x="32" y="2175"/>
                    </a:cubicBezTo>
                    <a:cubicBezTo>
                      <a:pt x="32" y="2175"/>
                      <a:pt x="32" y="2175"/>
                      <a:pt x="32" y="2175"/>
                    </a:cubicBezTo>
                    <a:cubicBezTo>
                      <a:pt x="0" y="2373"/>
                      <a:pt x="4" y="2615"/>
                      <a:pt x="21" y="2833"/>
                    </a:cubicBezTo>
                    <a:cubicBezTo>
                      <a:pt x="107" y="2814"/>
                      <a:pt x="171" y="2736"/>
                      <a:pt x="171" y="2644"/>
                    </a:cubicBezTo>
                    <a:cubicBezTo>
                      <a:pt x="171" y="2620"/>
                      <a:pt x="191" y="2600"/>
                      <a:pt x="216" y="2600"/>
                    </a:cubicBezTo>
                    <a:cubicBezTo>
                      <a:pt x="241" y="2600"/>
                      <a:pt x="261" y="2620"/>
                      <a:pt x="261" y="2644"/>
                    </a:cubicBezTo>
                    <a:cubicBezTo>
                      <a:pt x="261" y="2783"/>
                      <a:pt x="160" y="2899"/>
                      <a:pt x="28" y="2923"/>
                    </a:cubicBezTo>
                    <a:cubicBezTo>
                      <a:pt x="31" y="2948"/>
                      <a:pt x="33" y="2973"/>
                      <a:pt x="36" y="2997"/>
                    </a:cubicBezTo>
                    <a:cubicBezTo>
                      <a:pt x="205" y="2969"/>
                      <a:pt x="335" y="2821"/>
                      <a:pt x="335" y="2644"/>
                    </a:cubicBezTo>
                    <a:cubicBezTo>
                      <a:pt x="335" y="184"/>
                      <a:pt x="335" y="184"/>
                      <a:pt x="335" y="184"/>
                    </a:cubicBezTo>
                    <a:cubicBezTo>
                      <a:pt x="335" y="82"/>
                      <a:pt x="252" y="0"/>
                      <a:pt x="151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282;p43"/>
              <p:cNvSpPr/>
              <p:nvPr/>
            </p:nvSpPr>
            <p:spPr>
              <a:xfrm>
                <a:off x="7538653" y="3619477"/>
                <a:ext cx="47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" h="104" extrusionOk="0">
                    <a:moveTo>
                      <a:pt x="4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6" y="104"/>
                      <a:pt x="46" y="104"/>
                      <a:pt x="46" y="103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6" y="1"/>
                      <a:pt x="46" y="0"/>
                      <a:pt x="45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283;p43"/>
              <p:cNvSpPr/>
              <p:nvPr/>
            </p:nvSpPr>
            <p:spPr>
              <a:xfrm>
                <a:off x="7532700" y="3795688"/>
                <a:ext cx="0" cy="5953"/>
              </a:xfrm>
              <a:custGeom>
                <a:avLst/>
                <a:gdLst/>
                <a:ahLst/>
                <a:cxnLst/>
                <a:rect l="l" t="t" r="r" b="b"/>
                <a:pathLst>
                  <a:path w="11" h="68" extrusionOk="0">
                    <a:moveTo>
                      <a:pt x="0" y="0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47"/>
                      <a:pt x="0" y="23"/>
                      <a:pt x="0" y="0"/>
                    </a:cubicBezTo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284;p43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285;p43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286;p43"/>
              <p:cNvSpPr/>
              <p:nvPr/>
            </p:nvSpPr>
            <p:spPr>
              <a:xfrm>
                <a:off x="7426735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223" y="0"/>
                    </a:moveTo>
                    <a:cubicBezTo>
                      <a:pt x="184" y="0"/>
                      <a:pt x="184" y="0"/>
                      <a:pt x="184" y="0"/>
                    </a:cubicBezTo>
                    <a:cubicBezTo>
                      <a:pt x="83" y="0"/>
                      <a:pt x="0" y="82"/>
                      <a:pt x="0" y="184"/>
                    </a:cubicBezTo>
                    <a:cubicBezTo>
                      <a:pt x="0" y="2644"/>
                      <a:pt x="0" y="2644"/>
                      <a:pt x="0" y="2644"/>
                    </a:cubicBezTo>
                    <a:cubicBezTo>
                      <a:pt x="0" y="2821"/>
                      <a:pt x="130" y="2969"/>
                      <a:pt x="299" y="2997"/>
                    </a:cubicBezTo>
                    <a:cubicBezTo>
                      <a:pt x="302" y="2973"/>
                      <a:pt x="304" y="2949"/>
                      <a:pt x="307" y="2923"/>
                    </a:cubicBezTo>
                    <a:cubicBezTo>
                      <a:pt x="174" y="2900"/>
                      <a:pt x="72" y="2784"/>
                      <a:pt x="72" y="2644"/>
                    </a:cubicBezTo>
                    <a:cubicBezTo>
                      <a:pt x="72" y="2620"/>
                      <a:pt x="92" y="2600"/>
                      <a:pt x="117" y="2600"/>
                    </a:cubicBezTo>
                    <a:cubicBezTo>
                      <a:pt x="142" y="2600"/>
                      <a:pt x="162" y="2620"/>
                      <a:pt x="162" y="2644"/>
                    </a:cubicBezTo>
                    <a:cubicBezTo>
                      <a:pt x="162" y="2737"/>
                      <a:pt x="227" y="2815"/>
                      <a:pt x="314" y="2834"/>
                    </a:cubicBezTo>
                    <a:cubicBezTo>
                      <a:pt x="331" y="2615"/>
                      <a:pt x="335" y="2373"/>
                      <a:pt x="303" y="2175"/>
                    </a:cubicBezTo>
                    <a:cubicBezTo>
                      <a:pt x="223" y="1541"/>
                      <a:pt x="223" y="1541"/>
                      <a:pt x="223" y="1541"/>
                    </a:cubicBezTo>
                    <a:cubicBezTo>
                      <a:pt x="223" y="188"/>
                      <a:pt x="223" y="188"/>
                      <a:pt x="223" y="188"/>
                    </a:cubicBezTo>
                    <a:cubicBezTo>
                      <a:pt x="208" y="188"/>
                      <a:pt x="208" y="188"/>
                      <a:pt x="208" y="188"/>
                    </a:cubicBezTo>
                    <a:cubicBezTo>
                      <a:pt x="208" y="188"/>
                      <a:pt x="207" y="188"/>
                      <a:pt x="207" y="187"/>
                    </a:cubicBezTo>
                    <a:cubicBezTo>
                      <a:pt x="207" y="86"/>
                      <a:pt x="207" y="86"/>
                      <a:pt x="207" y="86"/>
                    </a:cubicBezTo>
                    <a:cubicBezTo>
                      <a:pt x="207" y="85"/>
                      <a:pt x="208" y="84"/>
                      <a:pt x="208" y="84"/>
                    </a:cubicBezTo>
                    <a:cubicBezTo>
                      <a:pt x="223" y="84"/>
                      <a:pt x="223" y="84"/>
                      <a:pt x="223" y="84"/>
                    </a:cubicBezTo>
                    <a:cubicBezTo>
                      <a:pt x="223" y="0"/>
                      <a:pt x="223" y="0"/>
                      <a:pt x="223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287;p43"/>
              <p:cNvSpPr/>
              <p:nvPr/>
            </p:nvSpPr>
            <p:spPr>
              <a:xfrm>
                <a:off x="7445785" y="3619477"/>
                <a:ext cx="11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04" extrusionOk="0">
                    <a:moveTo>
                      <a:pt x="16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1" y="104"/>
                      <a:pt x="1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288;p43"/>
              <p:cNvSpPr/>
              <p:nvPr/>
            </p:nvSpPr>
            <p:spPr>
              <a:xfrm>
                <a:off x="7545797" y="3780211"/>
                <a:ext cx="20100" cy="15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289;p43"/>
              <p:cNvSpPr/>
              <p:nvPr/>
            </p:nvSpPr>
            <p:spPr>
              <a:xfrm>
                <a:off x="7419591" y="3780211"/>
                <a:ext cx="20100" cy="15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2" name="Google Shape;1290;p43"/>
            <p:cNvGrpSpPr/>
            <p:nvPr/>
          </p:nvGrpSpPr>
          <p:grpSpPr>
            <a:xfrm rot="-4500040">
              <a:off x="7654094" y="1720978"/>
              <a:ext cx="146301" cy="261932"/>
              <a:chOff x="7419591" y="3612333"/>
              <a:chExt cx="146306" cy="261940"/>
            </a:xfrm>
          </p:grpSpPr>
          <p:sp>
            <p:nvSpPr>
              <p:cNvPr id="113" name="Google Shape;1291;p43"/>
              <p:cNvSpPr/>
              <p:nvPr/>
            </p:nvSpPr>
            <p:spPr>
              <a:xfrm>
                <a:off x="7426735" y="3612333"/>
                <a:ext cx="132160" cy="26194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002" extrusionOk="0">
                    <a:moveTo>
                      <a:pt x="0" y="2644"/>
                    </a:moveTo>
                    <a:cubicBezTo>
                      <a:pt x="0" y="184"/>
                      <a:pt x="0" y="184"/>
                      <a:pt x="0" y="184"/>
                    </a:cubicBezTo>
                    <a:cubicBezTo>
                      <a:pt x="0" y="82"/>
                      <a:pt x="83" y="0"/>
                      <a:pt x="184" y="0"/>
                    </a:cubicBezTo>
                    <a:cubicBezTo>
                      <a:pt x="1323" y="0"/>
                      <a:pt x="1323" y="0"/>
                      <a:pt x="1323" y="0"/>
                    </a:cubicBezTo>
                    <a:cubicBezTo>
                      <a:pt x="1424" y="0"/>
                      <a:pt x="1507" y="82"/>
                      <a:pt x="1507" y="184"/>
                    </a:cubicBezTo>
                    <a:cubicBezTo>
                      <a:pt x="1507" y="2644"/>
                      <a:pt x="1507" y="2644"/>
                      <a:pt x="1507" y="2644"/>
                    </a:cubicBezTo>
                    <a:cubicBezTo>
                      <a:pt x="1507" y="2821"/>
                      <a:pt x="1377" y="2969"/>
                      <a:pt x="1208" y="2997"/>
                    </a:cubicBezTo>
                    <a:cubicBezTo>
                      <a:pt x="1189" y="3001"/>
                      <a:pt x="1169" y="3002"/>
                      <a:pt x="1149" y="3002"/>
                    </a:cubicBezTo>
                    <a:cubicBezTo>
                      <a:pt x="358" y="3002"/>
                      <a:pt x="358" y="3002"/>
                      <a:pt x="358" y="3002"/>
                    </a:cubicBezTo>
                    <a:cubicBezTo>
                      <a:pt x="161" y="3002"/>
                      <a:pt x="0" y="2841"/>
                      <a:pt x="0" y="2644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292;p43"/>
              <p:cNvSpPr/>
              <p:nvPr/>
            </p:nvSpPr>
            <p:spPr>
              <a:xfrm>
                <a:off x="7523175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283" y="0"/>
                    </a:moveTo>
                    <a:cubicBezTo>
                      <a:pt x="308" y="0"/>
                      <a:pt x="328" y="20"/>
                      <a:pt x="328" y="44"/>
                    </a:cubicBezTo>
                    <a:cubicBezTo>
                      <a:pt x="328" y="201"/>
                      <a:pt x="201" y="328"/>
                      <a:pt x="44" y="328"/>
                    </a:cubicBezTo>
                    <a:cubicBezTo>
                      <a:pt x="20" y="328"/>
                      <a:pt x="0" y="308"/>
                      <a:pt x="0" y="283"/>
                    </a:cubicBezTo>
                    <a:cubicBezTo>
                      <a:pt x="0" y="258"/>
                      <a:pt x="20" y="238"/>
                      <a:pt x="44" y="238"/>
                    </a:cubicBezTo>
                    <a:cubicBezTo>
                      <a:pt x="151" y="238"/>
                      <a:pt x="238" y="151"/>
                      <a:pt x="238" y="44"/>
                    </a:cubicBezTo>
                    <a:cubicBezTo>
                      <a:pt x="238" y="20"/>
                      <a:pt x="258" y="0"/>
                      <a:pt x="283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293;p43"/>
              <p:cNvSpPr/>
              <p:nvPr/>
            </p:nvSpPr>
            <p:spPr>
              <a:xfrm>
                <a:off x="7433879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45" y="0"/>
                    </a:moveTo>
                    <a:cubicBezTo>
                      <a:pt x="70" y="0"/>
                      <a:pt x="90" y="20"/>
                      <a:pt x="90" y="44"/>
                    </a:cubicBezTo>
                    <a:cubicBezTo>
                      <a:pt x="90" y="151"/>
                      <a:pt x="177" y="238"/>
                      <a:pt x="284" y="238"/>
                    </a:cubicBezTo>
                    <a:cubicBezTo>
                      <a:pt x="308" y="238"/>
                      <a:pt x="328" y="258"/>
                      <a:pt x="328" y="283"/>
                    </a:cubicBezTo>
                    <a:cubicBezTo>
                      <a:pt x="328" y="308"/>
                      <a:pt x="308" y="328"/>
                      <a:pt x="284" y="328"/>
                    </a:cubicBezTo>
                    <a:cubicBezTo>
                      <a:pt x="128" y="328"/>
                      <a:pt x="0" y="201"/>
                      <a:pt x="0" y="44"/>
                    </a:cubicBezTo>
                    <a:cubicBezTo>
                      <a:pt x="0" y="20"/>
                      <a:pt x="20" y="0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294;p43"/>
              <p:cNvSpPr/>
              <p:nvPr/>
            </p:nvSpPr>
            <p:spPr>
              <a:xfrm>
                <a:off x="7519603" y="3619477"/>
                <a:ext cx="238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2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63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3" y="104"/>
                      <a:pt x="262" y="104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295;p43"/>
              <p:cNvSpPr/>
              <p:nvPr/>
            </p:nvSpPr>
            <p:spPr>
              <a:xfrm>
                <a:off x="7445785" y="3619477"/>
                <a:ext cx="226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1" y="0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62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2" y="104"/>
                      <a:pt x="261" y="104"/>
                    </a:cubicBezTo>
                    <a:cubicBezTo>
                      <a:pt x="1" y="104"/>
                      <a:pt x="1" y="104"/>
                      <a:pt x="1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296;p43"/>
              <p:cNvSpPr/>
              <p:nvPr/>
            </p:nvSpPr>
            <p:spPr>
              <a:xfrm>
                <a:off x="7455310" y="3649243"/>
                <a:ext cx="7858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31" extrusionOk="0">
                    <a:moveTo>
                      <a:pt x="94" y="131"/>
                    </a:moveTo>
                    <a:cubicBezTo>
                      <a:pt x="33" y="80"/>
                      <a:pt x="33" y="80"/>
                      <a:pt x="33" y="80"/>
                    </a:cubicBezTo>
                    <a:cubicBezTo>
                      <a:pt x="0" y="53"/>
                      <a:pt x="19" y="0"/>
                      <a:pt x="61" y="0"/>
                    </a:cubicBezTo>
                    <a:cubicBezTo>
                      <a:pt x="840" y="0"/>
                      <a:pt x="840" y="0"/>
                      <a:pt x="840" y="0"/>
                    </a:cubicBezTo>
                    <a:cubicBezTo>
                      <a:pt x="882" y="0"/>
                      <a:pt x="901" y="53"/>
                      <a:pt x="868" y="80"/>
                    </a:cubicBezTo>
                    <a:cubicBezTo>
                      <a:pt x="807" y="131"/>
                      <a:pt x="807" y="131"/>
                      <a:pt x="807" y="131"/>
                    </a:cubicBezTo>
                    <a:lnTo>
                      <a:pt x="94" y="131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297;p43"/>
              <p:cNvSpPr/>
              <p:nvPr/>
            </p:nvSpPr>
            <p:spPr>
              <a:xfrm>
                <a:off x="7452928" y="3770686"/>
                <a:ext cx="82152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941" h="450" extrusionOk="0">
                    <a:moveTo>
                      <a:pt x="36" y="257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807" y="0"/>
                      <a:pt x="807" y="0"/>
                      <a:pt x="807" y="0"/>
                    </a:cubicBezTo>
                    <a:cubicBezTo>
                      <a:pt x="905" y="257"/>
                      <a:pt x="905" y="257"/>
                      <a:pt x="905" y="257"/>
                    </a:cubicBezTo>
                    <a:cubicBezTo>
                      <a:pt x="941" y="350"/>
                      <a:pt x="872" y="450"/>
                      <a:pt x="772" y="450"/>
                    </a:cubicBezTo>
                    <a:cubicBezTo>
                      <a:pt x="169" y="450"/>
                      <a:pt x="169" y="450"/>
                      <a:pt x="169" y="450"/>
                    </a:cubicBezTo>
                    <a:cubicBezTo>
                      <a:pt x="69" y="450"/>
                      <a:pt x="0" y="350"/>
                      <a:pt x="36" y="257"/>
                    </a:cubicBezTo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98;p43"/>
              <p:cNvSpPr/>
              <p:nvPr/>
            </p:nvSpPr>
            <p:spPr>
              <a:xfrm>
                <a:off x="7449356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0"/>
                    </a:moveTo>
                    <a:lnTo>
                      <a:pt x="7" y="30"/>
                    </a:lnTo>
                    <a:lnTo>
                      <a:pt x="0" y="33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99;p43"/>
              <p:cNvSpPr/>
              <p:nvPr/>
            </p:nvSpPr>
            <p:spPr>
              <a:xfrm>
                <a:off x="7449356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33"/>
                    </a:moveTo>
                    <a:lnTo>
                      <a:pt x="7" y="3"/>
                    </a:lnTo>
                    <a:lnTo>
                      <a:pt x="0" y="0"/>
                    </a:lnTo>
                    <a:lnTo>
                      <a:pt x="0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300;p43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301;p43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302;p43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303;p43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304;p43"/>
              <p:cNvSpPr/>
              <p:nvPr/>
            </p:nvSpPr>
            <p:spPr>
              <a:xfrm>
                <a:off x="7529128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151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84"/>
                      <a:pt x="112" y="84"/>
                      <a:pt x="112" y="84"/>
                    </a:cubicBezTo>
                    <a:cubicBezTo>
                      <a:pt x="157" y="84"/>
                      <a:pt x="157" y="84"/>
                      <a:pt x="157" y="84"/>
                    </a:cubicBezTo>
                    <a:cubicBezTo>
                      <a:pt x="158" y="84"/>
                      <a:pt x="158" y="85"/>
                      <a:pt x="158" y="86"/>
                    </a:cubicBezTo>
                    <a:cubicBezTo>
                      <a:pt x="158" y="187"/>
                      <a:pt x="158" y="187"/>
                      <a:pt x="158" y="187"/>
                    </a:cubicBezTo>
                    <a:cubicBezTo>
                      <a:pt x="158" y="188"/>
                      <a:pt x="158" y="188"/>
                      <a:pt x="157" y="188"/>
                    </a:cubicBezTo>
                    <a:cubicBezTo>
                      <a:pt x="112" y="188"/>
                      <a:pt x="112" y="188"/>
                      <a:pt x="112" y="188"/>
                    </a:cubicBezTo>
                    <a:cubicBezTo>
                      <a:pt x="112" y="1541"/>
                      <a:pt x="112" y="1541"/>
                      <a:pt x="112" y="1541"/>
                    </a:cubicBezTo>
                    <a:cubicBezTo>
                      <a:pt x="112" y="1542"/>
                      <a:pt x="112" y="1542"/>
                      <a:pt x="112" y="1542"/>
                    </a:cubicBezTo>
                    <a:cubicBezTo>
                      <a:pt x="112" y="1685"/>
                      <a:pt x="112" y="1685"/>
                      <a:pt x="112" y="1685"/>
                    </a:cubicBezTo>
                    <a:cubicBezTo>
                      <a:pt x="95" y="1678"/>
                      <a:pt x="95" y="1678"/>
                      <a:pt x="95" y="1678"/>
                    </a:cubicBezTo>
                    <a:cubicBezTo>
                      <a:pt x="41" y="2107"/>
                      <a:pt x="41" y="2107"/>
                      <a:pt x="41" y="2107"/>
                    </a:cubicBezTo>
                    <a:cubicBezTo>
                      <a:pt x="43" y="2130"/>
                      <a:pt x="40" y="2154"/>
                      <a:pt x="32" y="2175"/>
                    </a:cubicBezTo>
                    <a:cubicBezTo>
                      <a:pt x="32" y="2175"/>
                      <a:pt x="32" y="2175"/>
                      <a:pt x="32" y="2175"/>
                    </a:cubicBezTo>
                    <a:cubicBezTo>
                      <a:pt x="0" y="2373"/>
                      <a:pt x="4" y="2615"/>
                      <a:pt x="21" y="2833"/>
                    </a:cubicBezTo>
                    <a:cubicBezTo>
                      <a:pt x="107" y="2814"/>
                      <a:pt x="171" y="2736"/>
                      <a:pt x="171" y="2644"/>
                    </a:cubicBezTo>
                    <a:cubicBezTo>
                      <a:pt x="171" y="2620"/>
                      <a:pt x="191" y="2600"/>
                      <a:pt x="216" y="2600"/>
                    </a:cubicBezTo>
                    <a:cubicBezTo>
                      <a:pt x="241" y="2600"/>
                      <a:pt x="261" y="2620"/>
                      <a:pt x="261" y="2644"/>
                    </a:cubicBezTo>
                    <a:cubicBezTo>
                      <a:pt x="261" y="2783"/>
                      <a:pt x="160" y="2899"/>
                      <a:pt x="28" y="2923"/>
                    </a:cubicBezTo>
                    <a:cubicBezTo>
                      <a:pt x="31" y="2948"/>
                      <a:pt x="33" y="2973"/>
                      <a:pt x="36" y="2997"/>
                    </a:cubicBezTo>
                    <a:cubicBezTo>
                      <a:pt x="205" y="2969"/>
                      <a:pt x="335" y="2821"/>
                      <a:pt x="335" y="2644"/>
                    </a:cubicBezTo>
                    <a:cubicBezTo>
                      <a:pt x="335" y="184"/>
                      <a:pt x="335" y="184"/>
                      <a:pt x="335" y="184"/>
                    </a:cubicBezTo>
                    <a:cubicBezTo>
                      <a:pt x="335" y="82"/>
                      <a:pt x="252" y="0"/>
                      <a:pt x="151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305;p43"/>
              <p:cNvSpPr/>
              <p:nvPr/>
            </p:nvSpPr>
            <p:spPr>
              <a:xfrm>
                <a:off x="7538653" y="3619477"/>
                <a:ext cx="47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" h="104" extrusionOk="0">
                    <a:moveTo>
                      <a:pt x="4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6" y="104"/>
                      <a:pt x="46" y="104"/>
                      <a:pt x="46" y="103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6" y="1"/>
                      <a:pt x="46" y="0"/>
                      <a:pt x="45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306;p43"/>
              <p:cNvSpPr/>
              <p:nvPr/>
            </p:nvSpPr>
            <p:spPr>
              <a:xfrm>
                <a:off x="7532700" y="3795688"/>
                <a:ext cx="0" cy="5953"/>
              </a:xfrm>
              <a:custGeom>
                <a:avLst/>
                <a:gdLst/>
                <a:ahLst/>
                <a:cxnLst/>
                <a:rect l="l" t="t" r="r" b="b"/>
                <a:pathLst>
                  <a:path w="11" h="68" extrusionOk="0">
                    <a:moveTo>
                      <a:pt x="0" y="0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47"/>
                      <a:pt x="0" y="23"/>
                      <a:pt x="0" y="0"/>
                    </a:cubicBezTo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307;p43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8;p43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09;p43"/>
              <p:cNvSpPr/>
              <p:nvPr/>
            </p:nvSpPr>
            <p:spPr>
              <a:xfrm>
                <a:off x="7426735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223" y="0"/>
                    </a:moveTo>
                    <a:cubicBezTo>
                      <a:pt x="184" y="0"/>
                      <a:pt x="184" y="0"/>
                      <a:pt x="184" y="0"/>
                    </a:cubicBezTo>
                    <a:cubicBezTo>
                      <a:pt x="83" y="0"/>
                      <a:pt x="0" y="82"/>
                      <a:pt x="0" y="184"/>
                    </a:cubicBezTo>
                    <a:cubicBezTo>
                      <a:pt x="0" y="2644"/>
                      <a:pt x="0" y="2644"/>
                      <a:pt x="0" y="2644"/>
                    </a:cubicBezTo>
                    <a:cubicBezTo>
                      <a:pt x="0" y="2821"/>
                      <a:pt x="130" y="2969"/>
                      <a:pt x="299" y="2997"/>
                    </a:cubicBezTo>
                    <a:cubicBezTo>
                      <a:pt x="302" y="2973"/>
                      <a:pt x="304" y="2949"/>
                      <a:pt x="307" y="2923"/>
                    </a:cubicBezTo>
                    <a:cubicBezTo>
                      <a:pt x="174" y="2900"/>
                      <a:pt x="72" y="2784"/>
                      <a:pt x="72" y="2644"/>
                    </a:cubicBezTo>
                    <a:cubicBezTo>
                      <a:pt x="72" y="2620"/>
                      <a:pt x="92" y="2600"/>
                      <a:pt x="117" y="2600"/>
                    </a:cubicBezTo>
                    <a:cubicBezTo>
                      <a:pt x="142" y="2600"/>
                      <a:pt x="162" y="2620"/>
                      <a:pt x="162" y="2644"/>
                    </a:cubicBezTo>
                    <a:cubicBezTo>
                      <a:pt x="162" y="2737"/>
                      <a:pt x="227" y="2815"/>
                      <a:pt x="314" y="2834"/>
                    </a:cubicBezTo>
                    <a:cubicBezTo>
                      <a:pt x="331" y="2615"/>
                      <a:pt x="335" y="2373"/>
                      <a:pt x="303" y="2175"/>
                    </a:cubicBezTo>
                    <a:cubicBezTo>
                      <a:pt x="223" y="1541"/>
                      <a:pt x="223" y="1541"/>
                      <a:pt x="223" y="1541"/>
                    </a:cubicBezTo>
                    <a:cubicBezTo>
                      <a:pt x="223" y="188"/>
                      <a:pt x="223" y="188"/>
                      <a:pt x="223" y="188"/>
                    </a:cubicBezTo>
                    <a:cubicBezTo>
                      <a:pt x="208" y="188"/>
                      <a:pt x="208" y="188"/>
                      <a:pt x="208" y="188"/>
                    </a:cubicBezTo>
                    <a:cubicBezTo>
                      <a:pt x="208" y="188"/>
                      <a:pt x="207" y="188"/>
                      <a:pt x="207" y="187"/>
                    </a:cubicBezTo>
                    <a:cubicBezTo>
                      <a:pt x="207" y="86"/>
                      <a:pt x="207" y="86"/>
                      <a:pt x="207" y="86"/>
                    </a:cubicBezTo>
                    <a:cubicBezTo>
                      <a:pt x="207" y="85"/>
                      <a:pt x="208" y="84"/>
                      <a:pt x="208" y="84"/>
                    </a:cubicBezTo>
                    <a:cubicBezTo>
                      <a:pt x="223" y="84"/>
                      <a:pt x="223" y="84"/>
                      <a:pt x="223" y="84"/>
                    </a:cubicBezTo>
                    <a:cubicBezTo>
                      <a:pt x="223" y="0"/>
                      <a:pt x="223" y="0"/>
                      <a:pt x="223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10;p43"/>
              <p:cNvSpPr/>
              <p:nvPr/>
            </p:nvSpPr>
            <p:spPr>
              <a:xfrm>
                <a:off x="7445785" y="3619477"/>
                <a:ext cx="11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04" extrusionOk="0">
                    <a:moveTo>
                      <a:pt x="16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1" y="104"/>
                      <a:pt x="1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11;p43"/>
              <p:cNvSpPr/>
              <p:nvPr/>
            </p:nvSpPr>
            <p:spPr>
              <a:xfrm>
                <a:off x="7545797" y="3780211"/>
                <a:ext cx="20100" cy="156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12;p43"/>
              <p:cNvSpPr/>
              <p:nvPr/>
            </p:nvSpPr>
            <p:spPr>
              <a:xfrm>
                <a:off x="7419591" y="3780211"/>
                <a:ext cx="20100" cy="156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37" name="Google Shape;937;p38"/>
          <p:cNvSpPr txBox="1">
            <a:spLocks noGrp="1"/>
          </p:cNvSpPr>
          <p:nvPr>
            <p:ph type="subTitle" idx="1"/>
          </p:nvPr>
        </p:nvSpPr>
        <p:spPr>
          <a:xfrm>
            <a:off x="97114" y="4262900"/>
            <a:ext cx="3600000" cy="2520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latin typeface="PT Serif" panose="020B0604020202020204" charset="-52"/>
              </a:rPr>
              <a:t>Слабая положительная корреляция (+0.28)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latin typeface="PT Serif" panose="020B0604020202020204" charset="-52"/>
              </a:rPr>
              <a:t>Даже для 200 клиентов отклонение &lt;9%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latin typeface="PT Serif" panose="020B0604020202020204" charset="-52"/>
              </a:rPr>
              <a:t>Алгоритм масштабируется без потери качества</a:t>
            </a:r>
          </a:p>
        </p:txBody>
      </p:sp>
      <p:sp>
        <p:nvSpPr>
          <p:cNvPr id="942" name="Google Shape;942;p38"/>
          <p:cNvSpPr txBox="1">
            <a:spLocks noGrp="1"/>
          </p:cNvSpPr>
          <p:nvPr>
            <p:ph type="title" idx="6"/>
          </p:nvPr>
        </p:nvSpPr>
        <p:spPr>
          <a:xfrm>
            <a:off x="14168" y="0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ru-RU" sz="4800" dirty="0"/>
              <a:t>Ключевые наблюдения</a:t>
            </a:r>
            <a:endParaRPr sz="4800" dirty="0"/>
          </a:p>
        </p:txBody>
      </p:sp>
      <p:sp>
        <p:nvSpPr>
          <p:cNvPr id="943" name="Google Shape;943;p38"/>
          <p:cNvSpPr txBox="1">
            <a:spLocks noGrp="1"/>
          </p:cNvSpPr>
          <p:nvPr>
            <p:ph type="subTitle" idx="7"/>
          </p:nvPr>
        </p:nvSpPr>
        <p:spPr>
          <a:xfrm>
            <a:off x="-987412" y="2634323"/>
            <a:ext cx="4907279" cy="687957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indent="0"/>
            <a:r>
              <a:rPr lang="ru-RU" sz="2400" dirty="0">
                <a:latin typeface="PT Serif" panose="020B0604020202020204" charset="-52"/>
              </a:rPr>
              <a:t>Качество </a:t>
            </a:r>
            <a:endParaRPr lang="en-US" sz="2400" dirty="0" smtClean="0">
              <a:latin typeface="PT Serif" panose="020B0604020202020204" charset="-52"/>
            </a:endParaRPr>
          </a:p>
          <a:p>
            <a:pPr marL="0" indent="0"/>
            <a:r>
              <a:rPr lang="en-US" sz="2400" dirty="0" smtClean="0">
                <a:latin typeface="PT Serif" panose="020B0604020202020204" charset="-52"/>
              </a:rPr>
              <a:t>~ </a:t>
            </a:r>
          </a:p>
          <a:p>
            <a:pPr marL="0" indent="0"/>
            <a:r>
              <a:rPr lang="ru-RU" sz="2400" dirty="0" smtClean="0">
                <a:latin typeface="PT Serif" panose="020B0604020202020204" charset="-52"/>
              </a:rPr>
              <a:t>Размерность</a:t>
            </a:r>
            <a:endParaRPr sz="2400" dirty="0">
              <a:latin typeface="PT Serif" panose="020B0604020202020204" charset="-52"/>
            </a:endParaRPr>
          </a:p>
        </p:txBody>
      </p:sp>
      <p:sp>
        <p:nvSpPr>
          <p:cNvPr id="97" name="Google Shape;943;p38"/>
          <p:cNvSpPr txBox="1">
            <a:spLocks/>
          </p:cNvSpPr>
          <p:nvPr/>
        </p:nvSpPr>
        <p:spPr>
          <a:xfrm>
            <a:off x="3649444" y="2609502"/>
            <a:ext cx="4907279" cy="687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667" b="1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marL="914400" marR="0" lvl="1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ru-RU" sz="2400" dirty="0"/>
              <a:t>Время</a:t>
            </a:r>
            <a:r>
              <a:rPr lang="ru-RU" sz="2400" dirty="0" smtClean="0">
                <a:latin typeface="PT Serif" panose="020B0604020202020204" charset="-52"/>
              </a:rPr>
              <a:t> </a:t>
            </a:r>
            <a:endParaRPr lang="en-US" sz="2400" dirty="0" smtClean="0">
              <a:latin typeface="PT Serif" panose="020B0604020202020204" charset="-52"/>
            </a:endParaRPr>
          </a:p>
          <a:p>
            <a:pPr marL="0" indent="0"/>
            <a:r>
              <a:rPr lang="ru-RU" sz="2400" dirty="0" smtClean="0">
                <a:latin typeface="PT Serif" panose="020B0604020202020204" charset="-52"/>
              </a:rPr>
              <a:t>~ </a:t>
            </a:r>
          </a:p>
          <a:p>
            <a:pPr marL="0" indent="0"/>
            <a:r>
              <a:rPr lang="ru-RU" sz="2400" dirty="0" smtClean="0">
                <a:latin typeface="PT Serif" panose="020B0604020202020204" charset="-52"/>
              </a:rPr>
              <a:t>Размерность</a:t>
            </a:r>
            <a:endParaRPr lang="ru-RU" sz="2400" dirty="0">
              <a:latin typeface="PT Serif" panose="020B0604020202020204" charset="-52"/>
            </a:endParaRPr>
          </a:p>
        </p:txBody>
      </p:sp>
      <p:sp>
        <p:nvSpPr>
          <p:cNvPr id="98" name="Google Shape;937;p38"/>
          <p:cNvSpPr txBox="1">
            <a:spLocks/>
          </p:cNvSpPr>
          <p:nvPr/>
        </p:nvSpPr>
        <p:spPr>
          <a:xfrm>
            <a:off x="4291641" y="4262900"/>
            <a:ext cx="3600000" cy="25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867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marL="914400" marR="0" lvl="1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867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marR="0" lvl="2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867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marR="0" lvl="3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867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marR="0" lvl="4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867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marR="0" lvl="5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867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marR="0" lvl="6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867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marR="0" lvl="7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867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marR="0" lvl="8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867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r>
              <a:rPr lang="ru-RU" sz="2000" dirty="0">
                <a:latin typeface="PT Serif" panose="020B0604020202020204" charset="-52"/>
              </a:rPr>
              <a:t>Чёткая квадратичная зависимость O(n²)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dirty="0">
                <a:latin typeface="PT Serif" panose="020B0604020202020204" charset="-52"/>
              </a:rPr>
              <a:t>50 клиентов → ~5 сек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dirty="0">
                <a:latin typeface="PT Serif" panose="020B0604020202020204" charset="-52"/>
              </a:rPr>
              <a:t>200 клиентов → ~15 сек (лимит времени)</a:t>
            </a:r>
          </a:p>
        </p:txBody>
      </p:sp>
      <p:sp>
        <p:nvSpPr>
          <p:cNvPr id="103" name="Google Shape;943;p38"/>
          <p:cNvSpPr txBox="1">
            <a:spLocks/>
          </p:cNvSpPr>
          <p:nvPr/>
        </p:nvSpPr>
        <p:spPr>
          <a:xfrm>
            <a:off x="8250565" y="2617838"/>
            <a:ext cx="4907279" cy="687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667" b="1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marL="914400" marR="0" lvl="1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ru-RU" sz="2400" dirty="0" smtClean="0"/>
              <a:t>Тип</a:t>
            </a:r>
            <a:endParaRPr lang="en-US" sz="2400" dirty="0" smtClean="0"/>
          </a:p>
          <a:p>
            <a:pPr marL="0" indent="0"/>
            <a:r>
              <a:rPr lang="ru-RU" sz="2400" dirty="0" smtClean="0"/>
              <a:t>задачи</a:t>
            </a:r>
            <a:endParaRPr lang="ru-RU" sz="2400" dirty="0">
              <a:latin typeface="PT Serif" panose="020B0604020202020204" charset="-52"/>
            </a:endParaRPr>
          </a:p>
        </p:txBody>
      </p:sp>
      <p:sp>
        <p:nvSpPr>
          <p:cNvPr id="106" name="Google Shape;937;p38"/>
          <p:cNvSpPr txBox="1">
            <a:spLocks/>
          </p:cNvSpPr>
          <p:nvPr/>
        </p:nvSpPr>
        <p:spPr>
          <a:xfrm>
            <a:off x="8486168" y="4262900"/>
            <a:ext cx="3600000" cy="25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867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marL="914400" marR="0" lvl="1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867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marR="0" lvl="2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867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marR="0" lvl="3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867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marR="0" lvl="4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867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marR="0" lvl="5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867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marR="0" lvl="6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867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marR="0" lvl="7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867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marR="0" lvl="8" indent="-3175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t"/>
              <a:buNone/>
              <a:defRPr sz="1867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endParaRPr lang="ru-RU" sz="2000" dirty="0">
              <a:latin typeface="PT Serif" panose="020B0604020202020204" charset="-5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dirty="0">
                <a:latin typeface="PT Serif" panose="020B0604020202020204" charset="-52"/>
              </a:rPr>
              <a:t>Наборы F и P: наиболее «дружелюбные» для алгоритма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dirty="0">
                <a:latin typeface="PT Serif" panose="020B0604020202020204" charset="-52"/>
              </a:rPr>
              <a:t>Набор M: сложная геометрия, но всё </a:t>
            </a:r>
            <a:r>
              <a:rPr lang="ru-RU" sz="2000" dirty="0" smtClean="0">
                <a:latin typeface="PT Serif" panose="020B0604020202020204" charset="-52"/>
              </a:rPr>
              <a:t>равно </a:t>
            </a:r>
            <a:r>
              <a:rPr lang="ru-RU" sz="2000" dirty="0">
                <a:latin typeface="PT Serif" panose="020B0604020202020204" charset="-52"/>
              </a:rPr>
              <a:t>≤8.5% </a:t>
            </a:r>
            <a:r>
              <a:rPr lang="ru-RU" sz="2000" dirty="0" smtClean="0">
                <a:latin typeface="PT Serif" panose="020B0604020202020204" charset="-52"/>
              </a:rPr>
              <a:t>отклонение</a:t>
            </a:r>
            <a:r>
              <a:rPr lang="ru-RU" sz="2000" dirty="0">
                <a:latin typeface="PT Serif" panose="020B0604020202020204" charset="-52"/>
              </a:rPr>
              <a:t/>
            </a:r>
            <a:br>
              <a:rPr lang="ru-RU" sz="2000" dirty="0">
                <a:latin typeface="PT Serif" panose="020B0604020202020204" charset="-52"/>
              </a:rPr>
            </a:br>
            <a:endParaRPr lang="ru-RU" sz="2000" dirty="0">
              <a:latin typeface="PT Serif" panose="020B060402020202020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05687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3" name="Google Shape;2353;p59"/>
          <p:cNvGrpSpPr/>
          <p:nvPr/>
        </p:nvGrpSpPr>
        <p:grpSpPr>
          <a:xfrm>
            <a:off x="3395901" y="-3465"/>
            <a:ext cx="5400201" cy="6061665"/>
            <a:chOff x="2427725" y="0"/>
            <a:chExt cx="4288597" cy="4755491"/>
          </a:xfrm>
        </p:grpSpPr>
        <p:grpSp>
          <p:nvGrpSpPr>
            <p:cNvPr id="2354" name="Google Shape;2354;p59"/>
            <p:cNvGrpSpPr/>
            <p:nvPr/>
          </p:nvGrpSpPr>
          <p:grpSpPr>
            <a:xfrm>
              <a:off x="2427725" y="0"/>
              <a:ext cx="4288597" cy="4755491"/>
              <a:chOff x="2427725" y="0"/>
              <a:chExt cx="4288597" cy="4755491"/>
            </a:xfrm>
          </p:grpSpPr>
          <p:sp>
            <p:nvSpPr>
              <p:cNvPr id="2355" name="Google Shape;2355;p59"/>
              <p:cNvSpPr/>
              <p:nvPr/>
            </p:nvSpPr>
            <p:spPr>
              <a:xfrm>
                <a:off x="2427725" y="0"/>
                <a:ext cx="4288597" cy="4755491"/>
              </a:xfrm>
              <a:custGeom>
                <a:avLst/>
                <a:gdLst/>
                <a:ahLst/>
                <a:cxnLst/>
                <a:rect l="l" t="t" r="r" b="b"/>
                <a:pathLst>
                  <a:path w="34575" h="38343" extrusionOk="0">
                    <a:moveTo>
                      <a:pt x="33216" y="14326"/>
                    </a:moveTo>
                    <a:cubicBezTo>
                      <a:pt x="32345" y="12267"/>
                      <a:pt x="31099" y="10418"/>
                      <a:pt x="29512" y="8831"/>
                    </a:cubicBezTo>
                    <a:cubicBezTo>
                      <a:pt x="27925" y="7244"/>
                      <a:pt x="26076" y="5998"/>
                      <a:pt x="24017" y="5127"/>
                    </a:cubicBezTo>
                    <a:cubicBezTo>
                      <a:pt x="23169" y="4768"/>
                      <a:pt x="22300" y="4480"/>
                      <a:pt x="21415" y="4263"/>
                    </a:cubicBezTo>
                    <a:cubicBezTo>
                      <a:pt x="21011" y="4164"/>
                      <a:pt x="20726" y="3803"/>
                      <a:pt x="20726" y="3388"/>
                    </a:cubicBezTo>
                    <a:cubicBezTo>
                      <a:pt x="20726" y="0"/>
                      <a:pt x="20726" y="0"/>
                      <a:pt x="20726" y="0"/>
                    </a:cubicBezTo>
                    <a:cubicBezTo>
                      <a:pt x="18008" y="0"/>
                      <a:pt x="18008" y="0"/>
                      <a:pt x="18008" y="0"/>
                    </a:cubicBezTo>
                    <a:cubicBezTo>
                      <a:pt x="18008" y="3783"/>
                      <a:pt x="18008" y="3783"/>
                      <a:pt x="18008" y="3783"/>
                    </a:cubicBezTo>
                    <a:cubicBezTo>
                      <a:pt x="18008" y="5129"/>
                      <a:pt x="18008" y="5129"/>
                      <a:pt x="18008" y="5129"/>
                    </a:cubicBezTo>
                    <a:cubicBezTo>
                      <a:pt x="18008" y="5129"/>
                      <a:pt x="18008" y="5129"/>
                      <a:pt x="18008" y="5129"/>
                    </a:cubicBezTo>
                    <a:cubicBezTo>
                      <a:pt x="18008" y="5884"/>
                      <a:pt x="18565" y="6523"/>
                      <a:pt x="19314" y="6627"/>
                    </a:cubicBezTo>
                    <a:cubicBezTo>
                      <a:pt x="26360" y="7612"/>
                      <a:pt x="31808" y="13655"/>
                      <a:pt x="31856" y="20957"/>
                    </a:cubicBezTo>
                    <a:cubicBezTo>
                      <a:pt x="31910" y="29048"/>
                      <a:pt x="25412" y="35606"/>
                      <a:pt x="17321" y="35624"/>
                    </a:cubicBezTo>
                    <a:cubicBezTo>
                      <a:pt x="9272" y="35642"/>
                      <a:pt x="2719" y="29099"/>
                      <a:pt x="2719" y="21055"/>
                    </a:cubicBezTo>
                    <a:cubicBezTo>
                      <a:pt x="2719" y="13707"/>
                      <a:pt x="8187" y="7612"/>
                      <a:pt x="15269" y="6626"/>
                    </a:cubicBezTo>
                    <a:cubicBezTo>
                      <a:pt x="16014" y="6522"/>
                      <a:pt x="16568" y="5882"/>
                      <a:pt x="16568" y="5129"/>
                    </a:cubicBezTo>
                    <a:cubicBezTo>
                      <a:pt x="16568" y="5129"/>
                      <a:pt x="16568" y="5129"/>
                      <a:pt x="16568" y="5129"/>
                    </a:cubicBezTo>
                    <a:cubicBezTo>
                      <a:pt x="16568" y="3783"/>
                      <a:pt x="16568" y="3783"/>
                      <a:pt x="16568" y="3783"/>
                    </a:cubicBezTo>
                    <a:cubicBezTo>
                      <a:pt x="16568" y="0"/>
                      <a:pt x="16568" y="0"/>
                      <a:pt x="16568" y="0"/>
                    </a:cubicBezTo>
                    <a:cubicBezTo>
                      <a:pt x="13849" y="0"/>
                      <a:pt x="13849" y="0"/>
                      <a:pt x="13849" y="0"/>
                    </a:cubicBezTo>
                    <a:cubicBezTo>
                      <a:pt x="13849" y="3388"/>
                      <a:pt x="13849" y="3388"/>
                      <a:pt x="13849" y="3388"/>
                    </a:cubicBezTo>
                    <a:cubicBezTo>
                      <a:pt x="13849" y="3803"/>
                      <a:pt x="13564" y="4164"/>
                      <a:pt x="13161" y="4263"/>
                    </a:cubicBezTo>
                    <a:cubicBezTo>
                      <a:pt x="12275" y="4480"/>
                      <a:pt x="11406" y="4768"/>
                      <a:pt x="10558" y="5127"/>
                    </a:cubicBezTo>
                    <a:cubicBezTo>
                      <a:pt x="8499" y="5998"/>
                      <a:pt x="6651" y="7244"/>
                      <a:pt x="5064" y="8831"/>
                    </a:cubicBezTo>
                    <a:cubicBezTo>
                      <a:pt x="3476" y="10418"/>
                      <a:pt x="2230" y="12267"/>
                      <a:pt x="1359" y="14326"/>
                    </a:cubicBezTo>
                    <a:cubicBezTo>
                      <a:pt x="458" y="16458"/>
                      <a:pt x="0" y="18722"/>
                      <a:pt x="0" y="21055"/>
                    </a:cubicBezTo>
                    <a:cubicBezTo>
                      <a:pt x="0" y="23388"/>
                      <a:pt x="458" y="25653"/>
                      <a:pt x="1359" y="27785"/>
                    </a:cubicBezTo>
                    <a:cubicBezTo>
                      <a:pt x="2230" y="29844"/>
                      <a:pt x="3476" y="31692"/>
                      <a:pt x="5064" y="33279"/>
                    </a:cubicBezTo>
                    <a:cubicBezTo>
                      <a:pt x="6651" y="34867"/>
                      <a:pt x="8499" y="36113"/>
                      <a:pt x="10558" y="36984"/>
                    </a:cubicBezTo>
                    <a:cubicBezTo>
                      <a:pt x="12690" y="37885"/>
                      <a:pt x="14954" y="38343"/>
                      <a:pt x="17288" y="38343"/>
                    </a:cubicBezTo>
                    <a:cubicBezTo>
                      <a:pt x="19621" y="38343"/>
                      <a:pt x="21885" y="37885"/>
                      <a:pt x="24017" y="36984"/>
                    </a:cubicBezTo>
                    <a:cubicBezTo>
                      <a:pt x="26076" y="36113"/>
                      <a:pt x="27925" y="34867"/>
                      <a:pt x="29512" y="33279"/>
                    </a:cubicBezTo>
                    <a:cubicBezTo>
                      <a:pt x="31099" y="31692"/>
                      <a:pt x="32345" y="29844"/>
                      <a:pt x="33216" y="27785"/>
                    </a:cubicBezTo>
                    <a:cubicBezTo>
                      <a:pt x="34118" y="25653"/>
                      <a:pt x="34575" y="23388"/>
                      <a:pt x="34575" y="21055"/>
                    </a:cubicBezTo>
                    <a:cubicBezTo>
                      <a:pt x="34575" y="18722"/>
                      <a:pt x="34118" y="16458"/>
                      <a:pt x="33216" y="1432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6" name="Google Shape;2356;p59"/>
              <p:cNvSpPr/>
              <p:nvPr/>
            </p:nvSpPr>
            <p:spPr>
              <a:xfrm>
                <a:off x="2589542" y="0"/>
                <a:ext cx="3965043" cy="4593547"/>
              </a:xfrm>
              <a:custGeom>
                <a:avLst/>
                <a:gdLst/>
                <a:ahLst/>
                <a:cxnLst/>
                <a:rect l="l" t="t" r="r" b="b"/>
                <a:pathLst>
                  <a:path w="31971" h="37041" extrusionOk="0">
                    <a:moveTo>
                      <a:pt x="15981" y="37041"/>
                    </a:moveTo>
                    <a:cubicBezTo>
                      <a:pt x="15853" y="37041"/>
                      <a:pt x="15723" y="37039"/>
                      <a:pt x="15595" y="37036"/>
                    </a:cubicBezTo>
                    <a:cubicBezTo>
                      <a:pt x="15598" y="36922"/>
                      <a:pt x="15598" y="36922"/>
                      <a:pt x="15598" y="36922"/>
                    </a:cubicBezTo>
                    <a:cubicBezTo>
                      <a:pt x="15726" y="36925"/>
                      <a:pt x="15856" y="36927"/>
                      <a:pt x="15984" y="36926"/>
                    </a:cubicBezTo>
                    <a:cubicBezTo>
                      <a:pt x="16058" y="36926"/>
                      <a:pt x="16131" y="36926"/>
                      <a:pt x="16205" y="36925"/>
                    </a:cubicBezTo>
                    <a:cubicBezTo>
                      <a:pt x="16383" y="36922"/>
                      <a:pt x="16562" y="36917"/>
                      <a:pt x="16738" y="36909"/>
                    </a:cubicBezTo>
                    <a:cubicBezTo>
                      <a:pt x="16743" y="37023"/>
                      <a:pt x="16743" y="37023"/>
                      <a:pt x="16743" y="37023"/>
                    </a:cubicBezTo>
                    <a:cubicBezTo>
                      <a:pt x="16566" y="37031"/>
                      <a:pt x="16385" y="37037"/>
                      <a:pt x="16207" y="37039"/>
                    </a:cubicBezTo>
                    <a:cubicBezTo>
                      <a:pt x="16131" y="37040"/>
                      <a:pt x="16056" y="37040"/>
                      <a:pt x="15981" y="37041"/>
                    </a:cubicBezTo>
                    <a:close/>
                    <a:moveTo>
                      <a:pt x="14449" y="36968"/>
                    </a:moveTo>
                    <a:cubicBezTo>
                      <a:pt x="14069" y="36932"/>
                      <a:pt x="13686" y="36882"/>
                      <a:pt x="13311" y="36819"/>
                    </a:cubicBezTo>
                    <a:cubicBezTo>
                      <a:pt x="13330" y="36706"/>
                      <a:pt x="13330" y="36706"/>
                      <a:pt x="13330" y="36706"/>
                    </a:cubicBezTo>
                    <a:cubicBezTo>
                      <a:pt x="13702" y="36769"/>
                      <a:pt x="14083" y="36818"/>
                      <a:pt x="14460" y="36854"/>
                    </a:cubicBezTo>
                    <a:lnTo>
                      <a:pt x="14449" y="36968"/>
                    </a:lnTo>
                    <a:close/>
                    <a:moveTo>
                      <a:pt x="17888" y="36929"/>
                    </a:moveTo>
                    <a:cubicBezTo>
                      <a:pt x="17874" y="36815"/>
                      <a:pt x="17874" y="36815"/>
                      <a:pt x="17874" y="36815"/>
                    </a:cubicBezTo>
                    <a:cubicBezTo>
                      <a:pt x="18250" y="36770"/>
                      <a:pt x="18629" y="36711"/>
                      <a:pt x="19001" y="36640"/>
                    </a:cubicBezTo>
                    <a:cubicBezTo>
                      <a:pt x="19022" y="36752"/>
                      <a:pt x="19022" y="36752"/>
                      <a:pt x="19022" y="36752"/>
                    </a:cubicBezTo>
                    <a:cubicBezTo>
                      <a:pt x="18648" y="36824"/>
                      <a:pt x="18267" y="36884"/>
                      <a:pt x="17888" y="36929"/>
                    </a:cubicBezTo>
                    <a:close/>
                    <a:moveTo>
                      <a:pt x="12186" y="36588"/>
                    </a:moveTo>
                    <a:cubicBezTo>
                      <a:pt x="11815" y="36498"/>
                      <a:pt x="11443" y="36394"/>
                      <a:pt x="11080" y="36277"/>
                    </a:cubicBezTo>
                    <a:cubicBezTo>
                      <a:pt x="11115" y="36168"/>
                      <a:pt x="11115" y="36168"/>
                      <a:pt x="11115" y="36168"/>
                    </a:cubicBezTo>
                    <a:cubicBezTo>
                      <a:pt x="11476" y="36284"/>
                      <a:pt x="11845" y="36388"/>
                      <a:pt x="12213" y="36477"/>
                    </a:cubicBezTo>
                    <a:lnTo>
                      <a:pt x="12186" y="36588"/>
                    </a:lnTo>
                    <a:close/>
                    <a:moveTo>
                      <a:pt x="20141" y="36495"/>
                    </a:moveTo>
                    <a:cubicBezTo>
                      <a:pt x="20112" y="36385"/>
                      <a:pt x="20112" y="36385"/>
                      <a:pt x="20112" y="36385"/>
                    </a:cubicBezTo>
                    <a:cubicBezTo>
                      <a:pt x="20477" y="36286"/>
                      <a:pt x="20844" y="36174"/>
                      <a:pt x="21201" y="36049"/>
                    </a:cubicBezTo>
                    <a:cubicBezTo>
                      <a:pt x="21239" y="36157"/>
                      <a:pt x="21239" y="36157"/>
                      <a:pt x="21239" y="36157"/>
                    </a:cubicBezTo>
                    <a:cubicBezTo>
                      <a:pt x="20879" y="36283"/>
                      <a:pt x="20510" y="36396"/>
                      <a:pt x="20141" y="36495"/>
                    </a:cubicBezTo>
                    <a:close/>
                    <a:moveTo>
                      <a:pt x="10000" y="35887"/>
                    </a:moveTo>
                    <a:cubicBezTo>
                      <a:pt x="9647" y="35745"/>
                      <a:pt x="9295" y="35588"/>
                      <a:pt x="8953" y="35421"/>
                    </a:cubicBezTo>
                    <a:cubicBezTo>
                      <a:pt x="9003" y="35318"/>
                      <a:pt x="9003" y="35318"/>
                      <a:pt x="9003" y="35318"/>
                    </a:cubicBezTo>
                    <a:cubicBezTo>
                      <a:pt x="9342" y="35484"/>
                      <a:pt x="9693" y="35640"/>
                      <a:pt x="10043" y="35781"/>
                    </a:cubicBezTo>
                    <a:lnTo>
                      <a:pt x="10000" y="35887"/>
                    </a:lnTo>
                    <a:close/>
                    <a:moveTo>
                      <a:pt x="22310" y="35741"/>
                    </a:moveTo>
                    <a:cubicBezTo>
                      <a:pt x="22265" y="35636"/>
                      <a:pt x="22265" y="35636"/>
                      <a:pt x="22265" y="35636"/>
                    </a:cubicBezTo>
                    <a:cubicBezTo>
                      <a:pt x="22612" y="35486"/>
                      <a:pt x="22959" y="35321"/>
                      <a:pt x="23296" y="35146"/>
                    </a:cubicBezTo>
                    <a:cubicBezTo>
                      <a:pt x="23348" y="35248"/>
                      <a:pt x="23348" y="35248"/>
                      <a:pt x="23348" y="35248"/>
                    </a:cubicBezTo>
                    <a:cubicBezTo>
                      <a:pt x="23010" y="35424"/>
                      <a:pt x="22660" y="35590"/>
                      <a:pt x="22310" y="35741"/>
                    </a:cubicBezTo>
                    <a:close/>
                    <a:moveTo>
                      <a:pt x="7941" y="34879"/>
                    </a:moveTo>
                    <a:cubicBezTo>
                      <a:pt x="7611" y="34688"/>
                      <a:pt x="7285" y="34482"/>
                      <a:pt x="6970" y="34267"/>
                    </a:cubicBezTo>
                    <a:cubicBezTo>
                      <a:pt x="7035" y="34172"/>
                      <a:pt x="7035" y="34172"/>
                      <a:pt x="7035" y="34172"/>
                    </a:cubicBezTo>
                    <a:cubicBezTo>
                      <a:pt x="7347" y="34386"/>
                      <a:pt x="7671" y="34590"/>
                      <a:pt x="7998" y="34781"/>
                    </a:cubicBezTo>
                    <a:lnTo>
                      <a:pt x="7941" y="34879"/>
                    </a:lnTo>
                    <a:close/>
                    <a:moveTo>
                      <a:pt x="24348" y="34681"/>
                    </a:moveTo>
                    <a:cubicBezTo>
                      <a:pt x="24288" y="34584"/>
                      <a:pt x="24288" y="34584"/>
                      <a:pt x="24288" y="34584"/>
                    </a:cubicBezTo>
                    <a:cubicBezTo>
                      <a:pt x="24611" y="34385"/>
                      <a:pt x="24930" y="34173"/>
                      <a:pt x="25238" y="33952"/>
                    </a:cubicBezTo>
                    <a:cubicBezTo>
                      <a:pt x="25305" y="34045"/>
                      <a:pt x="25305" y="34045"/>
                      <a:pt x="25305" y="34045"/>
                    </a:cubicBezTo>
                    <a:cubicBezTo>
                      <a:pt x="24995" y="34267"/>
                      <a:pt x="24673" y="34482"/>
                      <a:pt x="24348" y="34681"/>
                    </a:cubicBezTo>
                    <a:close/>
                    <a:moveTo>
                      <a:pt x="6046" y="33586"/>
                    </a:moveTo>
                    <a:cubicBezTo>
                      <a:pt x="5747" y="33349"/>
                      <a:pt x="5453" y="33098"/>
                      <a:pt x="5172" y="32841"/>
                    </a:cubicBezTo>
                    <a:cubicBezTo>
                      <a:pt x="5250" y="32756"/>
                      <a:pt x="5250" y="32756"/>
                      <a:pt x="5250" y="32756"/>
                    </a:cubicBezTo>
                    <a:cubicBezTo>
                      <a:pt x="5529" y="33012"/>
                      <a:pt x="5820" y="33261"/>
                      <a:pt x="6117" y="33496"/>
                    </a:cubicBezTo>
                    <a:lnTo>
                      <a:pt x="6046" y="33586"/>
                    </a:lnTo>
                    <a:close/>
                    <a:moveTo>
                      <a:pt x="26213" y="33341"/>
                    </a:moveTo>
                    <a:cubicBezTo>
                      <a:pt x="26140" y="33253"/>
                      <a:pt x="26140" y="33253"/>
                      <a:pt x="26140" y="33253"/>
                    </a:cubicBezTo>
                    <a:cubicBezTo>
                      <a:pt x="26430" y="33011"/>
                      <a:pt x="26716" y="32755"/>
                      <a:pt x="26989" y="32493"/>
                    </a:cubicBezTo>
                    <a:cubicBezTo>
                      <a:pt x="27068" y="32575"/>
                      <a:pt x="27068" y="32575"/>
                      <a:pt x="27068" y="32575"/>
                    </a:cubicBezTo>
                    <a:cubicBezTo>
                      <a:pt x="26794" y="32839"/>
                      <a:pt x="26506" y="33097"/>
                      <a:pt x="26213" y="33341"/>
                    </a:cubicBezTo>
                    <a:close/>
                    <a:moveTo>
                      <a:pt x="4354" y="32035"/>
                    </a:moveTo>
                    <a:cubicBezTo>
                      <a:pt x="4093" y="31757"/>
                      <a:pt x="3838" y="31467"/>
                      <a:pt x="3596" y="31172"/>
                    </a:cubicBezTo>
                    <a:cubicBezTo>
                      <a:pt x="3685" y="31099"/>
                      <a:pt x="3685" y="31099"/>
                      <a:pt x="3685" y="31099"/>
                    </a:cubicBezTo>
                    <a:cubicBezTo>
                      <a:pt x="3924" y="31392"/>
                      <a:pt x="4178" y="31681"/>
                      <a:pt x="4438" y="31956"/>
                    </a:cubicBezTo>
                    <a:lnTo>
                      <a:pt x="4354" y="32035"/>
                    </a:lnTo>
                    <a:close/>
                    <a:moveTo>
                      <a:pt x="27867" y="31750"/>
                    </a:moveTo>
                    <a:cubicBezTo>
                      <a:pt x="27782" y="31673"/>
                      <a:pt x="27782" y="31673"/>
                      <a:pt x="27782" y="31673"/>
                    </a:cubicBezTo>
                    <a:cubicBezTo>
                      <a:pt x="28035" y="31392"/>
                      <a:pt x="28282" y="31098"/>
                      <a:pt x="28514" y="30799"/>
                    </a:cubicBezTo>
                    <a:cubicBezTo>
                      <a:pt x="28604" y="30870"/>
                      <a:pt x="28604" y="30870"/>
                      <a:pt x="28604" y="30870"/>
                    </a:cubicBezTo>
                    <a:cubicBezTo>
                      <a:pt x="28370" y="31170"/>
                      <a:pt x="28122" y="31466"/>
                      <a:pt x="27867" y="31750"/>
                    </a:cubicBezTo>
                    <a:close/>
                    <a:moveTo>
                      <a:pt x="2902" y="30257"/>
                    </a:moveTo>
                    <a:cubicBezTo>
                      <a:pt x="2682" y="29945"/>
                      <a:pt x="2471" y="29621"/>
                      <a:pt x="2275" y="29294"/>
                    </a:cubicBezTo>
                    <a:cubicBezTo>
                      <a:pt x="2373" y="29235"/>
                      <a:pt x="2373" y="29235"/>
                      <a:pt x="2373" y="29235"/>
                    </a:cubicBezTo>
                    <a:cubicBezTo>
                      <a:pt x="2568" y="29559"/>
                      <a:pt x="2777" y="29881"/>
                      <a:pt x="2995" y="30191"/>
                    </a:cubicBezTo>
                    <a:lnTo>
                      <a:pt x="2902" y="30257"/>
                    </a:lnTo>
                    <a:close/>
                    <a:moveTo>
                      <a:pt x="29277" y="29939"/>
                    </a:moveTo>
                    <a:cubicBezTo>
                      <a:pt x="29182" y="29876"/>
                      <a:pt x="29182" y="29876"/>
                      <a:pt x="29182" y="29876"/>
                    </a:cubicBezTo>
                    <a:cubicBezTo>
                      <a:pt x="29392" y="29561"/>
                      <a:pt x="29594" y="29235"/>
                      <a:pt x="29781" y="28907"/>
                    </a:cubicBezTo>
                    <a:cubicBezTo>
                      <a:pt x="29881" y="28964"/>
                      <a:pt x="29881" y="28964"/>
                      <a:pt x="29881" y="28964"/>
                    </a:cubicBezTo>
                    <a:cubicBezTo>
                      <a:pt x="29692" y="29294"/>
                      <a:pt x="29489" y="29623"/>
                      <a:pt x="29277" y="29939"/>
                    </a:cubicBezTo>
                    <a:close/>
                    <a:moveTo>
                      <a:pt x="1719" y="28288"/>
                    </a:moveTo>
                    <a:cubicBezTo>
                      <a:pt x="1546" y="27948"/>
                      <a:pt x="1384" y="27597"/>
                      <a:pt x="1237" y="27245"/>
                    </a:cubicBezTo>
                    <a:cubicBezTo>
                      <a:pt x="1342" y="27200"/>
                      <a:pt x="1342" y="27200"/>
                      <a:pt x="1342" y="27200"/>
                    </a:cubicBezTo>
                    <a:cubicBezTo>
                      <a:pt x="1489" y="27550"/>
                      <a:pt x="1650" y="27898"/>
                      <a:pt x="1821" y="28236"/>
                    </a:cubicBezTo>
                    <a:lnTo>
                      <a:pt x="1719" y="28288"/>
                    </a:lnTo>
                    <a:close/>
                    <a:moveTo>
                      <a:pt x="30413" y="27947"/>
                    </a:moveTo>
                    <a:cubicBezTo>
                      <a:pt x="30310" y="27898"/>
                      <a:pt x="30310" y="27898"/>
                      <a:pt x="30310" y="27898"/>
                    </a:cubicBezTo>
                    <a:cubicBezTo>
                      <a:pt x="30473" y="27557"/>
                      <a:pt x="30626" y="27205"/>
                      <a:pt x="30764" y="26853"/>
                    </a:cubicBezTo>
                    <a:cubicBezTo>
                      <a:pt x="30871" y="26895"/>
                      <a:pt x="30871" y="26895"/>
                      <a:pt x="30871" y="26895"/>
                    </a:cubicBezTo>
                    <a:cubicBezTo>
                      <a:pt x="30731" y="27250"/>
                      <a:pt x="30577" y="27604"/>
                      <a:pt x="30413" y="27947"/>
                    </a:cubicBezTo>
                    <a:close/>
                    <a:moveTo>
                      <a:pt x="831" y="26169"/>
                    </a:moveTo>
                    <a:cubicBezTo>
                      <a:pt x="710" y="25807"/>
                      <a:pt x="600" y="25437"/>
                      <a:pt x="505" y="25068"/>
                    </a:cubicBezTo>
                    <a:cubicBezTo>
                      <a:pt x="616" y="25039"/>
                      <a:pt x="616" y="25039"/>
                      <a:pt x="616" y="25039"/>
                    </a:cubicBezTo>
                    <a:cubicBezTo>
                      <a:pt x="710" y="25406"/>
                      <a:pt x="819" y="25773"/>
                      <a:pt x="940" y="26132"/>
                    </a:cubicBezTo>
                    <a:lnTo>
                      <a:pt x="831" y="26169"/>
                    </a:lnTo>
                    <a:close/>
                    <a:moveTo>
                      <a:pt x="31251" y="25812"/>
                    </a:moveTo>
                    <a:cubicBezTo>
                      <a:pt x="31142" y="25778"/>
                      <a:pt x="31142" y="25778"/>
                      <a:pt x="31142" y="25778"/>
                    </a:cubicBezTo>
                    <a:cubicBezTo>
                      <a:pt x="31255" y="25416"/>
                      <a:pt x="31355" y="25046"/>
                      <a:pt x="31441" y="24678"/>
                    </a:cubicBezTo>
                    <a:cubicBezTo>
                      <a:pt x="31553" y="24704"/>
                      <a:pt x="31553" y="24704"/>
                      <a:pt x="31553" y="24704"/>
                    </a:cubicBezTo>
                    <a:cubicBezTo>
                      <a:pt x="31466" y="25075"/>
                      <a:pt x="31365" y="25448"/>
                      <a:pt x="31251" y="25812"/>
                    </a:cubicBezTo>
                    <a:close/>
                    <a:moveTo>
                      <a:pt x="259" y="23946"/>
                    </a:moveTo>
                    <a:cubicBezTo>
                      <a:pt x="191" y="23572"/>
                      <a:pt x="136" y="23189"/>
                      <a:pt x="95" y="22810"/>
                    </a:cubicBezTo>
                    <a:cubicBezTo>
                      <a:pt x="209" y="22797"/>
                      <a:pt x="209" y="22797"/>
                      <a:pt x="209" y="22797"/>
                    </a:cubicBezTo>
                    <a:cubicBezTo>
                      <a:pt x="250" y="23174"/>
                      <a:pt x="305" y="23554"/>
                      <a:pt x="372" y="23926"/>
                    </a:cubicBezTo>
                    <a:lnTo>
                      <a:pt x="259" y="23946"/>
                    </a:lnTo>
                    <a:close/>
                    <a:moveTo>
                      <a:pt x="31773" y="23577"/>
                    </a:moveTo>
                    <a:cubicBezTo>
                      <a:pt x="31660" y="23559"/>
                      <a:pt x="31660" y="23559"/>
                      <a:pt x="31660" y="23559"/>
                    </a:cubicBezTo>
                    <a:cubicBezTo>
                      <a:pt x="31719" y="23186"/>
                      <a:pt x="31766" y="22805"/>
                      <a:pt x="31798" y="22427"/>
                    </a:cubicBezTo>
                    <a:cubicBezTo>
                      <a:pt x="31912" y="22437"/>
                      <a:pt x="31912" y="22437"/>
                      <a:pt x="31912" y="22437"/>
                    </a:cubicBezTo>
                    <a:cubicBezTo>
                      <a:pt x="31879" y="22817"/>
                      <a:pt x="31833" y="23201"/>
                      <a:pt x="31773" y="23577"/>
                    </a:cubicBezTo>
                    <a:close/>
                    <a:moveTo>
                      <a:pt x="12" y="21665"/>
                    </a:moveTo>
                    <a:cubicBezTo>
                      <a:pt x="5" y="21492"/>
                      <a:pt x="2" y="21317"/>
                      <a:pt x="1" y="21145"/>
                    </a:cubicBezTo>
                    <a:cubicBezTo>
                      <a:pt x="0" y="21115"/>
                      <a:pt x="0" y="21085"/>
                      <a:pt x="0" y="21055"/>
                    </a:cubicBezTo>
                    <a:cubicBezTo>
                      <a:pt x="0" y="20877"/>
                      <a:pt x="3" y="20695"/>
                      <a:pt x="9" y="20516"/>
                    </a:cubicBezTo>
                    <a:cubicBezTo>
                      <a:pt x="124" y="20520"/>
                      <a:pt x="124" y="20520"/>
                      <a:pt x="124" y="20520"/>
                    </a:cubicBezTo>
                    <a:cubicBezTo>
                      <a:pt x="118" y="20698"/>
                      <a:pt x="115" y="20878"/>
                      <a:pt x="115" y="21055"/>
                    </a:cubicBezTo>
                    <a:cubicBezTo>
                      <a:pt x="115" y="21085"/>
                      <a:pt x="115" y="21115"/>
                      <a:pt x="115" y="21144"/>
                    </a:cubicBezTo>
                    <a:cubicBezTo>
                      <a:pt x="116" y="21316"/>
                      <a:pt x="120" y="21489"/>
                      <a:pt x="126" y="21661"/>
                    </a:cubicBezTo>
                    <a:lnTo>
                      <a:pt x="12" y="21665"/>
                    </a:lnTo>
                    <a:close/>
                    <a:moveTo>
                      <a:pt x="31969" y="21290"/>
                    </a:moveTo>
                    <a:cubicBezTo>
                      <a:pt x="31855" y="21289"/>
                      <a:pt x="31855" y="21289"/>
                      <a:pt x="31855" y="21289"/>
                    </a:cubicBezTo>
                    <a:cubicBezTo>
                      <a:pt x="31856" y="21211"/>
                      <a:pt x="31856" y="21133"/>
                      <a:pt x="31856" y="21055"/>
                    </a:cubicBezTo>
                    <a:cubicBezTo>
                      <a:pt x="31856" y="20754"/>
                      <a:pt x="31848" y="20449"/>
                      <a:pt x="31831" y="20149"/>
                    </a:cubicBezTo>
                    <a:cubicBezTo>
                      <a:pt x="31945" y="20142"/>
                      <a:pt x="31945" y="20142"/>
                      <a:pt x="31945" y="20142"/>
                    </a:cubicBezTo>
                    <a:cubicBezTo>
                      <a:pt x="31962" y="20444"/>
                      <a:pt x="31971" y="20751"/>
                      <a:pt x="31971" y="21055"/>
                    </a:cubicBezTo>
                    <a:cubicBezTo>
                      <a:pt x="31971" y="21134"/>
                      <a:pt x="31970" y="21212"/>
                      <a:pt x="31969" y="21290"/>
                    </a:cubicBezTo>
                    <a:close/>
                    <a:moveTo>
                      <a:pt x="202" y="19383"/>
                    </a:moveTo>
                    <a:cubicBezTo>
                      <a:pt x="88" y="19371"/>
                      <a:pt x="88" y="19371"/>
                      <a:pt x="88" y="19371"/>
                    </a:cubicBezTo>
                    <a:cubicBezTo>
                      <a:pt x="128" y="18991"/>
                      <a:pt x="182" y="18609"/>
                      <a:pt x="249" y="18234"/>
                    </a:cubicBezTo>
                    <a:cubicBezTo>
                      <a:pt x="361" y="18254"/>
                      <a:pt x="361" y="18254"/>
                      <a:pt x="361" y="18254"/>
                    </a:cubicBezTo>
                    <a:cubicBezTo>
                      <a:pt x="295" y="18626"/>
                      <a:pt x="241" y="19006"/>
                      <a:pt x="202" y="19383"/>
                    </a:cubicBezTo>
                    <a:close/>
                    <a:moveTo>
                      <a:pt x="31726" y="19014"/>
                    </a:moveTo>
                    <a:cubicBezTo>
                      <a:pt x="31678" y="18638"/>
                      <a:pt x="31616" y="18260"/>
                      <a:pt x="31541" y="17889"/>
                    </a:cubicBezTo>
                    <a:cubicBezTo>
                      <a:pt x="31653" y="17866"/>
                      <a:pt x="31653" y="17866"/>
                      <a:pt x="31653" y="17866"/>
                    </a:cubicBezTo>
                    <a:cubicBezTo>
                      <a:pt x="31728" y="18240"/>
                      <a:pt x="31791" y="18621"/>
                      <a:pt x="31840" y="18999"/>
                    </a:cubicBezTo>
                    <a:lnTo>
                      <a:pt x="31726" y="19014"/>
                    </a:lnTo>
                    <a:close/>
                    <a:moveTo>
                      <a:pt x="602" y="17140"/>
                    </a:moveTo>
                    <a:cubicBezTo>
                      <a:pt x="491" y="17111"/>
                      <a:pt x="491" y="17111"/>
                      <a:pt x="491" y="17111"/>
                    </a:cubicBezTo>
                    <a:cubicBezTo>
                      <a:pt x="584" y="16742"/>
                      <a:pt x="693" y="16371"/>
                      <a:pt x="813" y="16009"/>
                    </a:cubicBezTo>
                    <a:cubicBezTo>
                      <a:pt x="922" y="16045"/>
                      <a:pt x="922" y="16045"/>
                      <a:pt x="922" y="16045"/>
                    </a:cubicBezTo>
                    <a:cubicBezTo>
                      <a:pt x="802" y="16405"/>
                      <a:pt x="695" y="16773"/>
                      <a:pt x="602" y="17140"/>
                    </a:cubicBezTo>
                    <a:close/>
                    <a:moveTo>
                      <a:pt x="31274" y="16780"/>
                    </a:moveTo>
                    <a:cubicBezTo>
                      <a:pt x="31172" y="16416"/>
                      <a:pt x="31056" y="16050"/>
                      <a:pt x="30928" y="15693"/>
                    </a:cubicBezTo>
                    <a:cubicBezTo>
                      <a:pt x="31036" y="15654"/>
                      <a:pt x="31036" y="15654"/>
                      <a:pt x="31036" y="15654"/>
                    </a:cubicBezTo>
                    <a:cubicBezTo>
                      <a:pt x="31165" y="16014"/>
                      <a:pt x="31282" y="16382"/>
                      <a:pt x="31384" y="16750"/>
                    </a:cubicBezTo>
                    <a:lnTo>
                      <a:pt x="31274" y="16780"/>
                    </a:lnTo>
                    <a:close/>
                    <a:moveTo>
                      <a:pt x="1320" y="14978"/>
                    </a:moveTo>
                    <a:cubicBezTo>
                      <a:pt x="1214" y="14934"/>
                      <a:pt x="1214" y="14934"/>
                      <a:pt x="1214" y="14934"/>
                    </a:cubicBezTo>
                    <a:cubicBezTo>
                      <a:pt x="1360" y="14582"/>
                      <a:pt x="1521" y="14231"/>
                      <a:pt x="1692" y="13891"/>
                    </a:cubicBezTo>
                    <a:cubicBezTo>
                      <a:pt x="1794" y="13942"/>
                      <a:pt x="1794" y="13942"/>
                      <a:pt x="1794" y="13942"/>
                    </a:cubicBezTo>
                    <a:cubicBezTo>
                      <a:pt x="1625" y="14280"/>
                      <a:pt x="1465" y="14629"/>
                      <a:pt x="1320" y="14978"/>
                    </a:cubicBezTo>
                    <a:close/>
                    <a:moveTo>
                      <a:pt x="30504" y="14634"/>
                    </a:moveTo>
                    <a:cubicBezTo>
                      <a:pt x="30350" y="14288"/>
                      <a:pt x="30182" y="13943"/>
                      <a:pt x="30004" y="13608"/>
                    </a:cubicBezTo>
                    <a:cubicBezTo>
                      <a:pt x="30105" y="13555"/>
                      <a:pt x="30105" y="13555"/>
                      <a:pt x="30105" y="13555"/>
                    </a:cubicBezTo>
                    <a:cubicBezTo>
                      <a:pt x="30285" y="13891"/>
                      <a:pt x="30454" y="14239"/>
                      <a:pt x="30608" y="14588"/>
                    </a:cubicBezTo>
                    <a:lnTo>
                      <a:pt x="30504" y="14634"/>
                    </a:lnTo>
                    <a:close/>
                    <a:moveTo>
                      <a:pt x="2342" y="12943"/>
                    </a:moveTo>
                    <a:cubicBezTo>
                      <a:pt x="2244" y="12884"/>
                      <a:pt x="2244" y="12884"/>
                      <a:pt x="2244" y="12884"/>
                    </a:cubicBezTo>
                    <a:cubicBezTo>
                      <a:pt x="2439" y="12557"/>
                      <a:pt x="2648" y="12232"/>
                      <a:pt x="2867" y="11920"/>
                    </a:cubicBezTo>
                    <a:cubicBezTo>
                      <a:pt x="2960" y="11985"/>
                      <a:pt x="2960" y="11985"/>
                      <a:pt x="2960" y="11985"/>
                    </a:cubicBezTo>
                    <a:cubicBezTo>
                      <a:pt x="2744" y="12296"/>
                      <a:pt x="2536" y="12618"/>
                      <a:pt x="2342" y="12943"/>
                    </a:cubicBezTo>
                    <a:close/>
                    <a:moveTo>
                      <a:pt x="29433" y="12621"/>
                    </a:moveTo>
                    <a:cubicBezTo>
                      <a:pt x="29231" y="12301"/>
                      <a:pt x="29015" y="11984"/>
                      <a:pt x="28791" y="11678"/>
                    </a:cubicBezTo>
                    <a:cubicBezTo>
                      <a:pt x="28884" y="11610"/>
                      <a:pt x="28884" y="11610"/>
                      <a:pt x="28884" y="11610"/>
                    </a:cubicBezTo>
                    <a:cubicBezTo>
                      <a:pt x="29109" y="11918"/>
                      <a:pt x="29327" y="12238"/>
                      <a:pt x="29529" y="12560"/>
                    </a:cubicBezTo>
                    <a:lnTo>
                      <a:pt x="29433" y="12621"/>
                    </a:lnTo>
                    <a:close/>
                    <a:moveTo>
                      <a:pt x="3646" y="11074"/>
                    </a:moveTo>
                    <a:cubicBezTo>
                      <a:pt x="3557" y="11002"/>
                      <a:pt x="3557" y="11002"/>
                      <a:pt x="3557" y="11002"/>
                    </a:cubicBezTo>
                    <a:cubicBezTo>
                      <a:pt x="3797" y="10706"/>
                      <a:pt x="4050" y="10415"/>
                      <a:pt x="4311" y="10136"/>
                    </a:cubicBezTo>
                    <a:cubicBezTo>
                      <a:pt x="4395" y="10214"/>
                      <a:pt x="4395" y="10214"/>
                      <a:pt x="4395" y="10214"/>
                    </a:cubicBezTo>
                    <a:cubicBezTo>
                      <a:pt x="4136" y="10491"/>
                      <a:pt x="3884" y="10780"/>
                      <a:pt x="3646" y="11074"/>
                    </a:cubicBezTo>
                    <a:close/>
                    <a:moveTo>
                      <a:pt x="28084" y="10783"/>
                    </a:moveTo>
                    <a:cubicBezTo>
                      <a:pt x="27839" y="10495"/>
                      <a:pt x="27580" y="10212"/>
                      <a:pt x="27315" y="9941"/>
                    </a:cubicBezTo>
                    <a:cubicBezTo>
                      <a:pt x="27397" y="9861"/>
                      <a:pt x="27397" y="9861"/>
                      <a:pt x="27397" y="9861"/>
                    </a:cubicBezTo>
                    <a:cubicBezTo>
                      <a:pt x="27664" y="10133"/>
                      <a:pt x="27925" y="10419"/>
                      <a:pt x="28171" y="10709"/>
                    </a:cubicBezTo>
                    <a:lnTo>
                      <a:pt x="28084" y="10783"/>
                    </a:lnTo>
                    <a:close/>
                    <a:moveTo>
                      <a:pt x="5203" y="9410"/>
                    </a:moveTo>
                    <a:cubicBezTo>
                      <a:pt x="5125" y="9326"/>
                      <a:pt x="5125" y="9326"/>
                      <a:pt x="5125" y="9326"/>
                    </a:cubicBezTo>
                    <a:cubicBezTo>
                      <a:pt x="5405" y="9067"/>
                      <a:pt x="5697" y="8815"/>
                      <a:pt x="5995" y="8576"/>
                    </a:cubicBezTo>
                    <a:cubicBezTo>
                      <a:pt x="6067" y="8665"/>
                      <a:pt x="6067" y="8665"/>
                      <a:pt x="6067" y="8665"/>
                    </a:cubicBezTo>
                    <a:cubicBezTo>
                      <a:pt x="5771" y="8902"/>
                      <a:pt x="5481" y="9153"/>
                      <a:pt x="5203" y="9410"/>
                    </a:cubicBezTo>
                    <a:close/>
                    <a:moveTo>
                      <a:pt x="26488" y="9156"/>
                    </a:moveTo>
                    <a:cubicBezTo>
                      <a:pt x="26204" y="8906"/>
                      <a:pt x="25908" y="8662"/>
                      <a:pt x="25607" y="8433"/>
                    </a:cubicBezTo>
                    <a:cubicBezTo>
                      <a:pt x="25677" y="8342"/>
                      <a:pt x="25677" y="8342"/>
                      <a:pt x="25677" y="8342"/>
                    </a:cubicBezTo>
                    <a:cubicBezTo>
                      <a:pt x="25980" y="8573"/>
                      <a:pt x="26278" y="8818"/>
                      <a:pt x="26564" y="9071"/>
                    </a:cubicBezTo>
                    <a:lnTo>
                      <a:pt x="26488" y="9156"/>
                    </a:lnTo>
                    <a:close/>
                    <a:moveTo>
                      <a:pt x="6981" y="7984"/>
                    </a:moveTo>
                    <a:cubicBezTo>
                      <a:pt x="6916" y="7890"/>
                      <a:pt x="6916" y="7890"/>
                      <a:pt x="6916" y="7890"/>
                    </a:cubicBezTo>
                    <a:cubicBezTo>
                      <a:pt x="7230" y="7673"/>
                      <a:pt x="7556" y="7466"/>
                      <a:pt x="7885" y="7272"/>
                    </a:cubicBezTo>
                    <a:cubicBezTo>
                      <a:pt x="7943" y="7371"/>
                      <a:pt x="7943" y="7371"/>
                      <a:pt x="7943" y="7371"/>
                    </a:cubicBezTo>
                    <a:cubicBezTo>
                      <a:pt x="7617" y="7563"/>
                      <a:pt x="7293" y="7769"/>
                      <a:pt x="6981" y="7984"/>
                    </a:cubicBezTo>
                    <a:close/>
                    <a:moveTo>
                      <a:pt x="24677" y="7774"/>
                    </a:moveTo>
                    <a:cubicBezTo>
                      <a:pt x="24360" y="7566"/>
                      <a:pt x="24032" y="7368"/>
                      <a:pt x="23702" y="7183"/>
                    </a:cubicBezTo>
                    <a:cubicBezTo>
                      <a:pt x="23758" y="7083"/>
                      <a:pt x="23758" y="7083"/>
                      <a:pt x="23758" y="7083"/>
                    </a:cubicBezTo>
                    <a:cubicBezTo>
                      <a:pt x="24091" y="7269"/>
                      <a:pt x="24421" y="7469"/>
                      <a:pt x="24740" y="7678"/>
                    </a:cubicBezTo>
                    <a:lnTo>
                      <a:pt x="24677" y="7774"/>
                    </a:lnTo>
                    <a:close/>
                    <a:moveTo>
                      <a:pt x="8946" y="6828"/>
                    </a:moveTo>
                    <a:cubicBezTo>
                      <a:pt x="8895" y="6725"/>
                      <a:pt x="8895" y="6725"/>
                      <a:pt x="8895" y="6725"/>
                    </a:cubicBezTo>
                    <a:cubicBezTo>
                      <a:pt x="9237" y="6555"/>
                      <a:pt x="9589" y="6396"/>
                      <a:pt x="9942" y="6252"/>
                    </a:cubicBezTo>
                    <a:cubicBezTo>
                      <a:pt x="9986" y="6358"/>
                      <a:pt x="9986" y="6358"/>
                      <a:pt x="9986" y="6358"/>
                    </a:cubicBezTo>
                    <a:cubicBezTo>
                      <a:pt x="9635" y="6501"/>
                      <a:pt x="9285" y="6659"/>
                      <a:pt x="8946" y="6828"/>
                    </a:cubicBezTo>
                    <a:close/>
                    <a:moveTo>
                      <a:pt x="22687" y="6665"/>
                    </a:moveTo>
                    <a:cubicBezTo>
                      <a:pt x="22344" y="6505"/>
                      <a:pt x="21991" y="6355"/>
                      <a:pt x="21638" y="6221"/>
                    </a:cubicBezTo>
                    <a:cubicBezTo>
                      <a:pt x="21679" y="6114"/>
                      <a:pt x="21679" y="6114"/>
                      <a:pt x="21679" y="6114"/>
                    </a:cubicBezTo>
                    <a:cubicBezTo>
                      <a:pt x="22035" y="6249"/>
                      <a:pt x="22390" y="6400"/>
                      <a:pt x="22736" y="6561"/>
                    </a:cubicBezTo>
                    <a:lnTo>
                      <a:pt x="22687" y="6665"/>
                    </a:lnTo>
                    <a:close/>
                    <a:moveTo>
                      <a:pt x="11057" y="5965"/>
                    </a:moveTo>
                    <a:cubicBezTo>
                      <a:pt x="11021" y="5856"/>
                      <a:pt x="11021" y="5856"/>
                      <a:pt x="11021" y="5856"/>
                    </a:cubicBezTo>
                    <a:cubicBezTo>
                      <a:pt x="11384" y="5738"/>
                      <a:pt x="11755" y="5631"/>
                      <a:pt x="12125" y="5540"/>
                    </a:cubicBezTo>
                    <a:cubicBezTo>
                      <a:pt x="12153" y="5651"/>
                      <a:pt x="12153" y="5651"/>
                      <a:pt x="12153" y="5651"/>
                    </a:cubicBezTo>
                    <a:cubicBezTo>
                      <a:pt x="11785" y="5742"/>
                      <a:pt x="11417" y="5848"/>
                      <a:pt x="11057" y="5965"/>
                    </a:cubicBezTo>
                    <a:close/>
                    <a:moveTo>
                      <a:pt x="20560" y="5854"/>
                    </a:moveTo>
                    <a:cubicBezTo>
                      <a:pt x="20197" y="5745"/>
                      <a:pt x="19826" y="5648"/>
                      <a:pt x="19457" y="5565"/>
                    </a:cubicBezTo>
                    <a:cubicBezTo>
                      <a:pt x="19482" y="5454"/>
                      <a:pt x="19482" y="5454"/>
                      <a:pt x="19482" y="5454"/>
                    </a:cubicBezTo>
                    <a:cubicBezTo>
                      <a:pt x="19854" y="5537"/>
                      <a:pt x="20228" y="5634"/>
                      <a:pt x="20593" y="5744"/>
                    </a:cubicBezTo>
                    <a:lnTo>
                      <a:pt x="20560" y="5854"/>
                    </a:lnTo>
                    <a:close/>
                    <a:moveTo>
                      <a:pt x="13268" y="5416"/>
                    </a:moveTo>
                    <a:cubicBezTo>
                      <a:pt x="13249" y="5304"/>
                      <a:pt x="13249" y="5304"/>
                      <a:pt x="13249" y="5304"/>
                    </a:cubicBezTo>
                    <a:cubicBezTo>
                      <a:pt x="13287" y="5297"/>
                      <a:pt x="13325" y="5291"/>
                      <a:pt x="13363" y="5284"/>
                    </a:cubicBezTo>
                    <a:cubicBezTo>
                      <a:pt x="13645" y="5238"/>
                      <a:pt x="13849" y="4996"/>
                      <a:pt x="13849" y="4708"/>
                    </a:cubicBezTo>
                    <a:cubicBezTo>
                      <a:pt x="13849" y="4579"/>
                      <a:pt x="13849" y="4579"/>
                      <a:pt x="13849" y="4579"/>
                    </a:cubicBezTo>
                    <a:cubicBezTo>
                      <a:pt x="13964" y="4579"/>
                      <a:pt x="13964" y="4579"/>
                      <a:pt x="13964" y="4579"/>
                    </a:cubicBezTo>
                    <a:cubicBezTo>
                      <a:pt x="13964" y="4708"/>
                      <a:pt x="13964" y="4708"/>
                      <a:pt x="13964" y="4708"/>
                    </a:cubicBezTo>
                    <a:cubicBezTo>
                      <a:pt x="13964" y="5052"/>
                      <a:pt x="13719" y="5342"/>
                      <a:pt x="13382" y="5397"/>
                    </a:cubicBezTo>
                    <a:cubicBezTo>
                      <a:pt x="13344" y="5404"/>
                      <a:pt x="13306" y="5410"/>
                      <a:pt x="13268" y="5416"/>
                    </a:cubicBezTo>
                    <a:close/>
                    <a:moveTo>
                      <a:pt x="18329" y="5296"/>
                    </a:moveTo>
                    <a:cubicBezTo>
                      <a:pt x="18128" y="5166"/>
                      <a:pt x="18008" y="4947"/>
                      <a:pt x="18008" y="4708"/>
                    </a:cubicBezTo>
                    <a:cubicBezTo>
                      <a:pt x="18008" y="4205"/>
                      <a:pt x="18008" y="4205"/>
                      <a:pt x="18008" y="4205"/>
                    </a:cubicBezTo>
                    <a:cubicBezTo>
                      <a:pt x="18122" y="4205"/>
                      <a:pt x="18122" y="4205"/>
                      <a:pt x="18122" y="4205"/>
                    </a:cubicBezTo>
                    <a:cubicBezTo>
                      <a:pt x="18122" y="4708"/>
                      <a:pt x="18122" y="4708"/>
                      <a:pt x="18122" y="4708"/>
                    </a:cubicBezTo>
                    <a:cubicBezTo>
                      <a:pt x="18122" y="4908"/>
                      <a:pt x="18223" y="5091"/>
                      <a:pt x="18391" y="5199"/>
                    </a:cubicBezTo>
                    <a:lnTo>
                      <a:pt x="18329" y="5296"/>
                    </a:lnTo>
                    <a:close/>
                    <a:moveTo>
                      <a:pt x="13964" y="3435"/>
                    </a:moveTo>
                    <a:cubicBezTo>
                      <a:pt x="13849" y="3435"/>
                      <a:pt x="13849" y="3435"/>
                      <a:pt x="13849" y="3435"/>
                    </a:cubicBezTo>
                    <a:cubicBezTo>
                      <a:pt x="13849" y="2290"/>
                      <a:pt x="13849" y="2290"/>
                      <a:pt x="13849" y="2290"/>
                    </a:cubicBezTo>
                    <a:cubicBezTo>
                      <a:pt x="13964" y="2290"/>
                      <a:pt x="13964" y="2290"/>
                      <a:pt x="13964" y="2290"/>
                    </a:cubicBezTo>
                    <a:lnTo>
                      <a:pt x="13964" y="3435"/>
                    </a:lnTo>
                    <a:close/>
                    <a:moveTo>
                      <a:pt x="18122" y="3060"/>
                    </a:moveTo>
                    <a:cubicBezTo>
                      <a:pt x="18008" y="3060"/>
                      <a:pt x="18008" y="3060"/>
                      <a:pt x="18008" y="3060"/>
                    </a:cubicBezTo>
                    <a:cubicBezTo>
                      <a:pt x="18008" y="1915"/>
                      <a:pt x="18008" y="1915"/>
                      <a:pt x="18008" y="1915"/>
                    </a:cubicBezTo>
                    <a:cubicBezTo>
                      <a:pt x="18122" y="1915"/>
                      <a:pt x="18122" y="1915"/>
                      <a:pt x="18122" y="1915"/>
                    </a:cubicBezTo>
                    <a:lnTo>
                      <a:pt x="18122" y="3060"/>
                    </a:lnTo>
                    <a:close/>
                    <a:moveTo>
                      <a:pt x="13964" y="1145"/>
                    </a:moveTo>
                    <a:cubicBezTo>
                      <a:pt x="13849" y="1145"/>
                      <a:pt x="13849" y="1145"/>
                      <a:pt x="13849" y="1145"/>
                    </a:cubicBezTo>
                    <a:cubicBezTo>
                      <a:pt x="13849" y="0"/>
                      <a:pt x="13849" y="0"/>
                      <a:pt x="13849" y="0"/>
                    </a:cubicBezTo>
                    <a:cubicBezTo>
                      <a:pt x="13964" y="0"/>
                      <a:pt x="13964" y="0"/>
                      <a:pt x="13964" y="0"/>
                    </a:cubicBezTo>
                    <a:lnTo>
                      <a:pt x="13964" y="1145"/>
                    </a:lnTo>
                    <a:close/>
                    <a:moveTo>
                      <a:pt x="18122" y="771"/>
                    </a:moveTo>
                    <a:cubicBezTo>
                      <a:pt x="18008" y="771"/>
                      <a:pt x="18008" y="771"/>
                      <a:pt x="18008" y="771"/>
                    </a:cubicBezTo>
                    <a:cubicBezTo>
                      <a:pt x="18008" y="0"/>
                      <a:pt x="18008" y="0"/>
                      <a:pt x="18008" y="0"/>
                    </a:cubicBezTo>
                    <a:cubicBezTo>
                      <a:pt x="18122" y="0"/>
                      <a:pt x="18122" y="0"/>
                      <a:pt x="18122" y="0"/>
                    </a:cubicBezTo>
                    <a:lnTo>
                      <a:pt x="18122" y="771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57" name="Google Shape;2357;p59"/>
            <p:cNvGrpSpPr/>
            <p:nvPr/>
          </p:nvGrpSpPr>
          <p:grpSpPr>
            <a:xfrm rot="3599956">
              <a:off x="3357842" y="841989"/>
              <a:ext cx="146303" cy="261934"/>
              <a:chOff x="7419591" y="3612333"/>
              <a:chExt cx="146306" cy="261940"/>
            </a:xfrm>
          </p:grpSpPr>
          <p:sp>
            <p:nvSpPr>
              <p:cNvPr id="2358" name="Google Shape;2358;p59"/>
              <p:cNvSpPr/>
              <p:nvPr/>
            </p:nvSpPr>
            <p:spPr>
              <a:xfrm>
                <a:off x="7426735" y="3612333"/>
                <a:ext cx="132160" cy="26194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002" extrusionOk="0">
                    <a:moveTo>
                      <a:pt x="0" y="2644"/>
                    </a:moveTo>
                    <a:cubicBezTo>
                      <a:pt x="0" y="184"/>
                      <a:pt x="0" y="184"/>
                      <a:pt x="0" y="184"/>
                    </a:cubicBezTo>
                    <a:cubicBezTo>
                      <a:pt x="0" y="82"/>
                      <a:pt x="83" y="0"/>
                      <a:pt x="184" y="0"/>
                    </a:cubicBezTo>
                    <a:cubicBezTo>
                      <a:pt x="1323" y="0"/>
                      <a:pt x="1323" y="0"/>
                      <a:pt x="1323" y="0"/>
                    </a:cubicBezTo>
                    <a:cubicBezTo>
                      <a:pt x="1424" y="0"/>
                      <a:pt x="1507" y="82"/>
                      <a:pt x="1507" y="184"/>
                    </a:cubicBezTo>
                    <a:cubicBezTo>
                      <a:pt x="1507" y="2644"/>
                      <a:pt x="1507" y="2644"/>
                      <a:pt x="1507" y="2644"/>
                    </a:cubicBezTo>
                    <a:cubicBezTo>
                      <a:pt x="1507" y="2821"/>
                      <a:pt x="1377" y="2969"/>
                      <a:pt x="1208" y="2997"/>
                    </a:cubicBezTo>
                    <a:cubicBezTo>
                      <a:pt x="1189" y="3001"/>
                      <a:pt x="1169" y="3002"/>
                      <a:pt x="1149" y="3002"/>
                    </a:cubicBezTo>
                    <a:cubicBezTo>
                      <a:pt x="358" y="3002"/>
                      <a:pt x="358" y="3002"/>
                      <a:pt x="358" y="3002"/>
                    </a:cubicBezTo>
                    <a:cubicBezTo>
                      <a:pt x="161" y="3002"/>
                      <a:pt x="0" y="2841"/>
                      <a:pt x="0" y="2644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9" name="Google Shape;2359;p59"/>
              <p:cNvSpPr/>
              <p:nvPr/>
            </p:nvSpPr>
            <p:spPr>
              <a:xfrm>
                <a:off x="7523175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283" y="0"/>
                    </a:moveTo>
                    <a:cubicBezTo>
                      <a:pt x="308" y="0"/>
                      <a:pt x="328" y="20"/>
                      <a:pt x="328" y="44"/>
                    </a:cubicBezTo>
                    <a:cubicBezTo>
                      <a:pt x="328" y="201"/>
                      <a:pt x="201" y="328"/>
                      <a:pt x="44" y="328"/>
                    </a:cubicBezTo>
                    <a:cubicBezTo>
                      <a:pt x="20" y="328"/>
                      <a:pt x="0" y="308"/>
                      <a:pt x="0" y="283"/>
                    </a:cubicBezTo>
                    <a:cubicBezTo>
                      <a:pt x="0" y="258"/>
                      <a:pt x="20" y="238"/>
                      <a:pt x="44" y="238"/>
                    </a:cubicBezTo>
                    <a:cubicBezTo>
                      <a:pt x="151" y="238"/>
                      <a:pt x="238" y="151"/>
                      <a:pt x="238" y="44"/>
                    </a:cubicBezTo>
                    <a:cubicBezTo>
                      <a:pt x="238" y="20"/>
                      <a:pt x="258" y="0"/>
                      <a:pt x="283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0" name="Google Shape;2360;p59"/>
              <p:cNvSpPr/>
              <p:nvPr/>
            </p:nvSpPr>
            <p:spPr>
              <a:xfrm>
                <a:off x="7433879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45" y="0"/>
                    </a:moveTo>
                    <a:cubicBezTo>
                      <a:pt x="70" y="0"/>
                      <a:pt x="90" y="20"/>
                      <a:pt x="90" y="44"/>
                    </a:cubicBezTo>
                    <a:cubicBezTo>
                      <a:pt x="90" y="151"/>
                      <a:pt x="177" y="238"/>
                      <a:pt x="284" y="238"/>
                    </a:cubicBezTo>
                    <a:cubicBezTo>
                      <a:pt x="308" y="238"/>
                      <a:pt x="328" y="258"/>
                      <a:pt x="328" y="283"/>
                    </a:cubicBezTo>
                    <a:cubicBezTo>
                      <a:pt x="328" y="308"/>
                      <a:pt x="308" y="328"/>
                      <a:pt x="284" y="328"/>
                    </a:cubicBezTo>
                    <a:cubicBezTo>
                      <a:pt x="128" y="328"/>
                      <a:pt x="0" y="201"/>
                      <a:pt x="0" y="44"/>
                    </a:cubicBezTo>
                    <a:cubicBezTo>
                      <a:pt x="0" y="20"/>
                      <a:pt x="20" y="0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1" name="Google Shape;2361;p59"/>
              <p:cNvSpPr/>
              <p:nvPr/>
            </p:nvSpPr>
            <p:spPr>
              <a:xfrm>
                <a:off x="7519603" y="3619477"/>
                <a:ext cx="238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2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63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3" y="104"/>
                      <a:pt x="262" y="104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2" name="Google Shape;2362;p59"/>
              <p:cNvSpPr/>
              <p:nvPr/>
            </p:nvSpPr>
            <p:spPr>
              <a:xfrm>
                <a:off x="7445785" y="3619477"/>
                <a:ext cx="226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1" y="0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62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2" y="104"/>
                      <a:pt x="261" y="104"/>
                    </a:cubicBezTo>
                    <a:cubicBezTo>
                      <a:pt x="1" y="104"/>
                      <a:pt x="1" y="104"/>
                      <a:pt x="1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3" name="Google Shape;2363;p59"/>
              <p:cNvSpPr/>
              <p:nvPr/>
            </p:nvSpPr>
            <p:spPr>
              <a:xfrm>
                <a:off x="7455310" y="3649243"/>
                <a:ext cx="7858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31" extrusionOk="0">
                    <a:moveTo>
                      <a:pt x="94" y="131"/>
                    </a:moveTo>
                    <a:cubicBezTo>
                      <a:pt x="33" y="80"/>
                      <a:pt x="33" y="80"/>
                      <a:pt x="33" y="80"/>
                    </a:cubicBezTo>
                    <a:cubicBezTo>
                      <a:pt x="0" y="53"/>
                      <a:pt x="19" y="0"/>
                      <a:pt x="61" y="0"/>
                    </a:cubicBezTo>
                    <a:cubicBezTo>
                      <a:pt x="840" y="0"/>
                      <a:pt x="840" y="0"/>
                      <a:pt x="840" y="0"/>
                    </a:cubicBezTo>
                    <a:cubicBezTo>
                      <a:pt x="882" y="0"/>
                      <a:pt x="901" y="53"/>
                      <a:pt x="868" y="80"/>
                    </a:cubicBezTo>
                    <a:cubicBezTo>
                      <a:pt x="807" y="131"/>
                      <a:pt x="807" y="131"/>
                      <a:pt x="807" y="131"/>
                    </a:cubicBezTo>
                    <a:lnTo>
                      <a:pt x="94" y="131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4" name="Google Shape;2364;p59"/>
              <p:cNvSpPr/>
              <p:nvPr/>
            </p:nvSpPr>
            <p:spPr>
              <a:xfrm>
                <a:off x="7452928" y="3770686"/>
                <a:ext cx="82152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941" h="450" extrusionOk="0">
                    <a:moveTo>
                      <a:pt x="36" y="257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807" y="0"/>
                      <a:pt x="807" y="0"/>
                      <a:pt x="807" y="0"/>
                    </a:cubicBezTo>
                    <a:cubicBezTo>
                      <a:pt x="905" y="257"/>
                      <a:pt x="905" y="257"/>
                      <a:pt x="905" y="257"/>
                    </a:cubicBezTo>
                    <a:cubicBezTo>
                      <a:pt x="941" y="350"/>
                      <a:pt x="872" y="450"/>
                      <a:pt x="772" y="450"/>
                    </a:cubicBezTo>
                    <a:cubicBezTo>
                      <a:pt x="169" y="450"/>
                      <a:pt x="169" y="450"/>
                      <a:pt x="169" y="450"/>
                    </a:cubicBezTo>
                    <a:cubicBezTo>
                      <a:pt x="69" y="450"/>
                      <a:pt x="0" y="350"/>
                      <a:pt x="36" y="257"/>
                    </a:cubicBezTo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5" name="Google Shape;2365;p59"/>
              <p:cNvSpPr/>
              <p:nvPr/>
            </p:nvSpPr>
            <p:spPr>
              <a:xfrm>
                <a:off x="7449356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0"/>
                    </a:moveTo>
                    <a:lnTo>
                      <a:pt x="7" y="30"/>
                    </a:lnTo>
                    <a:lnTo>
                      <a:pt x="0" y="33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6" name="Google Shape;2366;p59"/>
              <p:cNvSpPr/>
              <p:nvPr/>
            </p:nvSpPr>
            <p:spPr>
              <a:xfrm>
                <a:off x="7449356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33"/>
                    </a:moveTo>
                    <a:lnTo>
                      <a:pt x="7" y="3"/>
                    </a:lnTo>
                    <a:lnTo>
                      <a:pt x="0" y="0"/>
                    </a:lnTo>
                    <a:lnTo>
                      <a:pt x="0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7" name="Google Shape;2367;p59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8" name="Google Shape;2368;p59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9" name="Google Shape;2369;p59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0" name="Google Shape;2370;p59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1" name="Google Shape;2371;p59"/>
              <p:cNvSpPr/>
              <p:nvPr/>
            </p:nvSpPr>
            <p:spPr>
              <a:xfrm>
                <a:off x="7529128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151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84"/>
                      <a:pt x="112" y="84"/>
                      <a:pt x="112" y="84"/>
                    </a:cubicBezTo>
                    <a:cubicBezTo>
                      <a:pt x="157" y="84"/>
                      <a:pt x="157" y="84"/>
                      <a:pt x="157" y="84"/>
                    </a:cubicBezTo>
                    <a:cubicBezTo>
                      <a:pt x="158" y="84"/>
                      <a:pt x="158" y="85"/>
                      <a:pt x="158" y="86"/>
                    </a:cubicBezTo>
                    <a:cubicBezTo>
                      <a:pt x="158" y="187"/>
                      <a:pt x="158" y="187"/>
                      <a:pt x="158" y="187"/>
                    </a:cubicBezTo>
                    <a:cubicBezTo>
                      <a:pt x="158" y="188"/>
                      <a:pt x="158" y="188"/>
                      <a:pt x="157" y="188"/>
                    </a:cubicBezTo>
                    <a:cubicBezTo>
                      <a:pt x="112" y="188"/>
                      <a:pt x="112" y="188"/>
                      <a:pt x="112" y="188"/>
                    </a:cubicBezTo>
                    <a:cubicBezTo>
                      <a:pt x="112" y="1541"/>
                      <a:pt x="112" y="1541"/>
                      <a:pt x="112" y="1541"/>
                    </a:cubicBezTo>
                    <a:cubicBezTo>
                      <a:pt x="112" y="1542"/>
                      <a:pt x="112" y="1542"/>
                      <a:pt x="112" y="1542"/>
                    </a:cubicBezTo>
                    <a:cubicBezTo>
                      <a:pt x="112" y="1685"/>
                      <a:pt x="112" y="1685"/>
                      <a:pt x="112" y="1685"/>
                    </a:cubicBezTo>
                    <a:cubicBezTo>
                      <a:pt x="95" y="1678"/>
                      <a:pt x="95" y="1678"/>
                      <a:pt x="95" y="1678"/>
                    </a:cubicBezTo>
                    <a:cubicBezTo>
                      <a:pt x="41" y="2107"/>
                      <a:pt x="41" y="2107"/>
                      <a:pt x="41" y="2107"/>
                    </a:cubicBezTo>
                    <a:cubicBezTo>
                      <a:pt x="43" y="2130"/>
                      <a:pt x="40" y="2154"/>
                      <a:pt x="32" y="2175"/>
                    </a:cubicBezTo>
                    <a:cubicBezTo>
                      <a:pt x="32" y="2175"/>
                      <a:pt x="32" y="2175"/>
                      <a:pt x="32" y="2175"/>
                    </a:cubicBezTo>
                    <a:cubicBezTo>
                      <a:pt x="0" y="2373"/>
                      <a:pt x="4" y="2615"/>
                      <a:pt x="21" y="2833"/>
                    </a:cubicBezTo>
                    <a:cubicBezTo>
                      <a:pt x="107" y="2814"/>
                      <a:pt x="171" y="2736"/>
                      <a:pt x="171" y="2644"/>
                    </a:cubicBezTo>
                    <a:cubicBezTo>
                      <a:pt x="171" y="2620"/>
                      <a:pt x="191" y="2600"/>
                      <a:pt x="216" y="2600"/>
                    </a:cubicBezTo>
                    <a:cubicBezTo>
                      <a:pt x="241" y="2600"/>
                      <a:pt x="261" y="2620"/>
                      <a:pt x="261" y="2644"/>
                    </a:cubicBezTo>
                    <a:cubicBezTo>
                      <a:pt x="261" y="2783"/>
                      <a:pt x="160" y="2899"/>
                      <a:pt x="28" y="2923"/>
                    </a:cubicBezTo>
                    <a:cubicBezTo>
                      <a:pt x="31" y="2948"/>
                      <a:pt x="33" y="2973"/>
                      <a:pt x="36" y="2997"/>
                    </a:cubicBezTo>
                    <a:cubicBezTo>
                      <a:pt x="205" y="2969"/>
                      <a:pt x="335" y="2821"/>
                      <a:pt x="335" y="2644"/>
                    </a:cubicBezTo>
                    <a:cubicBezTo>
                      <a:pt x="335" y="184"/>
                      <a:pt x="335" y="184"/>
                      <a:pt x="335" y="184"/>
                    </a:cubicBezTo>
                    <a:cubicBezTo>
                      <a:pt x="335" y="82"/>
                      <a:pt x="252" y="0"/>
                      <a:pt x="15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2" name="Google Shape;2372;p59"/>
              <p:cNvSpPr/>
              <p:nvPr/>
            </p:nvSpPr>
            <p:spPr>
              <a:xfrm>
                <a:off x="7538653" y="3619477"/>
                <a:ext cx="47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" h="104" extrusionOk="0">
                    <a:moveTo>
                      <a:pt x="4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6" y="104"/>
                      <a:pt x="46" y="104"/>
                      <a:pt x="46" y="103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6" y="1"/>
                      <a:pt x="46" y="0"/>
                      <a:pt x="45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3" name="Google Shape;2373;p59"/>
              <p:cNvSpPr/>
              <p:nvPr/>
            </p:nvSpPr>
            <p:spPr>
              <a:xfrm>
                <a:off x="7532700" y="3795688"/>
                <a:ext cx="0" cy="5953"/>
              </a:xfrm>
              <a:custGeom>
                <a:avLst/>
                <a:gdLst/>
                <a:ahLst/>
                <a:cxnLst/>
                <a:rect l="l" t="t" r="r" b="b"/>
                <a:pathLst>
                  <a:path w="11" h="68" extrusionOk="0">
                    <a:moveTo>
                      <a:pt x="0" y="0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47"/>
                      <a:pt x="0" y="23"/>
                      <a:pt x="0" y="0"/>
                    </a:cubicBezTo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4" name="Google Shape;2374;p59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5" name="Google Shape;2375;p59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6" name="Google Shape;2376;p59"/>
              <p:cNvSpPr/>
              <p:nvPr/>
            </p:nvSpPr>
            <p:spPr>
              <a:xfrm>
                <a:off x="7426735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223" y="0"/>
                    </a:moveTo>
                    <a:cubicBezTo>
                      <a:pt x="184" y="0"/>
                      <a:pt x="184" y="0"/>
                      <a:pt x="184" y="0"/>
                    </a:cubicBezTo>
                    <a:cubicBezTo>
                      <a:pt x="83" y="0"/>
                      <a:pt x="0" y="82"/>
                      <a:pt x="0" y="184"/>
                    </a:cubicBezTo>
                    <a:cubicBezTo>
                      <a:pt x="0" y="2644"/>
                      <a:pt x="0" y="2644"/>
                      <a:pt x="0" y="2644"/>
                    </a:cubicBezTo>
                    <a:cubicBezTo>
                      <a:pt x="0" y="2821"/>
                      <a:pt x="130" y="2969"/>
                      <a:pt x="299" y="2997"/>
                    </a:cubicBezTo>
                    <a:cubicBezTo>
                      <a:pt x="302" y="2973"/>
                      <a:pt x="304" y="2949"/>
                      <a:pt x="307" y="2923"/>
                    </a:cubicBezTo>
                    <a:cubicBezTo>
                      <a:pt x="174" y="2900"/>
                      <a:pt x="72" y="2784"/>
                      <a:pt x="72" y="2644"/>
                    </a:cubicBezTo>
                    <a:cubicBezTo>
                      <a:pt x="72" y="2620"/>
                      <a:pt x="92" y="2600"/>
                      <a:pt x="117" y="2600"/>
                    </a:cubicBezTo>
                    <a:cubicBezTo>
                      <a:pt x="142" y="2600"/>
                      <a:pt x="162" y="2620"/>
                      <a:pt x="162" y="2644"/>
                    </a:cubicBezTo>
                    <a:cubicBezTo>
                      <a:pt x="162" y="2737"/>
                      <a:pt x="227" y="2815"/>
                      <a:pt x="314" y="2834"/>
                    </a:cubicBezTo>
                    <a:cubicBezTo>
                      <a:pt x="331" y="2615"/>
                      <a:pt x="335" y="2373"/>
                      <a:pt x="303" y="2175"/>
                    </a:cubicBezTo>
                    <a:cubicBezTo>
                      <a:pt x="223" y="1541"/>
                      <a:pt x="223" y="1541"/>
                      <a:pt x="223" y="1541"/>
                    </a:cubicBezTo>
                    <a:cubicBezTo>
                      <a:pt x="223" y="188"/>
                      <a:pt x="223" y="188"/>
                      <a:pt x="223" y="188"/>
                    </a:cubicBezTo>
                    <a:cubicBezTo>
                      <a:pt x="208" y="188"/>
                      <a:pt x="208" y="188"/>
                      <a:pt x="208" y="188"/>
                    </a:cubicBezTo>
                    <a:cubicBezTo>
                      <a:pt x="208" y="188"/>
                      <a:pt x="207" y="188"/>
                      <a:pt x="207" y="187"/>
                    </a:cubicBezTo>
                    <a:cubicBezTo>
                      <a:pt x="207" y="86"/>
                      <a:pt x="207" y="86"/>
                      <a:pt x="207" y="86"/>
                    </a:cubicBezTo>
                    <a:cubicBezTo>
                      <a:pt x="207" y="85"/>
                      <a:pt x="208" y="84"/>
                      <a:pt x="208" y="84"/>
                    </a:cubicBezTo>
                    <a:cubicBezTo>
                      <a:pt x="223" y="84"/>
                      <a:pt x="223" y="84"/>
                      <a:pt x="223" y="84"/>
                    </a:cubicBezTo>
                    <a:cubicBezTo>
                      <a:pt x="223" y="0"/>
                      <a:pt x="223" y="0"/>
                      <a:pt x="223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7" name="Google Shape;2377;p59"/>
              <p:cNvSpPr/>
              <p:nvPr/>
            </p:nvSpPr>
            <p:spPr>
              <a:xfrm>
                <a:off x="7445785" y="3619477"/>
                <a:ext cx="11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04" extrusionOk="0">
                    <a:moveTo>
                      <a:pt x="16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1" y="104"/>
                      <a:pt x="1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8" name="Google Shape;2378;p59"/>
              <p:cNvSpPr/>
              <p:nvPr/>
            </p:nvSpPr>
            <p:spPr>
              <a:xfrm>
                <a:off x="7545797" y="3780211"/>
                <a:ext cx="20100" cy="156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9" name="Google Shape;2379;p59"/>
              <p:cNvSpPr/>
              <p:nvPr/>
            </p:nvSpPr>
            <p:spPr>
              <a:xfrm>
                <a:off x="7419591" y="3780211"/>
                <a:ext cx="20100" cy="156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80" name="Google Shape;2380;p59"/>
            <p:cNvGrpSpPr/>
            <p:nvPr/>
          </p:nvGrpSpPr>
          <p:grpSpPr>
            <a:xfrm rot="-900065">
              <a:off x="2573712" y="2982706"/>
              <a:ext cx="156572" cy="280320"/>
              <a:chOff x="7419591" y="3612333"/>
              <a:chExt cx="146306" cy="261940"/>
            </a:xfrm>
          </p:grpSpPr>
          <p:sp>
            <p:nvSpPr>
              <p:cNvPr id="2381" name="Google Shape;2381;p59"/>
              <p:cNvSpPr/>
              <p:nvPr/>
            </p:nvSpPr>
            <p:spPr>
              <a:xfrm>
                <a:off x="7426735" y="3612333"/>
                <a:ext cx="132160" cy="26194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002" extrusionOk="0">
                    <a:moveTo>
                      <a:pt x="0" y="2644"/>
                    </a:moveTo>
                    <a:cubicBezTo>
                      <a:pt x="0" y="184"/>
                      <a:pt x="0" y="184"/>
                      <a:pt x="0" y="184"/>
                    </a:cubicBezTo>
                    <a:cubicBezTo>
                      <a:pt x="0" y="82"/>
                      <a:pt x="83" y="0"/>
                      <a:pt x="184" y="0"/>
                    </a:cubicBezTo>
                    <a:cubicBezTo>
                      <a:pt x="1323" y="0"/>
                      <a:pt x="1323" y="0"/>
                      <a:pt x="1323" y="0"/>
                    </a:cubicBezTo>
                    <a:cubicBezTo>
                      <a:pt x="1424" y="0"/>
                      <a:pt x="1507" y="82"/>
                      <a:pt x="1507" y="184"/>
                    </a:cubicBezTo>
                    <a:cubicBezTo>
                      <a:pt x="1507" y="2644"/>
                      <a:pt x="1507" y="2644"/>
                      <a:pt x="1507" y="2644"/>
                    </a:cubicBezTo>
                    <a:cubicBezTo>
                      <a:pt x="1507" y="2821"/>
                      <a:pt x="1377" y="2969"/>
                      <a:pt x="1208" y="2997"/>
                    </a:cubicBezTo>
                    <a:cubicBezTo>
                      <a:pt x="1189" y="3001"/>
                      <a:pt x="1169" y="3002"/>
                      <a:pt x="1149" y="3002"/>
                    </a:cubicBezTo>
                    <a:cubicBezTo>
                      <a:pt x="358" y="3002"/>
                      <a:pt x="358" y="3002"/>
                      <a:pt x="358" y="3002"/>
                    </a:cubicBezTo>
                    <a:cubicBezTo>
                      <a:pt x="161" y="3002"/>
                      <a:pt x="0" y="2841"/>
                      <a:pt x="0" y="2644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2" name="Google Shape;2382;p59"/>
              <p:cNvSpPr/>
              <p:nvPr/>
            </p:nvSpPr>
            <p:spPr>
              <a:xfrm>
                <a:off x="7523175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283" y="0"/>
                    </a:moveTo>
                    <a:cubicBezTo>
                      <a:pt x="308" y="0"/>
                      <a:pt x="328" y="20"/>
                      <a:pt x="328" y="44"/>
                    </a:cubicBezTo>
                    <a:cubicBezTo>
                      <a:pt x="328" y="201"/>
                      <a:pt x="201" y="328"/>
                      <a:pt x="44" y="328"/>
                    </a:cubicBezTo>
                    <a:cubicBezTo>
                      <a:pt x="20" y="328"/>
                      <a:pt x="0" y="308"/>
                      <a:pt x="0" y="283"/>
                    </a:cubicBezTo>
                    <a:cubicBezTo>
                      <a:pt x="0" y="258"/>
                      <a:pt x="20" y="238"/>
                      <a:pt x="44" y="238"/>
                    </a:cubicBezTo>
                    <a:cubicBezTo>
                      <a:pt x="151" y="238"/>
                      <a:pt x="238" y="151"/>
                      <a:pt x="238" y="44"/>
                    </a:cubicBezTo>
                    <a:cubicBezTo>
                      <a:pt x="238" y="20"/>
                      <a:pt x="258" y="0"/>
                      <a:pt x="283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3" name="Google Shape;2383;p59"/>
              <p:cNvSpPr/>
              <p:nvPr/>
            </p:nvSpPr>
            <p:spPr>
              <a:xfrm>
                <a:off x="7433879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45" y="0"/>
                    </a:moveTo>
                    <a:cubicBezTo>
                      <a:pt x="70" y="0"/>
                      <a:pt x="90" y="20"/>
                      <a:pt x="90" y="44"/>
                    </a:cubicBezTo>
                    <a:cubicBezTo>
                      <a:pt x="90" y="151"/>
                      <a:pt x="177" y="238"/>
                      <a:pt x="284" y="238"/>
                    </a:cubicBezTo>
                    <a:cubicBezTo>
                      <a:pt x="308" y="238"/>
                      <a:pt x="328" y="258"/>
                      <a:pt x="328" y="283"/>
                    </a:cubicBezTo>
                    <a:cubicBezTo>
                      <a:pt x="328" y="308"/>
                      <a:pt x="308" y="328"/>
                      <a:pt x="284" y="328"/>
                    </a:cubicBezTo>
                    <a:cubicBezTo>
                      <a:pt x="128" y="328"/>
                      <a:pt x="0" y="201"/>
                      <a:pt x="0" y="44"/>
                    </a:cubicBezTo>
                    <a:cubicBezTo>
                      <a:pt x="0" y="20"/>
                      <a:pt x="20" y="0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4" name="Google Shape;2384;p59"/>
              <p:cNvSpPr/>
              <p:nvPr/>
            </p:nvSpPr>
            <p:spPr>
              <a:xfrm>
                <a:off x="7519603" y="3619477"/>
                <a:ext cx="238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2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63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3" y="104"/>
                      <a:pt x="262" y="104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5" name="Google Shape;2385;p59"/>
              <p:cNvSpPr/>
              <p:nvPr/>
            </p:nvSpPr>
            <p:spPr>
              <a:xfrm>
                <a:off x="7445785" y="3619477"/>
                <a:ext cx="226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1" y="0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62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2" y="104"/>
                      <a:pt x="261" y="104"/>
                    </a:cubicBezTo>
                    <a:cubicBezTo>
                      <a:pt x="1" y="104"/>
                      <a:pt x="1" y="104"/>
                      <a:pt x="1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6" name="Google Shape;2386;p59"/>
              <p:cNvSpPr/>
              <p:nvPr/>
            </p:nvSpPr>
            <p:spPr>
              <a:xfrm>
                <a:off x="7455310" y="3649243"/>
                <a:ext cx="7858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31" extrusionOk="0">
                    <a:moveTo>
                      <a:pt x="94" y="131"/>
                    </a:moveTo>
                    <a:cubicBezTo>
                      <a:pt x="33" y="80"/>
                      <a:pt x="33" y="80"/>
                      <a:pt x="33" y="80"/>
                    </a:cubicBezTo>
                    <a:cubicBezTo>
                      <a:pt x="0" y="53"/>
                      <a:pt x="19" y="0"/>
                      <a:pt x="61" y="0"/>
                    </a:cubicBezTo>
                    <a:cubicBezTo>
                      <a:pt x="840" y="0"/>
                      <a:pt x="840" y="0"/>
                      <a:pt x="840" y="0"/>
                    </a:cubicBezTo>
                    <a:cubicBezTo>
                      <a:pt x="882" y="0"/>
                      <a:pt x="901" y="53"/>
                      <a:pt x="868" y="80"/>
                    </a:cubicBezTo>
                    <a:cubicBezTo>
                      <a:pt x="807" y="131"/>
                      <a:pt x="807" y="131"/>
                      <a:pt x="807" y="131"/>
                    </a:cubicBezTo>
                    <a:lnTo>
                      <a:pt x="94" y="131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7" name="Google Shape;2387;p59"/>
              <p:cNvSpPr/>
              <p:nvPr/>
            </p:nvSpPr>
            <p:spPr>
              <a:xfrm>
                <a:off x="7452928" y="3770686"/>
                <a:ext cx="82152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941" h="450" extrusionOk="0">
                    <a:moveTo>
                      <a:pt x="36" y="257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807" y="0"/>
                      <a:pt x="807" y="0"/>
                      <a:pt x="807" y="0"/>
                    </a:cubicBezTo>
                    <a:cubicBezTo>
                      <a:pt x="905" y="257"/>
                      <a:pt x="905" y="257"/>
                      <a:pt x="905" y="257"/>
                    </a:cubicBezTo>
                    <a:cubicBezTo>
                      <a:pt x="941" y="350"/>
                      <a:pt x="872" y="450"/>
                      <a:pt x="772" y="450"/>
                    </a:cubicBezTo>
                    <a:cubicBezTo>
                      <a:pt x="169" y="450"/>
                      <a:pt x="169" y="450"/>
                      <a:pt x="169" y="450"/>
                    </a:cubicBezTo>
                    <a:cubicBezTo>
                      <a:pt x="69" y="450"/>
                      <a:pt x="0" y="350"/>
                      <a:pt x="36" y="257"/>
                    </a:cubicBezTo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8" name="Google Shape;2388;p59"/>
              <p:cNvSpPr/>
              <p:nvPr/>
            </p:nvSpPr>
            <p:spPr>
              <a:xfrm>
                <a:off x="7449356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0"/>
                    </a:moveTo>
                    <a:lnTo>
                      <a:pt x="7" y="30"/>
                    </a:lnTo>
                    <a:lnTo>
                      <a:pt x="0" y="33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9" name="Google Shape;2389;p59"/>
              <p:cNvSpPr/>
              <p:nvPr/>
            </p:nvSpPr>
            <p:spPr>
              <a:xfrm>
                <a:off x="7449356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33"/>
                    </a:moveTo>
                    <a:lnTo>
                      <a:pt x="7" y="3"/>
                    </a:lnTo>
                    <a:lnTo>
                      <a:pt x="0" y="0"/>
                    </a:lnTo>
                    <a:lnTo>
                      <a:pt x="0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0" name="Google Shape;2390;p59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1" name="Google Shape;2391;p59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2" name="Google Shape;2392;p59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3" name="Google Shape;2393;p59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4" name="Google Shape;2394;p59"/>
              <p:cNvSpPr/>
              <p:nvPr/>
            </p:nvSpPr>
            <p:spPr>
              <a:xfrm>
                <a:off x="7529128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151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84"/>
                      <a:pt x="112" y="84"/>
                      <a:pt x="112" y="84"/>
                    </a:cubicBezTo>
                    <a:cubicBezTo>
                      <a:pt x="157" y="84"/>
                      <a:pt x="157" y="84"/>
                      <a:pt x="157" y="84"/>
                    </a:cubicBezTo>
                    <a:cubicBezTo>
                      <a:pt x="158" y="84"/>
                      <a:pt x="158" y="85"/>
                      <a:pt x="158" y="86"/>
                    </a:cubicBezTo>
                    <a:cubicBezTo>
                      <a:pt x="158" y="187"/>
                      <a:pt x="158" y="187"/>
                      <a:pt x="158" y="187"/>
                    </a:cubicBezTo>
                    <a:cubicBezTo>
                      <a:pt x="158" y="188"/>
                      <a:pt x="158" y="188"/>
                      <a:pt x="157" y="188"/>
                    </a:cubicBezTo>
                    <a:cubicBezTo>
                      <a:pt x="112" y="188"/>
                      <a:pt x="112" y="188"/>
                      <a:pt x="112" y="188"/>
                    </a:cubicBezTo>
                    <a:cubicBezTo>
                      <a:pt x="112" y="1541"/>
                      <a:pt x="112" y="1541"/>
                      <a:pt x="112" y="1541"/>
                    </a:cubicBezTo>
                    <a:cubicBezTo>
                      <a:pt x="112" y="1542"/>
                      <a:pt x="112" y="1542"/>
                      <a:pt x="112" y="1542"/>
                    </a:cubicBezTo>
                    <a:cubicBezTo>
                      <a:pt x="112" y="1685"/>
                      <a:pt x="112" y="1685"/>
                      <a:pt x="112" y="1685"/>
                    </a:cubicBezTo>
                    <a:cubicBezTo>
                      <a:pt x="95" y="1678"/>
                      <a:pt x="95" y="1678"/>
                      <a:pt x="95" y="1678"/>
                    </a:cubicBezTo>
                    <a:cubicBezTo>
                      <a:pt x="41" y="2107"/>
                      <a:pt x="41" y="2107"/>
                      <a:pt x="41" y="2107"/>
                    </a:cubicBezTo>
                    <a:cubicBezTo>
                      <a:pt x="43" y="2130"/>
                      <a:pt x="40" y="2154"/>
                      <a:pt x="32" y="2175"/>
                    </a:cubicBezTo>
                    <a:cubicBezTo>
                      <a:pt x="32" y="2175"/>
                      <a:pt x="32" y="2175"/>
                      <a:pt x="32" y="2175"/>
                    </a:cubicBezTo>
                    <a:cubicBezTo>
                      <a:pt x="0" y="2373"/>
                      <a:pt x="4" y="2615"/>
                      <a:pt x="21" y="2833"/>
                    </a:cubicBezTo>
                    <a:cubicBezTo>
                      <a:pt x="107" y="2814"/>
                      <a:pt x="171" y="2736"/>
                      <a:pt x="171" y="2644"/>
                    </a:cubicBezTo>
                    <a:cubicBezTo>
                      <a:pt x="171" y="2620"/>
                      <a:pt x="191" y="2600"/>
                      <a:pt x="216" y="2600"/>
                    </a:cubicBezTo>
                    <a:cubicBezTo>
                      <a:pt x="241" y="2600"/>
                      <a:pt x="261" y="2620"/>
                      <a:pt x="261" y="2644"/>
                    </a:cubicBezTo>
                    <a:cubicBezTo>
                      <a:pt x="261" y="2783"/>
                      <a:pt x="160" y="2899"/>
                      <a:pt x="28" y="2923"/>
                    </a:cubicBezTo>
                    <a:cubicBezTo>
                      <a:pt x="31" y="2948"/>
                      <a:pt x="33" y="2973"/>
                      <a:pt x="36" y="2997"/>
                    </a:cubicBezTo>
                    <a:cubicBezTo>
                      <a:pt x="205" y="2969"/>
                      <a:pt x="335" y="2821"/>
                      <a:pt x="335" y="2644"/>
                    </a:cubicBezTo>
                    <a:cubicBezTo>
                      <a:pt x="335" y="184"/>
                      <a:pt x="335" y="184"/>
                      <a:pt x="335" y="184"/>
                    </a:cubicBezTo>
                    <a:cubicBezTo>
                      <a:pt x="335" y="82"/>
                      <a:pt x="252" y="0"/>
                      <a:pt x="151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5" name="Google Shape;2395;p59"/>
              <p:cNvSpPr/>
              <p:nvPr/>
            </p:nvSpPr>
            <p:spPr>
              <a:xfrm>
                <a:off x="7538653" y="3619477"/>
                <a:ext cx="47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" h="104" extrusionOk="0">
                    <a:moveTo>
                      <a:pt x="4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6" y="104"/>
                      <a:pt x="46" y="104"/>
                      <a:pt x="46" y="103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6" y="1"/>
                      <a:pt x="46" y="0"/>
                      <a:pt x="45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6" name="Google Shape;2396;p59"/>
              <p:cNvSpPr/>
              <p:nvPr/>
            </p:nvSpPr>
            <p:spPr>
              <a:xfrm>
                <a:off x="7532700" y="3795688"/>
                <a:ext cx="0" cy="5953"/>
              </a:xfrm>
              <a:custGeom>
                <a:avLst/>
                <a:gdLst/>
                <a:ahLst/>
                <a:cxnLst/>
                <a:rect l="l" t="t" r="r" b="b"/>
                <a:pathLst>
                  <a:path w="11" h="68" extrusionOk="0">
                    <a:moveTo>
                      <a:pt x="0" y="0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47"/>
                      <a:pt x="0" y="23"/>
                      <a:pt x="0" y="0"/>
                    </a:cubicBezTo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7" name="Google Shape;2397;p59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8" name="Google Shape;2398;p59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9" name="Google Shape;2399;p59"/>
              <p:cNvSpPr/>
              <p:nvPr/>
            </p:nvSpPr>
            <p:spPr>
              <a:xfrm>
                <a:off x="7426735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223" y="0"/>
                    </a:moveTo>
                    <a:cubicBezTo>
                      <a:pt x="184" y="0"/>
                      <a:pt x="184" y="0"/>
                      <a:pt x="184" y="0"/>
                    </a:cubicBezTo>
                    <a:cubicBezTo>
                      <a:pt x="83" y="0"/>
                      <a:pt x="0" y="82"/>
                      <a:pt x="0" y="184"/>
                    </a:cubicBezTo>
                    <a:cubicBezTo>
                      <a:pt x="0" y="2644"/>
                      <a:pt x="0" y="2644"/>
                      <a:pt x="0" y="2644"/>
                    </a:cubicBezTo>
                    <a:cubicBezTo>
                      <a:pt x="0" y="2821"/>
                      <a:pt x="130" y="2969"/>
                      <a:pt x="299" y="2997"/>
                    </a:cubicBezTo>
                    <a:cubicBezTo>
                      <a:pt x="302" y="2973"/>
                      <a:pt x="304" y="2949"/>
                      <a:pt x="307" y="2923"/>
                    </a:cubicBezTo>
                    <a:cubicBezTo>
                      <a:pt x="174" y="2900"/>
                      <a:pt x="72" y="2784"/>
                      <a:pt x="72" y="2644"/>
                    </a:cubicBezTo>
                    <a:cubicBezTo>
                      <a:pt x="72" y="2620"/>
                      <a:pt x="92" y="2600"/>
                      <a:pt x="117" y="2600"/>
                    </a:cubicBezTo>
                    <a:cubicBezTo>
                      <a:pt x="142" y="2600"/>
                      <a:pt x="162" y="2620"/>
                      <a:pt x="162" y="2644"/>
                    </a:cubicBezTo>
                    <a:cubicBezTo>
                      <a:pt x="162" y="2737"/>
                      <a:pt x="227" y="2815"/>
                      <a:pt x="314" y="2834"/>
                    </a:cubicBezTo>
                    <a:cubicBezTo>
                      <a:pt x="331" y="2615"/>
                      <a:pt x="335" y="2373"/>
                      <a:pt x="303" y="2175"/>
                    </a:cubicBezTo>
                    <a:cubicBezTo>
                      <a:pt x="223" y="1541"/>
                      <a:pt x="223" y="1541"/>
                      <a:pt x="223" y="1541"/>
                    </a:cubicBezTo>
                    <a:cubicBezTo>
                      <a:pt x="223" y="188"/>
                      <a:pt x="223" y="188"/>
                      <a:pt x="223" y="188"/>
                    </a:cubicBezTo>
                    <a:cubicBezTo>
                      <a:pt x="208" y="188"/>
                      <a:pt x="208" y="188"/>
                      <a:pt x="208" y="188"/>
                    </a:cubicBezTo>
                    <a:cubicBezTo>
                      <a:pt x="208" y="188"/>
                      <a:pt x="207" y="188"/>
                      <a:pt x="207" y="187"/>
                    </a:cubicBezTo>
                    <a:cubicBezTo>
                      <a:pt x="207" y="86"/>
                      <a:pt x="207" y="86"/>
                      <a:pt x="207" y="86"/>
                    </a:cubicBezTo>
                    <a:cubicBezTo>
                      <a:pt x="207" y="85"/>
                      <a:pt x="208" y="84"/>
                      <a:pt x="208" y="84"/>
                    </a:cubicBezTo>
                    <a:cubicBezTo>
                      <a:pt x="223" y="84"/>
                      <a:pt x="223" y="84"/>
                      <a:pt x="223" y="84"/>
                    </a:cubicBezTo>
                    <a:cubicBezTo>
                      <a:pt x="223" y="0"/>
                      <a:pt x="223" y="0"/>
                      <a:pt x="223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0" name="Google Shape;2400;p59"/>
              <p:cNvSpPr/>
              <p:nvPr/>
            </p:nvSpPr>
            <p:spPr>
              <a:xfrm>
                <a:off x="7445785" y="3619477"/>
                <a:ext cx="11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04" extrusionOk="0">
                    <a:moveTo>
                      <a:pt x="16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1" y="104"/>
                      <a:pt x="1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1" name="Google Shape;2401;p59"/>
              <p:cNvSpPr/>
              <p:nvPr/>
            </p:nvSpPr>
            <p:spPr>
              <a:xfrm>
                <a:off x="7545797" y="3780211"/>
                <a:ext cx="20100" cy="156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2" name="Google Shape;2402;p59"/>
              <p:cNvSpPr/>
              <p:nvPr/>
            </p:nvSpPr>
            <p:spPr>
              <a:xfrm>
                <a:off x="7419591" y="3780211"/>
                <a:ext cx="20100" cy="156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03" name="Google Shape;2403;p59"/>
            <p:cNvGrpSpPr/>
            <p:nvPr/>
          </p:nvGrpSpPr>
          <p:grpSpPr>
            <a:xfrm rot="-8100000">
              <a:off x="5730112" y="4019078"/>
              <a:ext cx="146304" cy="261937"/>
              <a:chOff x="7419591" y="3612333"/>
              <a:chExt cx="146306" cy="261940"/>
            </a:xfrm>
          </p:grpSpPr>
          <p:sp>
            <p:nvSpPr>
              <p:cNvPr id="2404" name="Google Shape;2404;p59"/>
              <p:cNvSpPr/>
              <p:nvPr/>
            </p:nvSpPr>
            <p:spPr>
              <a:xfrm>
                <a:off x="7426735" y="3612333"/>
                <a:ext cx="132160" cy="26194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002" extrusionOk="0">
                    <a:moveTo>
                      <a:pt x="0" y="2644"/>
                    </a:moveTo>
                    <a:cubicBezTo>
                      <a:pt x="0" y="184"/>
                      <a:pt x="0" y="184"/>
                      <a:pt x="0" y="184"/>
                    </a:cubicBezTo>
                    <a:cubicBezTo>
                      <a:pt x="0" y="82"/>
                      <a:pt x="83" y="0"/>
                      <a:pt x="184" y="0"/>
                    </a:cubicBezTo>
                    <a:cubicBezTo>
                      <a:pt x="1323" y="0"/>
                      <a:pt x="1323" y="0"/>
                      <a:pt x="1323" y="0"/>
                    </a:cubicBezTo>
                    <a:cubicBezTo>
                      <a:pt x="1424" y="0"/>
                      <a:pt x="1507" y="82"/>
                      <a:pt x="1507" y="184"/>
                    </a:cubicBezTo>
                    <a:cubicBezTo>
                      <a:pt x="1507" y="2644"/>
                      <a:pt x="1507" y="2644"/>
                      <a:pt x="1507" y="2644"/>
                    </a:cubicBezTo>
                    <a:cubicBezTo>
                      <a:pt x="1507" y="2821"/>
                      <a:pt x="1377" y="2969"/>
                      <a:pt x="1208" y="2997"/>
                    </a:cubicBezTo>
                    <a:cubicBezTo>
                      <a:pt x="1189" y="3001"/>
                      <a:pt x="1169" y="3002"/>
                      <a:pt x="1149" y="3002"/>
                    </a:cubicBezTo>
                    <a:cubicBezTo>
                      <a:pt x="358" y="3002"/>
                      <a:pt x="358" y="3002"/>
                      <a:pt x="358" y="3002"/>
                    </a:cubicBezTo>
                    <a:cubicBezTo>
                      <a:pt x="161" y="3002"/>
                      <a:pt x="0" y="2841"/>
                      <a:pt x="0" y="264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5" name="Google Shape;2405;p59"/>
              <p:cNvSpPr/>
              <p:nvPr/>
            </p:nvSpPr>
            <p:spPr>
              <a:xfrm>
                <a:off x="7523175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283" y="0"/>
                    </a:moveTo>
                    <a:cubicBezTo>
                      <a:pt x="308" y="0"/>
                      <a:pt x="328" y="20"/>
                      <a:pt x="328" y="44"/>
                    </a:cubicBezTo>
                    <a:cubicBezTo>
                      <a:pt x="328" y="201"/>
                      <a:pt x="201" y="328"/>
                      <a:pt x="44" y="328"/>
                    </a:cubicBezTo>
                    <a:cubicBezTo>
                      <a:pt x="20" y="328"/>
                      <a:pt x="0" y="308"/>
                      <a:pt x="0" y="283"/>
                    </a:cubicBezTo>
                    <a:cubicBezTo>
                      <a:pt x="0" y="258"/>
                      <a:pt x="20" y="238"/>
                      <a:pt x="44" y="238"/>
                    </a:cubicBezTo>
                    <a:cubicBezTo>
                      <a:pt x="151" y="238"/>
                      <a:pt x="238" y="151"/>
                      <a:pt x="238" y="44"/>
                    </a:cubicBezTo>
                    <a:cubicBezTo>
                      <a:pt x="238" y="20"/>
                      <a:pt x="258" y="0"/>
                      <a:pt x="283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6" name="Google Shape;2406;p59"/>
              <p:cNvSpPr/>
              <p:nvPr/>
            </p:nvSpPr>
            <p:spPr>
              <a:xfrm>
                <a:off x="7433879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45" y="0"/>
                    </a:moveTo>
                    <a:cubicBezTo>
                      <a:pt x="70" y="0"/>
                      <a:pt x="90" y="20"/>
                      <a:pt x="90" y="44"/>
                    </a:cubicBezTo>
                    <a:cubicBezTo>
                      <a:pt x="90" y="151"/>
                      <a:pt x="177" y="238"/>
                      <a:pt x="284" y="238"/>
                    </a:cubicBezTo>
                    <a:cubicBezTo>
                      <a:pt x="308" y="238"/>
                      <a:pt x="328" y="258"/>
                      <a:pt x="328" y="283"/>
                    </a:cubicBezTo>
                    <a:cubicBezTo>
                      <a:pt x="328" y="308"/>
                      <a:pt x="308" y="328"/>
                      <a:pt x="284" y="328"/>
                    </a:cubicBezTo>
                    <a:cubicBezTo>
                      <a:pt x="128" y="328"/>
                      <a:pt x="0" y="201"/>
                      <a:pt x="0" y="44"/>
                    </a:cubicBezTo>
                    <a:cubicBezTo>
                      <a:pt x="0" y="20"/>
                      <a:pt x="20" y="0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7" name="Google Shape;2407;p59"/>
              <p:cNvSpPr/>
              <p:nvPr/>
            </p:nvSpPr>
            <p:spPr>
              <a:xfrm>
                <a:off x="7519603" y="3619477"/>
                <a:ext cx="238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2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63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3" y="104"/>
                      <a:pt x="262" y="104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8" name="Google Shape;2408;p59"/>
              <p:cNvSpPr/>
              <p:nvPr/>
            </p:nvSpPr>
            <p:spPr>
              <a:xfrm>
                <a:off x="7445785" y="3619477"/>
                <a:ext cx="226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1" y="0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62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2" y="104"/>
                      <a:pt x="261" y="104"/>
                    </a:cubicBezTo>
                    <a:cubicBezTo>
                      <a:pt x="1" y="104"/>
                      <a:pt x="1" y="104"/>
                      <a:pt x="1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9" name="Google Shape;2409;p59"/>
              <p:cNvSpPr/>
              <p:nvPr/>
            </p:nvSpPr>
            <p:spPr>
              <a:xfrm>
                <a:off x="7455310" y="3649243"/>
                <a:ext cx="7858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31" extrusionOk="0">
                    <a:moveTo>
                      <a:pt x="94" y="131"/>
                    </a:moveTo>
                    <a:cubicBezTo>
                      <a:pt x="33" y="80"/>
                      <a:pt x="33" y="80"/>
                      <a:pt x="33" y="80"/>
                    </a:cubicBezTo>
                    <a:cubicBezTo>
                      <a:pt x="0" y="53"/>
                      <a:pt x="19" y="0"/>
                      <a:pt x="61" y="0"/>
                    </a:cubicBezTo>
                    <a:cubicBezTo>
                      <a:pt x="840" y="0"/>
                      <a:pt x="840" y="0"/>
                      <a:pt x="840" y="0"/>
                    </a:cubicBezTo>
                    <a:cubicBezTo>
                      <a:pt x="882" y="0"/>
                      <a:pt x="901" y="53"/>
                      <a:pt x="868" y="80"/>
                    </a:cubicBezTo>
                    <a:cubicBezTo>
                      <a:pt x="807" y="131"/>
                      <a:pt x="807" y="131"/>
                      <a:pt x="807" y="131"/>
                    </a:cubicBezTo>
                    <a:lnTo>
                      <a:pt x="94" y="131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0" name="Google Shape;2410;p59"/>
              <p:cNvSpPr/>
              <p:nvPr/>
            </p:nvSpPr>
            <p:spPr>
              <a:xfrm>
                <a:off x="7452928" y="3770686"/>
                <a:ext cx="82152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941" h="450" extrusionOk="0">
                    <a:moveTo>
                      <a:pt x="36" y="257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807" y="0"/>
                      <a:pt x="807" y="0"/>
                      <a:pt x="807" y="0"/>
                    </a:cubicBezTo>
                    <a:cubicBezTo>
                      <a:pt x="905" y="257"/>
                      <a:pt x="905" y="257"/>
                      <a:pt x="905" y="257"/>
                    </a:cubicBezTo>
                    <a:cubicBezTo>
                      <a:pt x="941" y="350"/>
                      <a:pt x="872" y="450"/>
                      <a:pt x="772" y="450"/>
                    </a:cubicBezTo>
                    <a:cubicBezTo>
                      <a:pt x="169" y="450"/>
                      <a:pt x="169" y="450"/>
                      <a:pt x="169" y="450"/>
                    </a:cubicBezTo>
                    <a:cubicBezTo>
                      <a:pt x="69" y="450"/>
                      <a:pt x="0" y="350"/>
                      <a:pt x="36" y="257"/>
                    </a:cubicBezTo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1" name="Google Shape;2411;p59"/>
              <p:cNvSpPr/>
              <p:nvPr/>
            </p:nvSpPr>
            <p:spPr>
              <a:xfrm>
                <a:off x="7449356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0"/>
                    </a:moveTo>
                    <a:lnTo>
                      <a:pt x="7" y="30"/>
                    </a:lnTo>
                    <a:lnTo>
                      <a:pt x="0" y="33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2" name="Google Shape;2412;p59"/>
              <p:cNvSpPr/>
              <p:nvPr/>
            </p:nvSpPr>
            <p:spPr>
              <a:xfrm>
                <a:off x="7449356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33"/>
                    </a:moveTo>
                    <a:lnTo>
                      <a:pt x="7" y="3"/>
                    </a:lnTo>
                    <a:lnTo>
                      <a:pt x="0" y="0"/>
                    </a:lnTo>
                    <a:lnTo>
                      <a:pt x="0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3" name="Google Shape;2413;p59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4" name="Google Shape;2414;p59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5" name="Google Shape;2415;p59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6" name="Google Shape;2416;p59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7" name="Google Shape;2417;p59"/>
              <p:cNvSpPr/>
              <p:nvPr/>
            </p:nvSpPr>
            <p:spPr>
              <a:xfrm>
                <a:off x="7529128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151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84"/>
                      <a:pt x="112" y="84"/>
                      <a:pt x="112" y="84"/>
                    </a:cubicBezTo>
                    <a:cubicBezTo>
                      <a:pt x="157" y="84"/>
                      <a:pt x="157" y="84"/>
                      <a:pt x="157" y="84"/>
                    </a:cubicBezTo>
                    <a:cubicBezTo>
                      <a:pt x="158" y="84"/>
                      <a:pt x="158" y="85"/>
                      <a:pt x="158" y="86"/>
                    </a:cubicBezTo>
                    <a:cubicBezTo>
                      <a:pt x="158" y="187"/>
                      <a:pt x="158" y="187"/>
                      <a:pt x="158" y="187"/>
                    </a:cubicBezTo>
                    <a:cubicBezTo>
                      <a:pt x="158" y="188"/>
                      <a:pt x="158" y="188"/>
                      <a:pt x="157" y="188"/>
                    </a:cubicBezTo>
                    <a:cubicBezTo>
                      <a:pt x="112" y="188"/>
                      <a:pt x="112" y="188"/>
                      <a:pt x="112" y="188"/>
                    </a:cubicBezTo>
                    <a:cubicBezTo>
                      <a:pt x="112" y="1541"/>
                      <a:pt x="112" y="1541"/>
                      <a:pt x="112" y="1541"/>
                    </a:cubicBezTo>
                    <a:cubicBezTo>
                      <a:pt x="112" y="1542"/>
                      <a:pt x="112" y="1542"/>
                      <a:pt x="112" y="1542"/>
                    </a:cubicBezTo>
                    <a:cubicBezTo>
                      <a:pt x="112" y="1685"/>
                      <a:pt x="112" y="1685"/>
                      <a:pt x="112" y="1685"/>
                    </a:cubicBezTo>
                    <a:cubicBezTo>
                      <a:pt x="95" y="1678"/>
                      <a:pt x="95" y="1678"/>
                      <a:pt x="95" y="1678"/>
                    </a:cubicBezTo>
                    <a:cubicBezTo>
                      <a:pt x="41" y="2107"/>
                      <a:pt x="41" y="2107"/>
                      <a:pt x="41" y="2107"/>
                    </a:cubicBezTo>
                    <a:cubicBezTo>
                      <a:pt x="43" y="2130"/>
                      <a:pt x="40" y="2154"/>
                      <a:pt x="32" y="2175"/>
                    </a:cubicBezTo>
                    <a:cubicBezTo>
                      <a:pt x="32" y="2175"/>
                      <a:pt x="32" y="2175"/>
                      <a:pt x="32" y="2175"/>
                    </a:cubicBezTo>
                    <a:cubicBezTo>
                      <a:pt x="0" y="2373"/>
                      <a:pt x="4" y="2615"/>
                      <a:pt x="21" y="2833"/>
                    </a:cubicBezTo>
                    <a:cubicBezTo>
                      <a:pt x="107" y="2814"/>
                      <a:pt x="171" y="2736"/>
                      <a:pt x="171" y="2644"/>
                    </a:cubicBezTo>
                    <a:cubicBezTo>
                      <a:pt x="171" y="2620"/>
                      <a:pt x="191" y="2600"/>
                      <a:pt x="216" y="2600"/>
                    </a:cubicBezTo>
                    <a:cubicBezTo>
                      <a:pt x="241" y="2600"/>
                      <a:pt x="261" y="2620"/>
                      <a:pt x="261" y="2644"/>
                    </a:cubicBezTo>
                    <a:cubicBezTo>
                      <a:pt x="261" y="2783"/>
                      <a:pt x="160" y="2899"/>
                      <a:pt x="28" y="2923"/>
                    </a:cubicBezTo>
                    <a:cubicBezTo>
                      <a:pt x="31" y="2948"/>
                      <a:pt x="33" y="2973"/>
                      <a:pt x="36" y="2997"/>
                    </a:cubicBezTo>
                    <a:cubicBezTo>
                      <a:pt x="205" y="2969"/>
                      <a:pt x="335" y="2821"/>
                      <a:pt x="335" y="2644"/>
                    </a:cubicBezTo>
                    <a:cubicBezTo>
                      <a:pt x="335" y="184"/>
                      <a:pt x="335" y="184"/>
                      <a:pt x="335" y="184"/>
                    </a:cubicBezTo>
                    <a:cubicBezTo>
                      <a:pt x="335" y="82"/>
                      <a:pt x="252" y="0"/>
                      <a:pt x="151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8" name="Google Shape;2418;p59"/>
              <p:cNvSpPr/>
              <p:nvPr/>
            </p:nvSpPr>
            <p:spPr>
              <a:xfrm>
                <a:off x="7538653" y="3619477"/>
                <a:ext cx="47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" h="104" extrusionOk="0">
                    <a:moveTo>
                      <a:pt x="4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6" y="104"/>
                      <a:pt x="46" y="104"/>
                      <a:pt x="46" y="103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6" y="1"/>
                      <a:pt x="46" y="0"/>
                      <a:pt x="45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9" name="Google Shape;2419;p59"/>
              <p:cNvSpPr/>
              <p:nvPr/>
            </p:nvSpPr>
            <p:spPr>
              <a:xfrm>
                <a:off x="7532700" y="3795688"/>
                <a:ext cx="0" cy="5953"/>
              </a:xfrm>
              <a:custGeom>
                <a:avLst/>
                <a:gdLst/>
                <a:ahLst/>
                <a:cxnLst/>
                <a:rect l="l" t="t" r="r" b="b"/>
                <a:pathLst>
                  <a:path w="11" h="68" extrusionOk="0">
                    <a:moveTo>
                      <a:pt x="0" y="0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47"/>
                      <a:pt x="0" y="23"/>
                      <a:pt x="0" y="0"/>
                    </a:cubicBezTo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0" name="Google Shape;2420;p59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1" name="Google Shape;2421;p59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2" name="Google Shape;2422;p59"/>
              <p:cNvSpPr/>
              <p:nvPr/>
            </p:nvSpPr>
            <p:spPr>
              <a:xfrm>
                <a:off x="7426735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223" y="0"/>
                    </a:moveTo>
                    <a:cubicBezTo>
                      <a:pt x="184" y="0"/>
                      <a:pt x="184" y="0"/>
                      <a:pt x="184" y="0"/>
                    </a:cubicBezTo>
                    <a:cubicBezTo>
                      <a:pt x="83" y="0"/>
                      <a:pt x="0" y="82"/>
                      <a:pt x="0" y="184"/>
                    </a:cubicBezTo>
                    <a:cubicBezTo>
                      <a:pt x="0" y="2644"/>
                      <a:pt x="0" y="2644"/>
                      <a:pt x="0" y="2644"/>
                    </a:cubicBezTo>
                    <a:cubicBezTo>
                      <a:pt x="0" y="2821"/>
                      <a:pt x="130" y="2969"/>
                      <a:pt x="299" y="2997"/>
                    </a:cubicBezTo>
                    <a:cubicBezTo>
                      <a:pt x="302" y="2973"/>
                      <a:pt x="304" y="2949"/>
                      <a:pt x="307" y="2923"/>
                    </a:cubicBezTo>
                    <a:cubicBezTo>
                      <a:pt x="174" y="2900"/>
                      <a:pt x="72" y="2784"/>
                      <a:pt x="72" y="2644"/>
                    </a:cubicBezTo>
                    <a:cubicBezTo>
                      <a:pt x="72" y="2620"/>
                      <a:pt x="92" y="2600"/>
                      <a:pt x="117" y="2600"/>
                    </a:cubicBezTo>
                    <a:cubicBezTo>
                      <a:pt x="142" y="2600"/>
                      <a:pt x="162" y="2620"/>
                      <a:pt x="162" y="2644"/>
                    </a:cubicBezTo>
                    <a:cubicBezTo>
                      <a:pt x="162" y="2737"/>
                      <a:pt x="227" y="2815"/>
                      <a:pt x="314" y="2834"/>
                    </a:cubicBezTo>
                    <a:cubicBezTo>
                      <a:pt x="331" y="2615"/>
                      <a:pt x="335" y="2373"/>
                      <a:pt x="303" y="2175"/>
                    </a:cubicBezTo>
                    <a:cubicBezTo>
                      <a:pt x="223" y="1541"/>
                      <a:pt x="223" y="1541"/>
                      <a:pt x="223" y="1541"/>
                    </a:cubicBezTo>
                    <a:cubicBezTo>
                      <a:pt x="223" y="188"/>
                      <a:pt x="223" y="188"/>
                      <a:pt x="223" y="188"/>
                    </a:cubicBezTo>
                    <a:cubicBezTo>
                      <a:pt x="208" y="188"/>
                      <a:pt x="208" y="188"/>
                      <a:pt x="208" y="188"/>
                    </a:cubicBezTo>
                    <a:cubicBezTo>
                      <a:pt x="208" y="188"/>
                      <a:pt x="207" y="188"/>
                      <a:pt x="207" y="187"/>
                    </a:cubicBezTo>
                    <a:cubicBezTo>
                      <a:pt x="207" y="86"/>
                      <a:pt x="207" y="86"/>
                      <a:pt x="207" y="86"/>
                    </a:cubicBezTo>
                    <a:cubicBezTo>
                      <a:pt x="207" y="85"/>
                      <a:pt x="208" y="84"/>
                      <a:pt x="208" y="84"/>
                    </a:cubicBezTo>
                    <a:cubicBezTo>
                      <a:pt x="223" y="84"/>
                      <a:pt x="223" y="84"/>
                      <a:pt x="223" y="84"/>
                    </a:cubicBezTo>
                    <a:cubicBezTo>
                      <a:pt x="223" y="0"/>
                      <a:pt x="223" y="0"/>
                      <a:pt x="223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3" name="Google Shape;2423;p59"/>
              <p:cNvSpPr/>
              <p:nvPr/>
            </p:nvSpPr>
            <p:spPr>
              <a:xfrm>
                <a:off x="7445785" y="3619477"/>
                <a:ext cx="11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04" extrusionOk="0">
                    <a:moveTo>
                      <a:pt x="16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1" y="104"/>
                      <a:pt x="1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4" name="Google Shape;2424;p59"/>
              <p:cNvSpPr/>
              <p:nvPr/>
            </p:nvSpPr>
            <p:spPr>
              <a:xfrm>
                <a:off x="7545797" y="3780211"/>
                <a:ext cx="20100" cy="15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5" name="Google Shape;2425;p59"/>
              <p:cNvSpPr/>
              <p:nvPr/>
            </p:nvSpPr>
            <p:spPr>
              <a:xfrm>
                <a:off x="7419591" y="3780211"/>
                <a:ext cx="20100" cy="15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26" name="Google Shape;2426;p59"/>
            <p:cNvGrpSpPr/>
            <p:nvPr/>
          </p:nvGrpSpPr>
          <p:grpSpPr>
            <a:xfrm rot="9900040">
              <a:off x="6451028" y="2138717"/>
              <a:ext cx="146301" cy="261932"/>
              <a:chOff x="7419591" y="3612333"/>
              <a:chExt cx="146306" cy="261940"/>
            </a:xfrm>
          </p:grpSpPr>
          <p:sp>
            <p:nvSpPr>
              <p:cNvPr id="2427" name="Google Shape;2427;p59"/>
              <p:cNvSpPr/>
              <p:nvPr/>
            </p:nvSpPr>
            <p:spPr>
              <a:xfrm>
                <a:off x="7426735" y="3612333"/>
                <a:ext cx="132160" cy="261940"/>
              </a:xfrm>
              <a:custGeom>
                <a:avLst/>
                <a:gdLst/>
                <a:ahLst/>
                <a:cxnLst/>
                <a:rect l="l" t="t" r="r" b="b"/>
                <a:pathLst>
                  <a:path w="1507" h="3002" extrusionOk="0">
                    <a:moveTo>
                      <a:pt x="0" y="2644"/>
                    </a:moveTo>
                    <a:cubicBezTo>
                      <a:pt x="0" y="184"/>
                      <a:pt x="0" y="184"/>
                      <a:pt x="0" y="184"/>
                    </a:cubicBezTo>
                    <a:cubicBezTo>
                      <a:pt x="0" y="82"/>
                      <a:pt x="83" y="0"/>
                      <a:pt x="184" y="0"/>
                    </a:cubicBezTo>
                    <a:cubicBezTo>
                      <a:pt x="1323" y="0"/>
                      <a:pt x="1323" y="0"/>
                      <a:pt x="1323" y="0"/>
                    </a:cubicBezTo>
                    <a:cubicBezTo>
                      <a:pt x="1424" y="0"/>
                      <a:pt x="1507" y="82"/>
                      <a:pt x="1507" y="184"/>
                    </a:cubicBezTo>
                    <a:cubicBezTo>
                      <a:pt x="1507" y="2644"/>
                      <a:pt x="1507" y="2644"/>
                      <a:pt x="1507" y="2644"/>
                    </a:cubicBezTo>
                    <a:cubicBezTo>
                      <a:pt x="1507" y="2821"/>
                      <a:pt x="1377" y="2969"/>
                      <a:pt x="1208" y="2997"/>
                    </a:cubicBezTo>
                    <a:cubicBezTo>
                      <a:pt x="1189" y="3001"/>
                      <a:pt x="1169" y="3002"/>
                      <a:pt x="1149" y="3002"/>
                    </a:cubicBezTo>
                    <a:cubicBezTo>
                      <a:pt x="358" y="3002"/>
                      <a:pt x="358" y="3002"/>
                      <a:pt x="358" y="3002"/>
                    </a:cubicBezTo>
                    <a:cubicBezTo>
                      <a:pt x="161" y="3002"/>
                      <a:pt x="0" y="2841"/>
                      <a:pt x="0" y="2644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8" name="Google Shape;2428;p59"/>
              <p:cNvSpPr/>
              <p:nvPr/>
            </p:nvSpPr>
            <p:spPr>
              <a:xfrm>
                <a:off x="7523175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283" y="0"/>
                    </a:moveTo>
                    <a:cubicBezTo>
                      <a:pt x="308" y="0"/>
                      <a:pt x="328" y="20"/>
                      <a:pt x="328" y="44"/>
                    </a:cubicBezTo>
                    <a:cubicBezTo>
                      <a:pt x="328" y="201"/>
                      <a:pt x="201" y="328"/>
                      <a:pt x="44" y="328"/>
                    </a:cubicBezTo>
                    <a:cubicBezTo>
                      <a:pt x="20" y="328"/>
                      <a:pt x="0" y="308"/>
                      <a:pt x="0" y="283"/>
                    </a:cubicBezTo>
                    <a:cubicBezTo>
                      <a:pt x="0" y="258"/>
                      <a:pt x="20" y="238"/>
                      <a:pt x="44" y="238"/>
                    </a:cubicBezTo>
                    <a:cubicBezTo>
                      <a:pt x="151" y="238"/>
                      <a:pt x="238" y="151"/>
                      <a:pt x="238" y="44"/>
                    </a:cubicBezTo>
                    <a:cubicBezTo>
                      <a:pt x="238" y="20"/>
                      <a:pt x="258" y="0"/>
                      <a:pt x="283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9" name="Google Shape;2429;p59"/>
              <p:cNvSpPr/>
              <p:nvPr/>
            </p:nvSpPr>
            <p:spPr>
              <a:xfrm>
                <a:off x="7433879" y="3838551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328" extrusionOk="0">
                    <a:moveTo>
                      <a:pt x="45" y="0"/>
                    </a:moveTo>
                    <a:cubicBezTo>
                      <a:pt x="70" y="0"/>
                      <a:pt x="90" y="20"/>
                      <a:pt x="90" y="44"/>
                    </a:cubicBezTo>
                    <a:cubicBezTo>
                      <a:pt x="90" y="151"/>
                      <a:pt x="177" y="238"/>
                      <a:pt x="284" y="238"/>
                    </a:cubicBezTo>
                    <a:cubicBezTo>
                      <a:pt x="308" y="238"/>
                      <a:pt x="328" y="258"/>
                      <a:pt x="328" y="283"/>
                    </a:cubicBezTo>
                    <a:cubicBezTo>
                      <a:pt x="328" y="308"/>
                      <a:pt x="308" y="328"/>
                      <a:pt x="284" y="328"/>
                    </a:cubicBezTo>
                    <a:cubicBezTo>
                      <a:pt x="128" y="328"/>
                      <a:pt x="0" y="201"/>
                      <a:pt x="0" y="44"/>
                    </a:cubicBezTo>
                    <a:cubicBezTo>
                      <a:pt x="0" y="20"/>
                      <a:pt x="20" y="0"/>
                      <a:pt x="4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0" name="Google Shape;2430;p59"/>
              <p:cNvSpPr/>
              <p:nvPr/>
            </p:nvSpPr>
            <p:spPr>
              <a:xfrm>
                <a:off x="7519603" y="3619477"/>
                <a:ext cx="238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2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63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3" y="104"/>
                      <a:pt x="262" y="104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1" name="Google Shape;2431;p59"/>
              <p:cNvSpPr/>
              <p:nvPr/>
            </p:nvSpPr>
            <p:spPr>
              <a:xfrm>
                <a:off x="7445785" y="3619477"/>
                <a:ext cx="226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104" extrusionOk="0">
                    <a:moveTo>
                      <a:pt x="1" y="0"/>
                    </a:moveTo>
                    <a:cubicBezTo>
                      <a:pt x="261" y="0"/>
                      <a:pt x="261" y="0"/>
                      <a:pt x="261" y="0"/>
                    </a:cubicBezTo>
                    <a:cubicBezTo>
                      <a:pt x="262" y="0"/>
                      <a:pt x="263" y="1"/>
                      <a:pt x="263" y="2"/>
                    </a:cubicBezTo>
                    <a:cubicBezTo>
                      <a:pt x="263" y="103"/>
                      <a:pt x="263" y="103"/>
                      <a:pt x="263" y="103"/>
                    </a:cubicBezTo>
                    <a:cubicBezTo>
                      <a:pt x="263" y="104"/>
                      <a:pt x="262" y="104"/>
                      <a:pt x="261" y="104"/>
                    </a:cubicBezTo>
                    <a:cubicBezTo>
                      <a:pt x="1" y="104"/>
                      <a:pt x="1" y="104"/>
                      <a:pt x="1" y="104"/>
                    </a:cubicBezTo>
                    <a:cubicBezTo>
                      <a:pt x="1" y="104"/>
                      <a:pt x="0" y="104"/>
                      <a:pt x="0" y="10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1" y="0"/>
                      <a:pt x="1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2" name="Google Shape;2432;p59"/>
              <p:cNvSpPr/>
              <p:nvPr/>
            </p:nvSpPr>
            <p:spPr>
              <a:xfrm>
                <a:off x="7455310" y="3649243"/>
                <a:ext cx="7858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31" extrusionOk="0">
                    <a:moveTo>
                      <a:pt x="94" y="131"/>
                    </a:moveTo>
                    <a:cubicBezTo>
                      <a:pt x="33" y="80"/>
                      <a:pt x="33" y="80"/>
                      <a:pt x="33" y="80"/>
                    </a:cubicBezTo>
                    <a:cubicBezTo>
                      <a:pt x="0" y="53"/>
                      <a:pt x="19" y="0"/>
                      <a:pt x="61" y="0"/>
                    </a:cubicBezTo>
                    <a:cubicBezTo>
                      <a:pt x="840" y="0"/>
                      <a:pt x="840" y="0"/>
                      <a:pt x="840" y="0"/>
                    </a:cubicBezTo>
                    <a:cubicBezTo>
                      <a:pt x="882" y="0"/>
                      <a:pt x="901" y="53"/>
                      <a:pt x="868" y="80"/>
                    </a:cubicBezTo>
                    <a:cubicBezTo>
                      <a:pt x="807" y="131"/>
                      <a:pt x="807" y="131"/>
                      <a:pt x="807" y="131"/>
                    </a:cubicBezTo>
                    <a:lnTo>
                      <a:pt x="94" y="131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3" name="Google Shape;2433;p59"/>
              <p:cNvSpPr/>
              <p:nvPr/>
            </p:nvSpPr>
            <p:spPr>
              <a:xfrm>
                <a:off x="7452928" y="3770686"/>
                <a:ext cx="82152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941" h="450" extrusionOk="0">
                    <a:moveTo>
                      <a:pt x="36" y="257"/>
                    </a:moveTo>
                    <a:cubicBezTo>
                      <a:pt x="134" y="0"/>
                      <a:pt x="134" y="0"/>
                      <a:pt x="134" y="0"/>
                    </a:cubicBezTo>
                    <a:cubicBezTo>
                      <a:pt x="807" y="0"/>
                      <a:pt x="807" y="0"/>
                      <a:pt x="807" y="0"/>
                    </a:cubicBezTo>
                    <a:cubicBezTo>
                      <a:pt x="905" y="257"/>
                      <a:pt x="905" y="257"/>
                      <a:pt x="905" y="257"/>
                    </a:cubicBezTo>
                    <a:cubicBezTo>
                      <a:pt x="941" y="350"/>
                      <a:pt x="872" y="450"/>
                      <a:pt x="772" y="450"/>
                    </a:cubicBezTo>
                    <a:cubicBezTo>
                      <a:pt x="169" y="450"/>
                      <a:pt x="169" y="450"/>
                      <a:pt x="169" y="450"/>
                    </a:cubicBezTo>
                    <a:cubicBezTo>
                      <a:pt x="69" y="450"/>
                      <a:pt x="0" y="350"/>
                      <a:pt x="36" y="257"/>
                    </a:cubicBezTo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4" name="Google Shape;2434;p59"/>
              <p:cNvSpPr/>
              <p:nvPr/>
            </p:nvSpPr>
            <p:spPr>
              <a:xfrm>
                <a:off x="7449356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0"/>
                    </a:moveTo>
                    <a:lnTo>
                      <a:pt x="7" y="30"/>
                    </a:lnTo>
                    <a:lnTo>
                      <a:pt x="0" y="33"/>
                    </a:lnTo>
                    <a:lnTo>
                      <a:pt x="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5" name="Google Shape;2435;p59"/>
              <p:cNvSpPr/>
              <p:nvPr/>
            </p:nvSpPr>
            <p:spPr>
              <a:xfrm>
                <a:off x="7449356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7" y="33"/>
                    </a:moveTo>
                    <a:lnTo>
                      <a:pt x="7" y="3"/>
                    </a:lnTo>
                    <a:lnTo>
                      <a:pt x="0" y="0"/>
                    </a:lnTo>
                    <a:lnTo>
                      <a:pt x="0" y="33"/>
                    </a:lnTo>
                    <a:lnTo>
                      <a:pt x="7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6" name="Google Shape;2436;p59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7" name="Google Shape;2437;p59"/>
              <p:cNvSpPr/>
              <p:nvPr/>
            </p:nvSpPr>
            <p:spPr>
              <a:xfrm>
                <a:off x="7530318" y="3669483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33"/>
                    </a:moveTo>
                    <a:lnTo>
                      <a:pt x="0" y="3"/>
                    </a:lnTo>
                    <a:lnTo>
                      <a:pt x="7" y="0"/>
                    </a:lnTo>
                    <a:lnTo>
                      <a:pt x="7" y="33"/>
                    </a:lnTo>
                    <a:lnTo>
                      <a:pt x="0" y="3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8" name="Google Shape;2438;p59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3030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9" name="Google Shape;2439;p59"/>
              <p:cNvSpPr/>
              <p:nvPr/>
            </p:nvSpPr>
            <p:spPr>
              <a:xfrm>
                <a:off x="7530318" y="3719489"/>
                <a:ext cx="8335" cy="39291"/>
              </a:xfrm>
              <a:custGeom>
                <a:avLst/>
                <a:gdLst/>
                <a:ahLst/>
                <a:cxnLst/>
                <a:rect l="l" t="t" r="r" b="b"/>
                <a:pathLst>
                  <a:path w="7" h="33" extrusionOk="0">
                    <a:moveTo>
                      <a:pt x="0" y="0"/>
                    </a:moveTo>
                    <a:lnTo>
                      <a:pt x="0" y="30"/>
                    </a:lnTo>
                    <a:lnTo>
                      <a:pt x="7" y="33"/>
                    </a:lnTo>
                    <a:lnTo>
                      <a:pt x="7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0" name="Google Shape;2440;p59"/>
              <p:cNvSpPr/>
              <p:nvPr/>
            </p:nvSpPr>
            <p:spPr>
              <a:xfrm>
                <a:off x="7529128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151" y="0"/>
                    </a:moveTo>
                    <a:cubicBezTo>
                      <a:pt x="112" y="0"/>
                      <a:pt x="112" y="0"/>
                      <a:pt x="112" y="0"/>
                    </a:cubicBezTo>
                    <a:cubicBezTo>
                      <a:pt x="112" y="84"/>
                      <a:pt x="112" y="84"/>
                      <a:pt x="112" y="84"/>
                    </a:cubicBezTo>
                    <a:cubicBezTo>
                      <a:pt x="157" y="84"/>
                      <a:pt x="157" y="84"/>
                      <a:pt x="157" y="84"/>
                    </a:cubicBezTo>
                    <a:cubicBezTo>
                      <a:pt x="158" y="84"/>
                      <a:pt x="158" y="85"/>
                      <a:pt x="158" y="86"/>
                    </a:cubicBezTo>
                    <a:cubicBezTo>
                      <a:pt x="158" y="187"/>
                      <a:pt x="158" y="187"/>
                      <a:pt x="158" y="187"/>
                    </a:cubicBezTo>
                    <a:cubicBezTo>
                      <a:pt x="158" y="188"/>
                      <a:pt x="158" y="188"/>
                      <a:pt x="157" y="188"/>
                    </a:cubicBezTo>
                    <a:cubicBezTo>
                      <a:pt x="112" y="188"/>
                      <a:pt x="112" y="188"/>
                      <a:pt x="112" y="188"/>
                    </a:cubicBezTo>
                    <a:cubicBezTo>
                      <a:pt x="112" y="1541"/>
                      <a:pt x="112" y="1541"/>
                      <a:pt x="112" y="1541"/>
                    </a:cubicBezTo>
                    <a:cubicBezTo>
                      <a:pt x="112" y="1542"/>
                      <a:pt x="112" y="1542"/>
                      <a:pt x="112" y="1542"/>
                    </a:cubicBezTo>
                    <a:cubicBezTo>
                      <a:pt x="112" y="1685"/>
                      <a:pt x="112" y="1685"/>
                      <a:pt x="112" y="1685"/>
                    </a:cubicBezTo>
                    <a:cubicBezTo>
                      <a:pt x="95" y="1678"/>
                      <a:pt x="95" y="1678"/>
                      <a:pt x="95" y="1678"/>
                    </a:cubicBezTo>
                    <a:cubicBezTo>
                      <a:pt x="41" y="2107"/>
                      <a:pt x="41" y="2107"/>
                      <a:pt x="41" y="2107"/>
                    </a:cubicBezTo>
                    <a:cubicBezTo>
                      <a:pt x="43" y="2130"/>
                      <a:pt x="40" y="2154"/>
                      <a:pt x="32" y="2175"/>
                    </a:cubicBezTo>
                    <a:cubicBezTo>
                      <a:pt x="32" y="2175"/>
                      <a:pt x="32" y="2175"/>
                      <a:pt x="32" y="2175"/>
                    </a:cubicBezTo>
                    <a:cubicBezTo>
                      <a:pt x="0" y="2373"/>
                      <a:pt x="4" y="2615"/>
                      <a:pt x="21" y="2833"/>
                    </a:cubicBezTo>
                    <a:cubicBezTo>
                      <a:pt x="107" y="2814"/>
                      <a:pt x="171" y="2736"/>
                      <a:pt x="171" y="2644"/>
                    </a:cubicBezTo>
                    <a:cubicBezTo>
                      <a:pt x="171" y="2620"/>
                      <a:pt x="191" y="2600"/>
                      <a:pt x="216" y="2600"/>
                    </a:cubicBezTo>
                    <a:cubicBezTo>
                      <a:pt x="241" y="2600"/>
                      <a:pt x="261" y="2620"/>
                      <a:pt x="261" y="2644"/>
                    </a:cubicBezTo>
                    <a:cubicBezTo>
                      <a:pt x="261" y="2783"/>
                      <a:pt x="160" y="2899"/>
                      <a:pt x="28" y="2923"/>
                    </a:cubicBezTo>
                    <a:cubicBezTo>
                      <a:pt x="31" y="2948"/>
                      <a:pt x="33" y="2973"/>
                      <a:pt x="36" y="2997"/>
                    </a:cubicBezTo>
                    <a:cubicBezTo>
                      <a:pt x="205" y="2969"/>
                      <a:pt x="335" y="2821"/>
                      <a:pt x="335" y="2644"/>
                    </a:cubicBezTo>
                    <a:cubicBezTo>
                      <a:pt x="335" y="184"/>
                      <a:pt x="335" y="184"/>
                      <a:pt x="335" y="184"/>
                    </a:cubicBezTo>
                    <a:cubicBezTo>
                      <a:pt x="335" y="82"/>
                      <a:pt x="252" y="0"/>
                      <a:pt x="151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1" name="Google Shape;2441;p59"/>
              <p:cNvSpPr/>
              <p:nvPr/>
            </p:nvSpPr>
            <p:spPr>
              <a:xfrm>
                <a:off x="7538653" y="3619477"/>
                <a:ext cx="47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" h="104" extrusionOk="0">
                    <a:moveTo>
                      <a:pt x="4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45" y="104"/>
                      <a:pt x="45" y="104"/>
                      <a:pt x="45" y="104"/>
                    </a:cubicBezTo>
                    <a:cubicBezTo>
                      <a:pt x="46" y="104"/>
                      <a:pt x="46" y="104"/>
                      <a:pt x="46" y="103"/>
                    </a:cubicBezTo>
                    <a:cubicBezTo>
                      <a:pt x="46" y="2"/>
                      <a:pt x="46" y="2"/>
                      <a:pt x="46" y="2"/>
                    </a:cubicBezTo>
                    <a:cubicBezTo>
                      <a:pt x="46" y="1"/>
                      <a:pt x="46" y="0"/>
                      <a:pt x="45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2" name="Google Shape;2442;p59"/>
              <p:cNvSpPr/>
              <p:nvPr/>
            </p:nvSpPr>
            <p:spPr>
              <a:xfrm>
                <a:off x="7532700" y="3795688"/>
                <a:ext cx="0" cy="5953"/>
              </a:xfrm>
              <a:custGeom>
                <a:avLst/>
                <a:gdLst/>
                <a:ahLst/>
                <a:cxnLst/>
                <a:rect l="l" t="t" r="r" b="b"/>
                <a:pathLst>
                  <a:path w="11" h="68" extrusionOk="0">
                    <a:moveTo>
                      <a:pt x="0" y="0"/>
                    </a:moveTo>
                    <a:cubicBezTo>
                      <a:pt x="0" y="68"/>
                      <a:pt x="0" y="68"/>
                      <a:pt x="0" y="68"/>
                    </a:cubicBezTo>
                    <a:cubicBezTo>
                      <a:pt x="0" y="47"/>
                      <a:pt x="0" y="23"/>
                      <a:pt x="0" y="0"/>
                    </a:cubicBezTo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3" name="Google Shape;2443;p59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C2C2C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4" name="Google Shape;2444;p59"/>
              <p:cNvSpPr/>
              <p:nvPr/>
            </p:nvSpPr>
            <p:spPr>
              <a:xfrm>
                <a:off x="7537462" y="3746873"/>
                <a:ext cx="1191" cy="11906"/>
              </a:xfrm>
              <a:custGeom>
                <a:avLst/>
                <a:gdLst/>
                <a:ahLst/>
                <a:cxnLst/>
                <a:rect l="l" t="t" r="r" b="b"/>
                <a:pathLst>
                  <a:path w="1" h="10" extrusionOk="0">
                    <a:moveTo>
                      <a:pt x="1" y="0"/>
                    </a:moveTo>
                    <a:lnTo>
                      <a:pt x="0" y="10"/>
                    </a:lnTo>
                    <a:lnTo>
                      <a:pt x="1" y="10"/>
                    </a:ln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5" name="Google Shape;2445;p59"/>
              <p:cNvSpPr/>
              <p:nvPr/>
            </p:nvSpPr>
            <p:spPr>
              <a:xfrm>
                <a:off x="7426735" y="3612333"/>
                <a:ext cx="29766" cy="26074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997" extrusionOk="0">
                    <a:moveTo>
                      <a:pt x="223" y="0"/>
                    </a:moveTo>
                    <a:cubicBezTo>
                      <a:pt x="184" y="0"/>
                      <a:pt x="184" y="0"/>
                      <a:pt x="184" y="0"/>
                    </a:cubicBezTo>
                    <a:cubicBezTo>
                      <a:pt x="83" y="0"/>
                      <a:pt x="0" y="82"/>
                      <a:pt x="0" y="184"/>
                    </a:cubicBezTo>
                    <a:cubicBezTo>
                      <a:pt x="0" y="2644"/>
                      <a:pt x="0" y="2644"/>
                      <a:pt x="0" y="2644"/>
                    </a:cubicBezTo>
                    <a:cubicBezTo>
                      <a:pt x="0" y="2821"/>
                      <a:pt x="130" y="2969"/>
                      <a:pt x="299" y="2997"/>
                    </a:cubicBezTo>
                    <a:cubicBezTo>
                      <a:pt x="302" y="2973"/>
                      <a:pt x="304" y="2949"/>
                      <a:pt x="307" y="2923"/>
                    </a:cubicBezTo>
                    <a:cubicBezTo>
                      <a:pt x="174" y="2900"/>
                      <a:pt x="72" y="2784"/>
                      <a:pt x="72" y="2644"/>
                    </a:cubicBezTo>
                    <a:cubicBezTo>
                      <a:pt x="72" y="2620"/>
                      <a:pt x="92" y="2600"/>
                      <a:pt x="117" y="2600"/>
                    </a:cubicBezTo>
                    <a:cubicBezTo>
                      <a:pt x="142" y="2600"/>
                      <a:pt x="162" y="2620"/>
                      <a:pt x="162" y="2644"/>
                    </a:cubicBezTo>
                    <a:cubicBezTo>
                      <a:pt x="162" y="2737"/>
                      <a:pt x="227" y="2815"/>
                      <a:pt x="314" y="2834"/>
                    </a:cubicBezTo>
                    <a:cubicBezTo>
                      <a:pt x="331" y="2615"/>
                      <a:pt x="335" y="2373"/>
                      <a:pt x="303" y="2175"/>
                    </a:cubicBezTo>
                    <a:cubicBezTo>
                      <a:pt x="223" y="1541"/>
                      <a:pt x="223" y="1541"/>
                      <a:pt x="223" y="1541"/>
                    </a:cubicBezTo>
                    <a:cubicBezTo>
                      <a:pt x="223" y="188"/>
                      <a:pt x="223" y="188"/>
                      <a:pt x="223" y="188"/>
                    </a:cubicBezTo>
                    <a:cubicBezTo>
                      <a:pt x="208" y="188"/>
                      <a:pt x="208" y="188"/>
                      <a:pt x="208" y="188"/>
                    </a:cubicBezTo>
                    <a:cubicBezTo>
                      <a:pt x="208" y="188"/>
                      <a:pt x="207" y="188"/>
                      <a:pt x="207" y="187"/>
                    </a:cubicBezTo>
                    <a:cubicBezTo>
                      <a:pt x="207" y="86"/>
                      <a:pt x="207" y="86"/>
                      <a:pt x="207" y="86"/>
                    </a:cubicBezTo>
                    <a:cubicBezTo>
                      <a:pt x="207" y="85"/>
                      <a:pt x="208" y="84"/>
                      <a:pt x="208" y="84"/>
                    </a:cubicBezTo>
                    <a:cubicBezTo>
                      <a:pt x="223" y="84"/>
                      <a:pt x="223" y="84"/>
                      <a:pt x="223" y="84"/>
                    </a:cubicBezTo>
                    <a:cubicBezTo>
                      <a:pt x="223" y="0"/>
                      <a:pt x="223" y="0"/>
                      <a:pt x="223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6" name="Google Shape;2446;p59"/>
              <p:cNvSpPr/>
              <p:nvPr/>
            </p:nvSpPr>
            <p:spPr>
              <a:xfrm>
                <a:off x="7445785" y="3619477"/>
                <a:ext cx="11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" h="104" extrusionOk="0">
                    <a:moveTo>
                      <a:pt x="16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4"/>
                      <a:pt x="1" y="104"/>
                      <a:pt x="1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6" y="0"/>
                      <a:pt x="16" y="0"/>
                      <a:pt x="1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7" name="Google Shape;2447;p59"/>
              <p:cNvSpPr/>
              <p:nvPr/>
            </p:nvSpPr>
            <p:spPr>
              <a:xfrm>
                <a:off x="7545797" y="3780211"/>
                <a:ext cx="20100" cy="156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8" name="Google Shape;2448;p59"/>
              <p:cNvSpPr/>
              <p:nvPr/>
            </p:nvSpPr>
            <p:spPr>
              <a:xfrm>
                <a:off x="7419591" y="3780211"/>
                <a:ext cx="20100" cy="156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60933" rIns="121900" bIns="60933" anchor="t" anchorCtr="0">
                <a:noAutofit/>
              </a:bodyPr>
              <a:lstStyle/>
              <a:p>
                <a:endParaRPr sz="24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449" name="Google Shape;2449;p59"/>
          <p:cNvSpPr/>
          <p:nvPr/>
        </p:nvSpPr>
        <p:spPr>
          <a:xfrm rot="-5400000" flipH="1">
            <a:off x="7794063" y="1543384"/>
            <a:ext cx="905600" cy="894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2450" name="Google Shape;2450;p59"/>
          <p:cNvSpPr/>
          <p:nvPr/>
        </p:nvSpPr>
        <p:spPr>
          <a:xfrm rot="-5400000" flipH="1">
            <a:off x="3546579" y="1543407"/>
            <a:ext cx="905600" cy="894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2451" name="Google Shape;2451;p59"/>
          <p:cNvSpPr/>
          <p:nvPr/>
        </p:nvSpPr>
        <p:spPr>
          <a:xfrm rot="-5400000" flipH="1">
            <a:off x="7794063" y="4202717"/>
            <a:ext cx="905600" cy="894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2452" name="Google Shape;2452;p59"/>
          <p:cNvSpPr/>
          <p:nvPr/>
        </p:nvSpPr>
        <p:spPr>
          <a:xfrm rot="-5400000" flipH="1">
            <a:off x="3546579" y="4202717"/>
            <a:ext cx="905600" cy="894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2453" name="Google Shape;2453;p59"/>
          <p:cNvSpPr txBox="1"/>
          <p:nvPr/>
        </p:nvSpPr>
        <p:spPr>
          <a:xfrm>
            <a:off x="436828" y="1484780"/>
            <a:ext cx="2646400" cy="5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r"/>
            <a:r>
              <a:rPr lang="ru-RU" sz="2667" b="1" dirty="0" smtClean="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Результат</a:t>
            </a:r>
            <a:endParaRPr sz="2667" b="1" dirty="0">
              <a:solidFill>
                <a:schemeClr val="dk1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2454" name="Google Shape;2454;p59"/>
          <p:cNvSpPr txBox="1"/>
          <p:nvPr/>
        </p:nvSpPr>
        <p:spPr>
          <a:xfrm>
            <a:off x="1094984" y="1956242"/>
            <a:ext cx="3073959" cy="1348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ru-RU" sz="1867" dirty="0" smtClean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Достигнута основная </a:t>
            </a:r>
            <a:r>
              <a:rPr lang="ru-RU" sz="1867" dirty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цель: </a:t>
            </a:r>
            <a:r>
              <a:rPr lang="ru-RU" sz="1867" dirty="0" smtClean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Отклонение </a:t>
            </a:r>
          </a:p>
          <a:p>
            <a:r>
              <a:rPr lang="ru-RU" sz="1867" dirty="0" smtClean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≤</a:t>
            </a:r>
            <a:r>
              <a:rPr lang="ru-RU" sz="1867" dirty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10% </a:t>
            </a:r>
            <a:r>
              <a:rPr lang="ru-RU" sz="1867" dirty="0" smtClean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для </a:t>
            </a:r>
            <a:r>
              <a:rPr lang="ru-RU" sz="1867" dirty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всех </a:t>
            </a:r>
            <a:endParaRPr lang="ru-RU" sz="1867" dirty="0" smtClean="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r>
              <a:rPr lang="ru-RU" sz="1867" dirty="0" smtClean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наборов </a:t>
            </a:r>
            <a:r>
              <a:rPr lang="ru-RU" sz="1867" dirty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задач</a:t>
            </a:r>
            <a:endParaRPr sz="1867" dirty="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455" name="Google Shape;2455;p59"/>
          <p:cNvSpPr txBox="1"/>
          <p:nvPr/>
        </p:nvSpPr>
        <p:spPr>
          <a:xfrm>
            <a:off x="8790208" y="1484780"/>
            <a:ext cx="2646400" cy="5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u-RU" sz="2667" b="1" dirty="0" smtClean="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Время</a:t>
            </a:r>
            <a:endParaRPr sz="2667" b="1" dirty="0">
              <a:solidFill>
                <a:schemeClr val="dk1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2456" name="Google Shape;2456;p59"/>
          <p:cNvSpPr txBox="1"/>
          <p:nvPr/>
        </p:nvSpPr>
        <p:spPr>
          <a:xfrm>
            <a:off x="8375624" y="2047385"/>
            <a:ext cx="2412880" cy="128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ru-RU" sz="1867" dirty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Время решения: 0.5–15 сек в зависимости </a:t>
            </a:r>
            <a:endParaRPr lang="ru-RU" sz="1867" dirty="0" smtClean="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 algn="r"/>
            <a:r>
              <a:rPr lang="ru-RU" sz="1867" dirty="0" smtClean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от </a:t>
            </a:r>
            <a:r>
              <a:rPr lang="ru-RU" sz="1867" dirty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размера</a:t>
            </a:r>
            <a:endParaRPr sz="1867" dirty="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457" name="Google Shape;2457;p59"/>
          <p:cNvSpPr txBox="1"/>
          <p:nvPr/>
        </p:nvSpPr>
        <p:spPr>
          <a:xfrm>
            <a:off x="8469103" y="4180343"/>
            <a:ext cx="2646400" cy="5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ru-RU" sz="2667" b="1" dirty="0" err="1" smtClean="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Валидация</a:t>
            </a:r>
            <a:endParaRPr sz="2667" b="1" dirty="0">
              <a:solidFill>
                <a:schemeClr val="dk1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2458" name="Google Shape;2458;p59"/>
          <p:cNvSpPr txBox="1"/>
          <p:nvPr/>
        </p:nvSpPr>
        <p:spPr>
          <a:xfrm>
            <a:off x="7807599" y="4776770"/>
            <a:ext cx="2758964" cy="863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ru-RU" sz="1867" dirty="0" smtClean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Полная</a:t>
            </a:r>
          </a:p>
          <a:p>
            <a:pPr algn="r"/>
            <a:r>
              <a:rPr lang="ru-RU" sz="1867" dirty="0" smtClean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ru-RU" sz="1867" dirty="0" err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валидация</a:t>
            </a:r>
            <a:r>
              <a:rPr lang="ru-RU" sz="1867" dirty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ru-RU" sz="1867" dirty="0" smtClean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через</a:t>
            </a:r>
          </a:p>
          <a:p>
            <a:pPr algn="r"/>
            <a:r>
              <a:rPr lang="ru-RU" sz="1867" dirty="0" smtClean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 .</a:t>
            </a:r>
            <a:r>
              <a:rPr lang="ru-RU" sz="1867" dirty="0" err="1" smtClean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sol</a:t>
            </a:r>
            <a:r>
              <a:rPr lang="ru-RU" sz="1867" dirty="0" smtClean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ru-RU" sz="1867" dirty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файлы </a:t>
            </a:r>
            <a:r>
              <a:rPr lang="ru-RU" sz="1867" dirty="0" err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CVRPLib</a:t>
            </a:r>
            <a:endParaRPr sz="1867" dirty="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459" name="Google Shape;2459;p59"/>
          <p:cNvSpPr txBox="1"/>
          <p:nvPr/>
        </p:nvSpPr>
        <p:spPr>
          <a:xfrm>
            <a:off x="988915" y="4197117"/>
            <a:ext cx="2646400" cy="5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r">
              <a:buClr>
                <a:schemeClr val="dk1"/>
              </a:buClr>
              <a:buSzPts val="1100"/>
            </a:pPr>
            <a:r>
              <a:rPr lang="ru-RU" sz="2667" b="1" dirty="0" smtClean="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Отклонение</a:t>
            </a:r>
            <a:r>
              <a:rPr lang="en" sz="2667" b="1" dirty="0" smtClean="0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rPr>
              <a:t> </a:t>
            </a:r>
            <a:endParaRPr sz="2667" b="1" dirty="0">
              <a:solidFill>
                <a:schemeClr val="dk1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2460" name="Google Shape;2460;p59"/>
          <p:cNvSpPr txBox="1"/>
          <p:nvPr/>
        </p:nvSpPr>
        <p:spPr>
          <a:xfrm>
            <a:off x="1406654" y="4742745"/>
            <a:ext cx="3067675" cy="984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ru-RU" sz="1867" dirty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Среднее </a:t>
            </a:r>
            <a:endParaRPr lang="ru-RU" sz="1867" dirty="0" smtClean="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  <a:p>
            <a:pPr>
              <a:buClr>
                <a:schemeClr val="dk1"/>
              </a:buClr>
              <a:buSzPts val="1100"/>
            </a:pPr>
            <a:r>
              <a:rPr lang="ru-RU" sz="1867" dirty="0" smtClean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отклонение по </a:t>
            </a:r>
          </a:p>
          <a:p>
            <a:pPr>
              <a:buClr>
                <a:schemeClr val="dk1"/>
              </a:buClr>
              <a:buSzPts val="1100"/>
            </a:pPr>
            <a:r>
              <a:rPr lang="ru-RU" sz="1867" dirty="0" smtClean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всем </a:t>
            </a:r>
            <a:r>
              <a:rPr lang="ru-RU" sz="1867" dirty="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45 задачам: 5.2%</a:t>
            </a:r>
            <a:endParaRPr sz="1867" dirty="0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461" name="Google Shape;2461;p59"/>
          <p:cNvSpPr txBox="1">
            <a:spLocks noGrp="1"/>
          </p:cNvSpPr>
          <p:nvPr>
            <p:ph type="title"/>
          </p:nvPr>
        </p:nvSpPr>
        <p:spPr>
          <a:xfrm>
            <a:off x="3970300" y="2635000"/>
            <a:ext cx="4251200" cy="1588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b="1">
                <a:solidFill>
                  <a:srgbClr val="000000"/>
                </a:solidFill>
              </a:rPr>
              <a:t>Dies ist eine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chemeClr val="lt2"/>
                </a:solidFill>
              </a:rPr>
              <a:t>I</a:t>
            </a:r>
            <a:r>
              <a:rPr lang="en" b="1">
                <a:solidFill>
                  <a:schemeClr val="lt2"/>
                </a:solidFill>
              </a:rPr>
              <a:t>nfografik</a:t>
            </a:r>
            <a:endParaRPr b="1">
              <a:solidFill>
                <a:schemeClr val="lt2"/>
              </a:solidFill>
            </a:endParaRPr>
          </a:p>
        </p:txBody>
      </p:sp>
      <p:sp>
        <p:nvSpPr>
          <p:cNvPr id="139" name="Заголовок 7"/>
          <p:cNvSpPr txBox="1">
            <a:spLocks/>
          </p:cNvSpPr>
          <p:nvPr/>
        </p:nvSpPr>
        <p:spPr>
          <a:xfrm>
            <a:off x="0" y="-12778"/>
            <a:ext cx="10272000" cy="763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4800" b="1" dirty="0" smtClean="0">
                <a:latin typeface="PT Serif" panose="020B0604020202020204" charset="-52"/>
              </a:rPr>
              <a:t>Заключение</a:t>
            </a:r>
            <a:r>
              <a:rPr lang="ru-RU" sz="4800" dirty="0" smtClean="0"/>
              <a:t> </a:t>
            </a:r>
            <a:endParaRPr lang="ru-RU" sz="4800" dirty="0"/>
          </a:p>
        </p:txBody>
      </p:sp>
      <p:grpSp>
        <p:nvGrpSpPr>
          <p:cNvPr id="140" name="Google Shape;7979;p84"/>
          <p:cNvGrpSpPr/>
          <p:nvPr/>
        </p:nvGrpSpPr>
        <p:grpSpPr>
          <a:xfrm>
            <a:off x="3817477" y="1770579"/>
            <a:ext cx="429074" cy="520934"/>
            <a:chOff x="4492800" y="2027925"/>
            <a:chExt cx="414825" cy="481825"/>
          </a:xfrm>
          <a:solidFill>
            <a:srgbClr val="27CCCB"/>
          </a:solidFill>
        </p:grpSpPr>
        <p:sp>
          <p:nvSpPr>
            <p:cNvPr id="141" name="Google Shape;7980;p84"/>
            <p:cNvSpPr/>
            <p:nvPr/>
          </p:nvSpPr>
          <p:spPr>
            <a:xfrm>
              <a:off x="4492800" y="2027925"/>
              <a:ext cx="54600" cy="481825"/>
            </a:xfrm>
            <a:custGeom>
              <a:avLst/>
              <a:gdLst/>
              <a:ahLst/>
              <a:cxnLst/>
              <a:rect l="l" t="t" r="r" b="b"/>
              <a:pathLst>
                <a:path w="2184" h="19273" extrusionOk="0">
                  <a:moveTo>
                    <a:pt x="912" y="1"/>
                  </a:moveTo>
                  <a:cubicBezTo>
                    <a:pt x="407" y="1"/>
                    <a:pt x="0" y="407"/>
                    <a:pt x="0" y="913"/>
                  </a:cubicBezTo>
                  <a:lnTo>
                    <a:pt x="0" y="18360"/>
                  </a:lnTo>
                  <a:cubicBezTo>
                    <a:pt x="0" y="18866"/>
                    <a:pt x="407" y="19273"/>
                    <a:pt x="912" y="19273"/>
                  </a:cubicBezTo>
                  <a:lnTo>
                    <a:pt x="1271" y="19273"/>
                  </a:lnTo>
                  <a:cubicBezTo>
                    <a:pt x="1777" y="19273"/>
                    <a:pt x="2183" y="18866"/>
                    <a:pt x="2183" y="18360"/>
                  </a:cubicBezTo>
                  <a:lnTo>
                    <a:pt x="2183" y="913"/>
                  </a:lnTo>
                  <a:cubicBezTo>
                    <a:pt x="2183" y="407"/>
                    <a:pt x="1777" y="1"/>
                    <a:pt x="12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2" name="Google Shape;7981;p84"/>
            <p:cNvSpPr/>
            <p:nvPr/>
          </p:nvSpPr>
          <p:spPr>
            <a:xfrm>
              <a:off x="4575600" y="2051425"/>
              <a:ext cx="332025" cy="262450"/>
            </a:xfrm>
            <a:custGeom>
              <a:avLst/>
              <a:gdLst/>
              <a:ahLst/>
              <a:cxnLst/>
              <a:rect l="l" t="t" r="r" b="b"/>
              <a:pathLst>
                <a:path w="13281" h="10498" extrusionOk="0">
                  <a:moveTo>
                    <a:pt x="0" y="0"/>
                  </a:moveTo>
                  <a:lnTo>
                    <a:pt x="0" y="10497"/>
                  </a:lnTo>
                  <a:lnTo>
                    <a:pt x="12485" y="10497"/>
                  </a:lnTo>
                  <a:cubicBezTo>
                    <a:pt x="13006" y="10494"/>
                    <a:pt x="13280" y="9874"/>
                    <a:pt x="12925" y="9488"/>
                  </a:cubicBezTo>
                  <a:lnTo>
                    <a:pt x="9010" y="5249"/>
                  </a:lnTo>
                  <a:lnTo>
                    <a:pt x="12925" y="1006"/>
                  </a:lnTo>
                  <a:cubicBezTo>
                    <a:pt x="13280" y="620"/>
                    <a:pt x="13006" y="0"/>
                    <a:pt x="124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43" name="Google Shape;8256;p85"/>
          <p:cNvGrpSpPr/>
          <p:nvPr/>
        </p:nvGrpSpPr>
        <p:grpSpPr>
          <a:xfrm>
            <a:off x="7958067" y="1701582"/>
            <a:ext cx="622895" cy="540644"/>
            <a:chOff x="-42651700" y="3217825"/>
            <a:chExt cx="367600" cy="317425"/>
          </a:xfrm>
          <a:solidFill>
            <a:srgbClr val="B56CFF"/>
          </a:solidFill>
        </p:grpSpPr>
        <p:sp>
          <p:nvSpPr>
            <p:cNvPr id="144" name="Google Shape;8257;p85"/>
            <p:cNvSpPr/>
            <p:nvPr/>
          </p:nvSpPr>
          <p:spPr>
            <a:xfrm>
              <a:off x="-42651700" y="3239075"/>
              <a:ext cx="367600" cy="296175"/>
            </a:xfrm>
            <a:custGeom>
              <a:avLst/>
              <a:gdLst/>
              <a:ahLst/>
              <a:cxnLst/>
              <a:rect l="l" t="t" r="r" b="b"/>
              <a:pathLst>
                <a:path w="14704" h="11847" extrusionOk="0">
                  <a:moveTo>
                    <a:pt x="7370" y="797"/>
                  </a:moveTo>
                  <a:cubicBezTo>
                    <a:pt x="8536" y="797"/>
                    <a:pt x="9694" y="1246"/>
                    <a:pt x="10576" y="2143"/>
                  </a:cubicBezTo>
                  <a:cubicBezTo>
                    <a:pt x="12340" y="3908"/>
                    <a:pt x="12340" y="6775"/>
                    <a:pt x="10576" y="8539"/>
                  </a:cubicBezTo>
                  <a:cubicBezTo>
                    <a:pt x="9757" y="9390"/>
                    <a:pt x="8623" y="9894"/>
                    <a:pt x="7363" y="9894"/>
                  </a:cubicBezTo>
                  <a:cubicBezTo>
                    <a:pt x="6102" y="9894"/>
                    <a:pt x="4937" y="9358"/>
                    <a:pt x="4118" y="8539"/>
                  </a:cubicBezTo>
                  <a:cubicBezTo>
                    <a:pt x="2353" y="6775"/>
                    <a:pt x="2353" y="3908"/>
                    <a:pt x="4118" y="2143"/>
                  </a:cubicBezTo>
                  <a:cubicBezTo>
                    <a:pt x="5031" y="1246"/>
                    <a:pt x="6205" y="797"/>
                    <a:pt x="7370" y="797"/>
                  </a:cubicBezTo>
                  <a:close/>
                  <a:moveTo>
                    <a:pt x="7326" y="1"/>
                  </a:moveTo>
                  <a:cubicBezTo>
                    <a:pt x="2091" y="1"/>
                    <a:pt x="0" y="6750"/>
                    <a:pt x="4275" y="9768"/>
                  </a:cubicBezTo>
                  <a:lnTo>
                    <a:pt x="3424" y="11280"/>
                  </a:lnTo>
                  <a:cubicBezTo>
                    <a:pt x="3298" y="11532"/>
                    <a:pt x="3487" y="11847"/>
                    <a:pt x="3771" y="11847"/>
                  </a:cubicBezTo>
                  <a:cubicBezTo>
                    <a:pt x="3929" y="11847"/>
                    <a:pt x="4086" y="11784"/>
                    <a:pt x="4118" y="11626"/>
                  </a:cubicBezTo>
                  <a:lnTo>
                    <a:pt x="5000" y="10209"/>
                  </a:lnTo>
                  <a:cubicBezTo>
                    <a:pt x="5740" y="10571"/>
                    <a:pt x="6543" y="10752"/>
                    <a:pt x="7351" y="10752"/>
                  </a:cubicBezTo>
                  <a:cubicBezTo>
                    <a:pt x="8158" y="10752"/>
                    <a:pt x="8969" y="10571"/>
                    <a:pt x="9725" y="10209"/>
                  </a:cubicBezTo>
                  <a:lnTo>
                    <a:pt x="10576" y="11626"/>
                  </a:lnTo>
                  <a:cubicBezTo>
                    <a:pt x="10671" y="11784"/>
                    <a:pt x="10828" y="11847"/>
                    <a:pt x="10923" y="11847"/>
                  </a:cubicBezTo>
                  <a:cubicBezTo>
                    <a:pt x="11238" y="11847"/>
                    <a:pt x="11458" y="11532"/>
                    <a:pt x="11301" y="11280"/>
                  </a:cubicBezTo>
                  <a:lnTo>
                    <a:pt x="10419" y="9768"/>
                  </a:lnTo>
                  <a:cubicBezTo>
                    <a:pt x="14703" y="6775"/>
                    <a:pt x="12592" y="1"/>
                    <a:pt x="7363" y="1"/>
                  </a:cubicBezTo>
                  <a:cubicBezTo>
                    <a:pt x="7350" y="1"/>
                    <a:pt x="7338" y="1"/>
                    <a:pt x="73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8258;p85"/>
            <p:cNvSpPr/>
            <p:nvPr/>
          </p:nvSpPr>
          <p:spPr>
            <a:xfrm>
              <a:off x="-42419600" y="3217825"/>
              <a:ext cx="106350" cy="106350"/>
            </a:xfrm>
            <a:custGeom>
              <a:avLst/>
              <a:gdLst/>
              <a:ahLst/>
              <a:cxnLst/>
              <a:rect l="l" t="t" r="r" b="b"/>
              <a:pathLst>
                <a:path w="4254" h="4254" extrusionOk="0">
                  <a:moveTo>
                    <a:pt x="1355" y="0"/>
                  </a:moveTo>
                  <a:cubicBezTo>
                    <a:pt x="882" y="0"/>
                    <a:pt x="410" y="95"/>
                    <a:pt x="0" y="315"/>
                  </a:cubicBezTo>
                  <a:cubicBezTo>
                    <a:pt x="1891" y="946"/>
                    <a:pt x="3340" y="2395"/>
                    <a:pt x="3938" y="4254"/>
                  </a:cubicBezTo>
                  <a:cubicBezTo>
                    <a:pt x="4128" y="3844"/>
                    <a:pt x="4254" y="3371"/>
                    <a:pt x="4254" y="2899"/>
                  </a:cubicBezTo>
                  <a:cubicBezTo>
                    <a:pt x="4254" y="1292"/>
                    <a:pt x="2962" y="0"/>
                    <a:pt x="13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8259;p85"/>
            <p:cNvSpPr/>
            <p:nvPr/>
          </p:nvSpPr>
          <p:spPr>
            <a:xfrm>
              <a:off x="-42623600" y="3218600"/>
              <a:ext cx="106350" cy="106375"/>
            </a:xfrm>
            <a:custGeom>
              <a:avLst/>
              <a:gdLst/>
              <a:ahLst/>
              <a:cxnLst/>
              <a:rect l="l" t="t" r="r" b="b"/>
              <a:pathLst>
                <a:path w="4254" h="4255" extrusionOk="0">
                  <a:moveTo>
                    <a:pt x="2931" y="1"/>
                  </a:moveTo>
                  <a:cubicBezTo>
                    <a:pt x="1292" y="1"/>
                    <a:pt x="1" y="1293"/>
                    <a:pt x="1" y="2899"/>
                  </a:cubicBezTo>
                  <a:cubicBezTo>
                    <a:pt x="1" y="3372"/>
                    <a:pt x="127" y="3845"/>
                    <a:pt x="316" y="4254"/>
                  </a:cubicBezTo>
                  <a:cubicBezTo>
                    <a:pt x="977" y="2364"/>
                    <a:pt x="2426" y="915"/>
                    <a:pt x="4254" y="316"/>
                  </a:cubicBezTo>
                  <a:cubicBezTo>
                    <a:pt x="3876" y="127"/>
                    <a:pt x="3403" y="1"/>
                    <a:pt x="29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8260;p85"/>
            <p:cNvSpPr/>
            <p:nvPr/>
          </p:nvSpPr>
          <p:spPr>
            <a:xfrm>
              <a:off x="-42561375" y="3279250"/>
              <a:ext cx="185900" cy="186700"/>
            </a:xfrm>
            <a:custGeom>
              <a:avLst/>
              <a:gdLst/>
              <a:ahLst/>
              <a:cxnLst/>
              <a:rect l="l" t="t" r="r" b="b"/>
              <a:pathLst>
                <a:path w="7436" h="7468" extrusionOk="0">
                  <a:moveTo>
                    <a:pt x="3781" y="1671"/>
                  </a:moveTo>
                  <a:cubicBezTo>
                    <a:pt x="4033" y="1671"/>
                    <a:pt x="4191" y="1860"/>
                    <a:pt x="4191" y="2112"/>
                  </a:cubicBezTo>
                  <a:lnTo>
                    <a:pt x="4191" y="3340"/>
                  </a:lnTo>
                  <a:lnTo>
                    <a:pt x="5388" y="3340"/>
                  </a:lnTo>
                  <a:cubicBezTo>
                    <a:pt x="5640" y="3340"/>
                    <a:pt x="5829" y="3529"/>
                    <a:pt x="5829" y="3750"/>
                  </a:cubicBezTo>
                  <a:cubicBezTo>
                    <a:pt x="5829" y="4002"/>
                    <a:pt x="5640" y="4128"/>
                    <a:pt x="5388" y="4128"/>
                  </a:cubicBezTo>
                  <a:lnTo>
                    <a:pt x="3750" y="4128"/>
                  </a:lnTo>
                  <a:cubicBezTo>
                    <a:pt x="3498" y="4128"/>
                    <a:pt x="3308" y="3939"/>
                    <a:pt x="3308" y="3750"/>
                  </a:cubicBezTo>
                  <a:lnTo>
                    <a:pt x="3308" y="2112"/>
                  </a:lnTo>
                  <a:lnTo>
                    <a:pt x="3340" y="2112"/>
                  </a:lnTo>
                  <a:cubicBezTo>
                    <a:pt x="3340" y="1860"/>
                    <a:pt x="3529" y="1671"/>
                    <a:pt x="3781" y="1671"/>
                  </a:cubicBezTo>
                  <a:close/>
                  <a:moveTo>
                    <a:pt x="3750" y="1"/>
                  </a:moveTo>
                  <a:cubicBezTo>
                    <a:pt x="1702" y="1"/>
                    <a:pt x="32" y="1671"/>
                    <a:pt x="0" y="3750"/>
                  </a:cubicBezTo>
                  <a:cubicBezTo>
                    <a:pt x="32" y="5798"/>
                    <a:pt x="1702" y="7467"/>
                    <a:pt x="3750" y="7467"/>
                  </a:cubicBezTo>
                  <a:cubicBezTo>
                    <a:pt x="5797" y="7467"/>
                    <a:pt x="7436" y="5798"/>
                    <a:pt x="7436" y="3750"/>
                  </a:cubicBezTo>
                  <a:cubicBezTo>
                    <a:pt x="7436" y="1702"/>
                    <a:pt x="5797" y="64"/>
                    <a:pt x="37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8" name="Google Shape;8337;p85"/>
          <p:cNvSpPr/>
          <p:nvPr/>
        </p:nvSpPr>
        <p:spPr>
          <a:xfrm>
            <a:off x="7938498" y="4285827"/>
            <a:ext cx="584493" cy="657451"/>
          </a:xfrm>
          <a:custGeom>
            <a:avLst/>
            <a:gdLst/>
            <a:ahLst/>
            <a:cxnLst/>
            <a:rect l="l" t="t" r="r" b="b"/>
            <a:pathLst>
              <a:path w="12729" h="12643" extrusionOk="0">
                <a:moveTo>
                  <a:pt x="6365" y="2395"/>
                </a:moveTo>
                <a:cubicBezTo>
                  <a:pt x="7026" y="2395"/>
                  <a:pt x="7562" y="2962"/>
                  <a:pt x="7562" y="3655"/>
                </a:cubicBezTo>
                <a:cubicBezTo>
                  <a:pt x="7562" y="4348"/>
                  <a:pt x="7026" y="4884"/>
                  <a:pt x="6365" y="4884"/>
                </a:cubicBezTo>
                <a:cubicBezTo>
                  <a:pt x="5672" y="4884"/>
                  <a:pt x="5136" y="4348"/>
                  <a:pt x="5136" y="3655"/>
                </a:cubicBezTo>
                <a:cubicBezTo>
                  <a:pt x="5073" y="2962"/>
                  <a:pt x="5672" y="2395"/>
                  <a:pt x="6365" y="2395"/>
                </a:cubicBezTo>
                <a:close/>
                <a:moveTo>
                  <a:pt x="6806" y="5640"/>
                </a:moveTo>
                <a:lnTo>
                  <a:pt x="8349" y="8192"/>
                </a:lnTo>
                <a:lnTo>
                  <a:pt x="7530" y="8192"/>
                </a:lnTo>
                <a:cubicBezTo>
                  <a:pt x="7373" y="7719"/>
                  <a:pt x="6900" y="7373"/>
                  <a:pt x="6333" y="7373"/>
                </a:cubicBezTo>
                <a:cubicBezTo>
                  <a:pt x="5798" y="7373"/>
                  <a:pt x="5357" y="7719"/>
                  <a:pt x="5167" y="8192"/>
                </a:cubicBezTo>
                <a:lnTo>
                  <a:pt x="4285" y="8192"/>
                </a:lnTo>
                <a:lnTo>
                  <a:pt x="5829" y="5640"/>
                </a:lnTo>
                <a:cubicBezTo>
                  <a:pt x="5987" y="5671"/>
                  <a:pt x="6144" y="5734"/>
                  <a:pt x="6365" y="5734"/>
                </a:cubicBezTo>
                <a:cubicBezTo>
                  <a:pt x="6491" y="5734"/>
                  <a:pt x="6680" y="5671"/>
                  <a:pt x="6806" y="5640"/>
                </a:cubicBezTo>
                <a:close/>
                <a:moveTo>
                  <a:pt x="6365" y="8192"/>
                </a:moveTo>
                <a:cubicBezTo>
                  <a:pt x="6585" y="8192"/>
                  <a:pt x="6743" y="8412"/>
                  <a:pt x="6743" y="8633"/>
                </a:cubicBezTo>
                <a:cubicBezTo>
                  <a:pt x="6743" y="8822"/>
                  <a:pt x="6585" y="9042"/>
                  <a:pt x="6365" y="9042"/>
                </a:cubicBezTo>
                <a:cubicBezTo>
                  <a:pt x="6113" y="9042"/>
                  <a:pt x="5955" y="8822"/>
                  <a:pt x="5955" y="8633"/>
                </a:cubicBezTo>
                <a:cubicBezTo>
                  <a:pt x="5955" y="8412"/>
                  <a:pt x="6144" y="8255"/>
                  <a:pt x="6365" y="8192"/>
                </a:cubicBezTo>
                <a:close/>
                <a:moveTo>
                  <a:pt x="6428" y="0"/>
                </a:moveTo>
                <a:cubicBezTo>
                  <a:pt x="5766" y="0"/>
                  <a:pt x="5199" y="568"/>
                  <a:pt x="5199" y="1229"/>
                </a:cubicBezTo>
                <a:lnTo>
                  <a:pt x="5199" y="2080"/>
                </a:lnTo>
                <a:cubicBezTo>
                  <a:pt x="4695" y="2489"/>
                  <a:pt x="4380" y="3025"/>
                  <a:pt x="4380" y="3718"/>
                </a:cubicBezTo>
                <a:cubicBezTo>
                  <a:pt x="4380" y="4065"/>
                  <a:pt x="4443" y="4380"/>
                  <a:pt x="4600" y="4695"/>
                </a:cubicBezTo>
                <a:lnTo>
                  <a:pt x="2458" y="8286"/>
                </a:lnTo>
                <a:lnTo>
                  <a:pt x="505" y="8286"/>
                </a:lnTo>
                <a:cubicBezTo>
                  <a:pt x="284" y="8286"/>
                  <a:pt x="95" y="8475"/>
                  <a:pt x="95" y="8664"/>
                </a:cubicBezTo>
                <a:cubicBezTo>
                  <a:pt x="1" y="8822"/>
                  <a:pt x="190" y="9042"/>
                  <a:pt x="410" y="9042"/>
                </a:cubicBezTo>
                <a:lnTo>
                  <a:pt x="1859" y="9042"/>
                </a:lnTo>
                <a:cubicBezTo>
                  <a:pt x="1261" y="9987"/>
                  <a:pt x="631" y="10775"/>
                  <a:pt x="631" y="11437"/>
                </a:cubicBezTo>
                <a:cubicBezTo>
                  <a:pt x="631" y="12108"/>
                  <a:pt x="1021" y="12642"/>
                  <a:pt x="1366" y="12642"/>
                </a:cubicBezTo>
                <a:cubicBezTo>
                  <a:pt x="1491" y="12642"/>
                  <a:pt x="1610" y="12572"/>
                  <a:pt x="1702" y="12413"/>
                </a:cubicBezTo>
                <a:lnTo>
                  <a:pt x="3781" y="9074"/>
                </a:lnTo>
                <a:lnTo>
                  <a:pt x="5167" y="9074"/>
                </a:lnTo>
                <a:cubicBezTo>
                  <a:pt x="5325" y="9546"/>
                  <a:pt x="5798" y="9893"/>
                  <a:pt x="6333" y="9893"/>
                </a:cubicBezTo>
                <a:cubicBezTo>
                  <a:pt x="6900" y="9893"/>
                  <a:pt x="7341" y="9546"/>
                  <a:pt x="7530" y="9074"/>
                </a:cubicBezTo>
                <a:lnTo>
                  <a:pt x="8854" y="9074"/>
                </a:lnTo>
                <a:lnTo>
                  <a:pt x="10964" y="12413"/>
                </a:lnTo>
                <a:cubicBezTo>
                  <a:pt x="11056" y="12572"/>
                  <a:pt x="11173" y="12642"/>
                  <a:pt x="11295" y="12642"/>
                </a:cubicBezTo>
                <a:cubicBezTo>
                  <a:pt x="11630" y="12642"/>
                  <a:pt x="12004" y="12108"/>
                  <a:pt x="12004" y="11437"/>
                </a:cubicBezTo>
                <a:cubicBezTo>
                  <a:pt x="12004" y="10775"/>
                  <a:pt x="11374" y="9987"/>
                  <a:pt x="10807" y="9042"/>
                </a:cubicBezTo>
                <a:lnTo>
                  <a:pt x="12288" y="9042"/>
                </a:lnTo>
                <a:cubicBezTo>
                  <a:pt x="12540" y="9042"/>
                  <a:pt x="12729" y="8822"/>
                  <a:pt x="12729" y="8633"/>
                </a:cubicBezTo>
                <a:cubicBezTo>
                  <a:pt x="12729" y="8412"/>
                  <a:pt x="12540" y="8255"/>
                  <a:pt x="12288" y="8255"/>
                </a:cubicBezTo>
                <a:lnTo>
                  <a:pt x="10334" y="8255"/>
                </a:lnTo>
                <a:lnTo>
                  <a:pt x="8192" y="4695"/>
                </a:lnTo>
                <a:cubicBezTo>
                  <a:pt x="8349" y="4380"/>
                  <a:pt x="8475" y="4065"/>
                  <a:pt x="8475" y="3718"/>
                </a:cubicBezTo>
                <a:cubicBezTo>
                  <a:pt x="8475" y="3056"/>
                  <a:pt x="8160" y="2458"/>
                  <a:pt x="7656" y="2080"/>
                </a:cubicBezTo>
                <a:lnTo>
                  <a:pt x="7656" y="1229"/>
                </a:lnTo>
                <a:cubicBezTo>
                  <a:pt x="7656" y="568"/>
                  <a:pt x="7089" y="0"/>
                  <a:pt x="6428" y="0"/>
                </a:cubicBezTo>
                <a:close/>
              </a:path>
            </a:pathLst>
          </a:custGeom>
          <a:solidFill>
            <a:srgbClr val="FF73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9" name="Google Shape;8771;p86"/>
          <p:cNvGrpSpPr/>
          <p:nvPr/>
        </p:nvGrpSpPr>
        <p:grpSpPr>
          <a:xfrm>
            <a:off x="3674583" y="4302915"/>
            <a:ext cx="630172" cy="652750"/>
            <a:chOff x="-61783350" y="3743950"/>
            <a:chExt cx="316650" cy="317450"/>
          </a:xfrm>
          <a:solidFill>
            <a:srgbClr val="6A69F6"/>
          </a:solidFill>
        </p:grpSpPr>
        <p:sp>
          <p:nvSpPr>
            <p:cNvPr id="150" name="Google Shape;8772;p86"/>
            <p:cNvSpPr/>
            <p:nvPr/>
          </p:nvSpPr>
          <p:spPr>
            <a:xfrm>
              <a:off x="-61783350" y="3743950"/>
              <a:ext cx="316650" cy="317450"/>
            </a:xfrm>
            <a:custGeom>
              <a:avLst/>
              <a:gdLst/>
              <a:ahLst/>
              <a:cxnLst/>
              <a:rect l="l" t="t" r="r" b="b"/>
              <a:pathLst>
                <a:path w="12666" h="12698" extrusionOk="0">
                  <a:moveTo>
                    <a:pt x="379" y="1"/>
                  </a:moveTo>
                  <a:cubicBezTo>
                    <a:pt x="158" y="1"/>
                    <a:pt x="1" y="190"/>
                    <a:pt x="1" y="410"/>
                  </a:cubicBezTo>
                  <a:lnTo>
                    <a:pt x="1" y="12256"/>
                  </a:lnTo>
                  <a:cubicBezTo>
                    <a:pt x="1" y="12508"/>
                    <a:pt x="190" y="12697"/>
                    <a:pt x="379" y="12697"/>
                  </a:cubicBezTo>
                  <a:lnTo>
                    <a:pt x="12256" y="12697"/>
                  </a:lnTo>
                  <a:cubicBezTo>
                    <a:pt x="12477" y="12697"/>
                    <a:pt x="12666" y="12508"/>
                    <a:pt x="12666" y="12256"/>
                  </a:cubicBezTo>
                  <a:cubicBezTo>
                    <a:pt x="12634" y="12067"/>
                    <a:pt x="12477" y="11878"/>
                    <a:pt x="12256" y="11878"/>
                  </a:cubicBezTo>
                  <a:lnTo>
                    <a:pt x="820" y="11878"/>
                  </a:lnTo>
                  <a:lnTo>
                    <a:pt x="820" y="410"/>
                  </a:lnTo>
                  <a:cubicBezTo>
                    <a:pt x="820" y="158"/>
                    <a:pt x="631" y="1"/>
                    <a:pt x="3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8773;p86"/>
            <p:cNvSpPr/>
            <p:nvPr/>
          </p:nvSpPr>
          <p:spPr>
            <a:xfrm>
              <a:off x="-61739225" y="3833750"/>
              <a:ext cx="272525" cy="149675"/>
            </a:xfrm>
            <a:custGeom>
              <a:avLst/>
              <a:gdLst/>
              <a:ahLst/>
              <a:cxnLst/>
              <a:rect l="l" t="t" r="r" b="b"/>
              <a:pathLst>
                <a:path w="10901" h="5987" extrusionOk="0">
                  <a:moveTo>
                    <a:pt x="9641" y="0"/>
                  </a:moveTo>
                  <a:cubicBezTo>
                    <a:pt x="8979" y="0"/>
                    <a:pt x="8444" y="536"/>
                    <a:pt x="8444" y="1229"/>
                  </a:cubicBezTo>
                  <a:cubicBezTo>
                    <a:pt x="8444" y="1418"/>
                    <a:pt x="8475" y="1575"/>
                    <a:pt x="8538" y="1733"/>
                  </a:cubicBezTo>
                  <a:lnTo>
                    <a:pt x="6900" y="3403"/>
                  </a:lnTo>
                  <a:cubicBezTo>
                    <a:pt x="6742" y="3308"/>
                    <a:pt x="6553" y="3277"/>
                    <a:pt x="6396" y="3277"/>
                  </a:cubicBezTo>
                  <a:cubicBezTo>
                    <a:pt x="6238" y="3277"/>
                    <a:pt x="6018" y="3308"/>
                    <a:pt x="5860" y="3403"/>
                  </a:cubicBezTo>
                  <a:lnTo>
                    <a:pt x="5041" y="2552"/>
                  </a:lnTo>
                  <a:cubicBezTo>
                    <a:pt x="5136" y="2395"/>
                    <a:pt x="5167" y="2206"/>
                    <a:pt x="5167" y="2048"/>
                  </a:cubicBezTo>
                  <a:cubicBezTo>
                    <a:pt x="5167" y="1386"/>
                    <a:pt x="4600" y="819"/>
                    <a:pt x="3938" y="819"/>
                  </a:cubicBezTo>
                  <a:cubicBezTo>
                    <a:pt x="3277" y="819"/>
                    <a:pt x="2710" y="1386"/>
                    <a:pt x="2710" y="2048"/>
                  </a:cubicBezTo>
                  <a:cubicBezTo>
                    <a:pt x="2710" y="2237"/>
                    <a:pt x="2773" y="2395"/>
                    <a:pt x="2836" y="2552"/>
                  </a:cubicBezTo>
                  <a:lnTo>
                    <a:pt x="1733" y="3655"/>
                  </a:lnTo>
                  <a:cubicBezTo>
                    <a:pt x="1575" y="3592"/>
                    <a:pt x="1386" y="3560"/>
                    <a:pt x="1229" y="3560"/>
                  </a:cubicBezTo>
                  <a:cubicBezTo>
                    <a:pt x="567" y="3560"/>
                    <a:pt x="0" y="4096"/>
                    <a:pt x="0" y="4757"/>
                  </a:cubicBezTo>
                  <a:cubicBezTo>
                    <a:pt x="0" y="5451"/>
                    <a:pt x="567" y="5986"/>
                    <a:pt x="1229" y="5986"/>
                  </a:cubicBezTo>
                  <a:cubicBezTo>
                    <a:pt x="1891" y="5986"/>
                    <a:pt x="2458" y="5451"/>
                    <a:pt x="2458" y="4757"/>
                  </a:cubicBezTo>
                  <a:cubicBezTo>
                    <a:pt x="2458" y="4568"/>
                    <a:pt x="2395" y="4411"/>
                    <a:pt x="2332" y="4253"/>
                  </a:cubicBezTo>
                  <a:lnTo>
                    <a:pt x="3434" y="3151"/>
                  </a:lnTo>
                  <a:cubicBezTo>
                    <a:pt x="3592" y="3214"/>
                    <a:pt x="3781" y="3277"/>
                    <a:pt x="3938" y="3277"/>
                  </a:cubicBezTo>
                  <a:cubicBezTo>
                    <a:pt x="4096" y="3277"/>
                    <a:pt x="4285" y="3214"/>
                    <a:pt x="4442" y="3151"/>
                  </a:cubicBezTo>
                  <a:lnTo>
                    <a:pt x="5293" y="3970"/>
                  </a:lnTo>
                  <a:cubicBezTo>
                    <a:pt x="5199" y="4127"/>
                    <a:pt x="5167" y="4348"/>
                    <a:pt x="5167" y="4505"/>
                  </a:cubicBezTo>
                  <a:cubicBezTo>
                    <a:pt x="5167" y="5167"/>
                    <a:pt x="5703" y="5703"/>
                    <a:pt x="6396" y="5703"/>
                  </a:cubicBezTo>
                  <a:cubicBezTo>
                    <a:pt x="7057" y="5703"/>
                    <a:pt x="7593" y="5167"/>
                    <a:pt x="7593" y="4505"/>
                  </a:cubicBezTo>
                  <a:cubicBezTo>
                    <a:pt x="7593" y="4285"/>
                    <a:pt x="7561" y="4127"/>
                    <a:pt x="7498" y="3970"/>
                  </a:cubicBezTo>
                  <a:lnTo>
                    <a:pt x="9137" y="2332"/>
                  </a:lnTo>
                  <a:cubicBezTo>
                    <a:pt x="9294" y="2395"/>
                    <a:pt x="9483" y="2458"/>
                    <a:pt x="9641" y="2458"/>
                  </a:cubicBezTo>
                  <a:cubicBezTo>
                    <a:pt x="10334" y="2458"/>
                    <a:pt x="10901" y="1890"/>
                    <a:pt x="10901" y="1229"/>
                  </a:cubicBezTo>
                  <a:cubicBezTo>
                    <a:pt x="10901" y="536"/>
                    <a:pt x="10334" y="0"/>
                    <a:pt x="96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73669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 idx="6"/>
          </p:nvPr>
        </p:nvSpPr>
        <p:spPr/>
        <p:txBody>
          <a:bodyPr/>
          <a:lstStyle/>
          <a:p>
            <a:r>
              <a:rPr lang="ru-RU" sz="4800" dirty="0"/>
              <a:t>Заключение </a:t>
            </a:r>
            <a:endParaRPr lang="ru-RU" sz="4800" dirty="0"/>
          </a:p>
        </p:txBody>
      </p:sp>
    </p:spTree>
    <p:extLst>
      <p:ext uri="{BB962C8B-B14F-4D97-AF65-F5344CB8AC3E}">
        <p14:creationId xmlns:p14="http://schemas.microsoft.com/office/powerpoint/2010/main" val="18404723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Simple Light">
      <a:dk1>
        <a:srgbClr val="000000"/>
      </a:dk1>
      <a:lt1>
        <a:srgbClr val="FFFFFF"/>
      </a:lt1>
      <a:dk2>
        <a:srgbClr val="EFEFEF"/>
      </a:dk2>
      <a:lt2>
        <a:srgbClr val="888888"/>
      </a:lt2>
      <a:accent1>
        <a:srgbClr val="FF7340"/>
      </a:accent1>
      <a:accent2>
        <a:srgbClr val="FCD51E"/>
      </a:accent2>
      <a:accent3>
        <a:srgbClr val="27CCCB"/>
      </a:accent3>
      <a:accent4>
        <a:srgbClr val="6A69F6"/>
      </a:accent4>
      <a:accent5>
        <a:srgbClr val="B56CFF"/>
      </a:accent5>
      <a:accent6>
        <a:srgbClr val="FFFFFF"/>
      </a:accent6>
      <a:hlink>
        <a:srgbClr val="000000"/>
      </a:hlink>
      <a:folHlink>
        <a:srgbClr val="0097A7"/>
      </a:folHlink>
    </a:clrScheme>
    <a:fontScheme name="Стандартная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1" id="{072680D1-1874-4C38-8BF6-BFE832585BE3}" vid="{268A0BB0-C2BD-442A-8A36-6CBBCBC9EE82}"/>
    </a:ext>
  </a:extLst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144</TotalTime>
  <Words>488</Words>
  <Application>Microsoft Office PowerPoint</Application>
  <PresentationFormat>Широкоэкранный</PresentationFormat>
  <Paragraphs>93</Paragraphs>
  <Slides>6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6</vt:i4>
      </vt:variant>
    </vt:vector>
  </HeadingPairs>
  <TitlesOfParts>
    <vt:vector size="15" baseType="lpstr">
      <vt:lpstr>Arial</vt:lpstr>
      <vt:lpstr>Bebas Neue</vt:lpstr>
      <vt:lpstr>Calibri</vt:lpstr>
      <vt:lpstr>Jost</vt:lpstr>
      <vt:lpstr>Proxima Nova</vt:lpstr>
      <vt:lpstr>Proxima Nova Semibold</vt:lpstr>
      <vt:lpstr>PT Serif</vt:lpstr>
      <vt:lpstr>Тема1</vt:lpstr>
      <vt:lpstr>Slidesgo Final Pages</vt:lpstr>
      <vt:lpstr>Решение задач CVRP гибридным метаэвристическим алгоритмом</vt:lpstr>
      <vt:lpstr>Презентация PowerPoint</vt:lpstr>
      <vt:lpstr>Результаты экспериментов</vt:lpstr>
      <vt:lpstr>Ключевые наблюдения</vt:lpstr>
      <vt:lpstr>Dies ist eine Infografik</vt:lpstr>
      <vt:lpstr>Заключение 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Решение задач CVRP гибридным метаэвристическим алгоритмом</dc:title>
  <dc:creator>Оля Деева</dc:creator>
  <cp:lastModifiedBy>Оля Деева</cp:lastModifiedBy>
  <cp:revision>16</cp:revision>
  <dcterms:created xsi:type="dcterms:W3CDTF">2026-02-05T20:20:23Z</dcterms:created>
  <dcterms:modified xsi:type="dcterms:W3CDTF">2026-03-02T20:40:07Z</dcterms:modified>
</cp:coreProperties>
</file>